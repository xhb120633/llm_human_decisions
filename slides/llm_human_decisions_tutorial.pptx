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2dcff09703d4eb8" /><Relationship Type="http://schemas.openxmlformats.org/officeDocument/2006/relationships/extended-properties" Target="/docProps/app.xml" Id="R87248c383e634e71" /><Relationship Type="http://schemas.openxmlformats.org/officeDocument/2006/relationships/officeDocument" Target="/ppt/presentation.xml" Id="Rb103593f1d844d85" /></Relationships>
</file>

<file path=ppt/presentation.xml><?xml version="1.0" encoding="utf-8"?>
<p:presentation xmlns:p="http://schemas.openxmlformats.org/presentationml/2006/main">
  <p:sldMasterIdLst>
    <p:sldMasterId xmlns:r="http://schemas.openxmlformats.org/officeDocument/2006/relationships" id="2147483648" r:id="Rdad757eef7964959"/>
  </p:sldMasterIdLst>
  <p:notesMasterIdLst>
    <p:notesMasterId xmlns:r="http://schemas.openxmlformats.org/officeDocument/2006/relationships" r:id="R64ba8864f5cf4b46"/>
  </p:notesMasterIdLst>
  <p:sldIdLst>
    <p:sldId xmlns:r="http://schemas.openxmlformats.org/officeDocument/2006/relationships" id="256" r:id="R83a01087954e4d5c"/>
    <p:sldId xmlns:r="http://schemas.openxmlformats.org/officeDocument/2006/relationships" id="257" r:id="Re8815480d1584c1c"/>
    <p:sldId xmlns:r="http://schemas.openxmlformats.org/officeDocument/2006/relationships" id="258" r:id="Rf468ed16bfbe4042"/>
    <p:sldId xmlns:r="http://schemas.openxmlformats.org/officeDocument/2006/relationships" id="259" r:id="R6d58b064721f4c35"/>
    <p:sldId xmlns:r="http://schemas.openxmlformats.org/officeDocument/2006/relationships" id="260" r:id="R37f3805744e04a1b"/>
    <p:sldId xmlns:r="http://schemas.openxmlformats.org/officeDocument/2006/relationships" id="261" r:id="Rb21de9e47197416d"/>
    <p:sldId xmlns:r="http://schemas.openxmlformats.org/officeDocument/2006/relationships" id="262" r:id="R7842597c52d34778"/>
    <p:sldId xmlns:r="http://schemas.openxmlformats.org/officeDocument/2006/relationships" id="263" r:id="R84c40ef93b024f51"/>
    <p:sldId xmlns:r="http://schemas.openxmlformats.org/officeDocument/2006/relationships" id="264" r:id="R9c3c5323327e4650"/>
    <p:sldId xmlns:r="http://schemas.openxmlformats.org/officeDocument/2006/relationships" id="265" r:id="R0b3999dc314c4756"/>
    <p:sldId xmlns:r="http://schemas.openxmlformats.org/officeDocument/2006/relationships" id="266" r:id="R314ffe809f6342d9"/>
    <p:sldId xmlns:r="http://schemas.openxmlformats.org/officeDocument/2006/relationships" id="267" r:id="R6c3303eb60ba43f6"/>
    <p:sldId xmlns:r="http://schemas.openxmlformats.org/officeDocument/2006/relationships" id="268" r:id="R950a959374524efb"/>
    <p:sldId xmlns:r="http://schemas.openxmlformats.org/officeDocument/2006/relationships" id="269" r:id="Rb6f6780ade204311"/>
    <p:sldId xmlns:r="http://schemas.openxmlformats.org/officeDocument/2006/relationships" id="270" r:id="Rc3c0a1b5414f4b96"/>
    <p:sldId xmlns:r="http://schemas.openxmlformats.org/officeDocument/2006/relationships" id="271" r:id="R7d339c76927b40a4"/>
    <p:sldId xmlns:r="http://schemas.openxmlformats.org/officeDocument/2006/relationships" id="272" r:id="R9cc4f9e20e714b0b"/>
    <p:sldId xmlns:r="http://schemas.openxmlformats.org/officeDocument/2006/relationships" id="273" r:id="R3e852ce873664a17"/>
    <p:sldId xmlns:r="http://schemas.openxmlformats.org/officeDocument/2006/relationships" id="274" r:id="R5a432f3c54914f76"/>
    <p:sldId xmlns:r="http://schemas.openxmlformats.org/officeDocument/2006/relationships" id="275" r:id="R52119db69ad94f73"/>
    <p:sldId xmlns:r="http://schemas.openxmlformats.org/officeDocument/2006/relationships" id="276" r:id="R03d41e931a844f34"/>
    <p:sldId xmlns:r="http://schemas.openxmlformats.org/officeDocument/2006/relationships" id="277" r:id="R490e61346b7f4c7e"/>
    <p:sldId xmlns:r="http://schemas.openxmlformats.org/officeDocument/2006/relationships" id="278" r:id="R438f12614faa4b10"/>
    <p:sldId xmlns:r="http://schemas.openxmlformats.org/officeDocument/2006/relationships" id="279" r:id="R1ac76fb779654382"/>
    <p:sldId xmlns:r="http://schemas.openxmlformats.org/officeDocument/2006/relationships" id="280" r:id="R7bdba2a156034fc3"/>
    <p:sldId xmlns:r="http://schemas.openxmlformats.org/officeDocument/2006/relationships" id="281" r:id="Rd00ed69d8ba24cef"/>
    <p:sldId xmlns:r="http://schemas.openxmlformats.org/officeDocument/2006/relationships" id="282" r:id="Rbff659f156ae4cb6"/>
    <p:sldId xmlns:r="http://schemas.openxmlformats.org/officeDocument/2006/relationships" id="283" r:id="Rb331d9bb408f43f3"/>
    <p:sldId xmlns:r="http://schemas.openxmlformats.org/officeDocument/2006/relationships" id="284" r:id="Rd90282853ac64a38"/>
    <p:sldId xmlns:r="http://schemas.openxmlformats.org/officeDocument/2006/relationships" id="285" r:id="Rb36b445d7c4e45a9"/>
    <p:sldId xmlns:r="http://schemas.openxmlformats.org/officeDocument/2006/relationships" id="286" r:id="Rcbc3b960e2644351"/>
    <p:sldId xmlns:r="http://schemas.openxmlformats.org/officeDocument/2006/relationships" id="287" r:id="Ra8e64b84419f4d8e"/>
    <p:sldId xmlns:r="http://schemas.openxmlformats.org/officeDocument/2006/relationships" id="288" r:id="R88effda997624f85"/>
    <p:sldId xmlns:r="http://schemas.openxmlformats.org/officeDocument/2006/relationships" id="289" r:id="R1ddae0befc464a4a"/>
    <p:sldId xmlns:r="http://schemas.openxmlformats.org/officeDocument/2006/relationships" id="290" r:id="R28708fc34f1f4a45"/>
    <p:sldId xmlns:r="http://schemas.openxmlformats.org/officeDocument/2006/relationships" id="291" r:id="R8d3d59e8f64743c0"/>
    <p:sldId xmlns:r="http://schemas.openxmlformats.org/officeDocument/2006/relationships" id="292" r:id="R96268de8b2844cb3"/>
    <p:sldId xmlns:r="http://schemas.openxmlformats.org/officeDocument/2006/relationships" id="293" r:id="R7d38a25b0377479b"/>
    <p:sldId xmlns:r="http://schemas.openxmlformats.org/officeDocument/2006/relationships" id="294" r:id="R873aa0e60af74480"/>
    <p:sldId xmlns:r="http://schemas.openxmlformats.org/officeDocument/2006/relationships" id="295" r:id="Rb8860943029c4ef6"/>
    <p:sldId xmlns:r="http://schemas.openxmlformats.org/officeDocument/2006/relationships" id="296" r:id="Rf5f97b0286444c7f"/>
    <p:sldId xmlns:r="http://schemas.openxmlformats.org/officeDocument/2006/relationships" id="297" r:id="Rb4e23dd38d3b4210"/>
    <p:sldId xmlns:r="http://schemas.openxmlformats.org/officeDocument/2006/relationships" id="298" r:id="Rfa3c860949704864"/>
    <p:sldId xmlns:r="http://schemas.openxmlformats.org/officeDocument/2006/relationships" id="299" r:id="R88fd87971f174007"/>
    <p:sldId xmlns:r="http://schemas.openxmlformats.org/officeDocument/2006/relationships" id="300" r:id="R5f4f982c68c94371"/>
    <p:sldId xmlns:r="http://schemas.openxmlformats.org/officeDocument/2006/relationships" id="301" r:id="Rc7707f3f0f4448b0"/>
    <p:sldId xmlns:r="http://schemas.openxmlformats.org/officeDocument/2006/relationships" id="302" r:id="R9a32f57b766741e6"/>
    <p:sldId xmlns:r="http://schemas.openxmlformats.org/officeDocument/2006/relationships" id="303" r:id="R9fe9969695e94d38"/>
    <p:sldId xmlns:r="http://schemas.openxmlformats.org/officeDocument/2006/relationships" id="304" r:id="Rd07ae1832a0149d5"/>
    <p:sldId xmlns:r="http://schemas.openxmlformats.org/officeDocument/2006/relationships" id="305" r:id="R7957703a17fd4faa"/>
    <p:sldId xmlns:r="http://schemas.openxmlformats.org/officeDocument/2006/relationships" id="306" r:id="R4fc81a2b6adb4d68"/>
    <p:sldId xmlns:r="http://schemas.openxmlformats.org/officeDocument/2006/relationships" id="307" r:id="R2790def67dcc4321"/>
    <p:sldId xmlns:r="http://schemas.openxmlformats.org/officeDocument/2006/relationships" id="308" r:id="R8629ff1684a84f58"/>
    <p:sldId xmlns:r="http://schemas.openxmlformats.org/officeDocument/2006/relationships" id="309" r:id="Re136aa33ac7d4106"/>
    <p:sldId xmlns:r="http://schemas.openxmlformats.org/officeDocument/2006/relationships" id="310" r:id="R109dae012db6418a"/>
    <p:sldId xmlns:r="http://schemas.openxmlformats.org/officeDocument/2006/relationships" id="311" r:id="Rd5260850cf684d2c"/>
    <p:sldId xmlns:r="http://schemas.openxmlformats.org/officeDocument/2006/relationships" id="312" r:id="R762d492576ef47e7"/>
    <p:sldId xmlns:r="http://schemas.openxmlformats.org/officeDocument/2006/relationships" id="313" r:id="R684f0041296a45e1"/>
    <p:sldId xmlns:r="http://schemas.openxmlformats.org/officeDocument/2006/relationships" id="314" r:id="R6241ab2ec50f45c3"/>
    <p:sldId xmlns:r="http://schemas.openxmlformats.org/officeDocument/2006/relationships" id="315" r:id="R613ce5af1e9d4805"/>
    <p:sldId xmlns:r="http://schemas.openxmlformats.org/officeDocument/2006/relationships" id="316" r:id="Rd6fc19861b5f40bf"/>
    <p:sldId xmlns:r="http://schemas.openxmlformats.org/officeDocument/2006/relationships" id="317" r:id="R60a1ab62f8414a3a"/>
    <p:sldId xmlns:r="http://schemas.openxmlformats.org/officeDocument/2006/relationships" id="318" r:id="R5985048c30c14976"/>
    <p:sldId xmlns:r="http://schemas.openxmlformats.org/officeDocument/2006/relationships" id="319" r:id="R04d2369d76314864"/>
    <p:sldId xmlns:r="http://schemas.openxmlformats.org/officeDocument/2006/relationships" id="320" r:id="Rc0193cc10f5a42fe"/>
    <p:sldId xmlns:r="http://schemas.openxmlformats.org/officeDocument/2006/relationships" id="321" r:id="Rbfe99cf15f0d409c"/>
    <p:sldId xmlns:r="http://schemas.openxmlformats.org/officeDocument/2006/relationships" id="322" r:id="R596bca70678e4e8c"/>
    <p:sldId xmlns:r="http://schemas.openxmlformats.org/officeDocument/2006/relationships" id="323" r:id="Redff4ebf98164f30"/>
    <p:sldId xmlns:r="http://schemas.openxmlformats.org/officeDocument/2006/relationships" id="324" r:id="R43e729b07b504cf4"/>
    <p:sldId xmlns:r="http://schemas.openxmlformats.org/officeDocument/2006/relationships" id="325" r:id="R9a95d2ee31734f74"/>
    <p:sldId xmlns:r="http://schemas.openxmlformats.org/officeDocument/2006/relationships" id="326" r:id="R4b16a636cd0f4718"/>
    <p:sldId xmlns:r="http://schemas.openxmlformats.org/officeDocument/2006/relationships" id="327" r:id="Rf24d025ebaf64679"/>
    <p:sldId xmlns:r="http://schemas.openxmlformats.org/officeDocument/2006/relationships" id="328" r:id="R7d08c0426ba54649"/>
    <p:sldId xmlns:r="http://schemas.openxmlformats.org/officeDocument/2006/relationships" id="329" r:id="R68f1bb96215a4fe8"/>
    <p:sldId xmlns:r="http://schemas.openxmlformats.org/officeDocument/2006/relationships" id="330" r:id="R92a94c27cd2046ef"/>
    <p:sldId xmlns:r="http://schemas.openxmlformats.org/officeDocument/2006/relationships" id="331" r:id="Ra7e68cf46b914692"/>
    <p:sldId xmlns:r="http://schemas.openxmlformats.org/officeDocument/2006/relationships" id="332" r:id="R8ad5740b85914e6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2bc7d56ad624a65" /><Relationship Type="http://schemas.openxmlformats.org/officeDocument/2006/relationships/slideMaster" Target="/ppt/slideMasters/slideMaster1.xml" Id="Rdad757eef7964959" /><Relationship Type="http://schemas.openxmlformats.org/officeDocument/2006/relationships/notesMaster" Target="/ppt/notesMasters/notesMaster1.xml" Id="R64ba8864f5cf4b46" /><Relationship Type="http://schemas.openxmlformats.org/officeDocument/2006/relationships/presProps" Target="/ppt/presProps.xml" Id="R2dd19905496f4d83" /><Relationship Type="http://schemas.openxmlformats.org/officeDocument/2006/relationships/tableStyles" Target="/ppt/tableStyles.xml" Id="R86575ddda04c44d3" /><Relationship Type="http://schemas.openxmlformats.org/officeDocument/2006/relationships/slide" Target="/ppt/slides/slide1.xml" Id="R83a01087954e4d5c" /><Relationship Type="http://schemas.openxmlformats.org/officeDocument/2006/relationships/slide" Target="/ppt/slides/slide2.xml" Id="Re8815480d1584c1c" /><Relationship Type="http://schemas.openxmlformats.org/officeDocument/2006/relationships/slide" Target="/ppt/slides/slide3.xml" Id="Rf468ed16bfbe4042" /><Relationship Type="http://schemas.openxmlformats.org/officeDocument/2006/relationships/slide" Target="/ppt/slides/slide4.xml" Id="R6d58b064721f4c35" /><Relationship Type="http://schemas.openxmlformats.org/officeDocument/2006/relationships/slide" Target="/ppt/slides/slide5.xml" Id="R37f3805744e04a1b" /><Relationship Type="http://schemas.openxmlformats.org/officeDocument/2006/relationships/slide" Target="/ppt/slides/slide6.xml" Id="Rb21de9e47197416d" /><Relationship Type="http://schemas.openxmlformats.org/officeDocument/2006/relationships/slide" Target="/ppt/slides/slide7.xml" Id="R7842597c52d34778" /><Relationship Type="http://schemas.openxmlformats.org/officeDocument/2006/relationships/slide" Target="/ppt/slides/slide8.xml" Id="R84c40ef93b024f51" /><Relationship Type="http://schemas.openxmlformats.org/officeDocument/2006/relationships/slide" Target="/ppt/slides/slide9.xml" Id="R9c3c5323327e4650" /><Relationship Type="http://schemas.openxmlformats.org/officeDocument/2006/relationships/slide" Target="/ppt/slides/slide10.xml" Id="R0b3999dc314c4756" /><Relationship Type="http://schemas.openxmlformats.org/officeDocument/2006/relationships/slide" Target="/ppt/slides/slide11.xml" Id="R314ffe809f6342d9" /><Relationship Type="http://schemas.openxmlformats.org/officeDocument/2006/relationships/slide" Target="/ppt/slides/slide12.xml" Id="R6c3303eb60ba43f6" /><Relationship Type="http://schemas.openxmlformats.org/officeDocument/2006/relationships/slide" Target="/ppt/slides/slide13.xml" Id="R950a959374524efb" /><Relationship Type="http://schemas.openxmlformats.org/officeDocument/2006/relationships/slide" Target="/ppt/slides/slide14.xml" Id="Rb6f6780ade204311" /><Relationship Type="http://schemas.openxmlformats.org/officeDocument/2006/relationships/slide" Target="/ppt/slides/slide15.xml" Id="Rc3c0a1b5414f4b96" /><Relationship Type="http://schemas.openxmlformats.org/officeDocument/2006/relationships/slide" Target="/ppt/slides/slide16.xml" Id="R7d339c76927b40a4" /><Relationship Type="http://schemas.openxmlformats.org/officeDocument/2006/relationships/slide" Target="/ppt/slides/slide17.xml" Id="R9cc4f9e20e714b0b" /><Relationship Type="http://schemas.openxmlformats.org/officeDocument/2006/relationships/slide" Target="/ppt/slides/slide18.xml" Id="R3e852ce873664a17" /><Relationship Type="http://schemas.openxmlformats.org/officeDocument/2006/relationships/slide" Target="/ppt/slides/slide19.xml" Id="R5a432f3c54914f76" /><Relationship Type="http://schemas.openxmlformats.org/officeDocument/2006/relationships/slide" Target="/ppt/slides/slide20.xml" Id="R52119db69ad94f73" /><Relationship Type="http://schemas.openxmlformats.org/officeDocument/2006/relationships/slide" Target="/ppt/slides/slide21.xml" Id="R03d41e931a844f34" /><Relationship Type="http://schemas.openxmlformats.org/officeDocument/2006/relationships/slide" Target="/ppt/slides/slide22.xml" Id="R490e61346b7f4c7e" /><Relationship Type="http://schemas.openxmlformats.org/officeDocument/2006/relationships/slide" Target="/ppt/slides/slide23.xml" Id="R438f12614faa4b10" /><Relationship Type="http://schemas.openxmlformats.org/officeDocument/2006/relationships/slide" Target="/ppt/slides/slide24.xml" Id="R1ac76fb779654382" /><Relationship Type="http://schemas.openxmlformats.org/officeDocument/2006/relationships/slide" Target="/ppt/slides/slide25.xml" Id="R7bdba2a156034fc3" /><Relationship Type="http://schemas.openxmlformats.org/officeDocument/2006/relationships/slide" Target="/ppt/slides/slide26.xml" Id="Rd00ed69d8ba24cef" /><Relationship Type="http://schemas.openxmlformats.org/officeDocument/2006/relationships/slide" Target="/ppt/slides/slide27.xml" Id="Rbff659f156ae4cb6" /><Relationship Type="http://schemas.openxmlformats.org/officeDocument/2006/relationships/slide" Target="/ppt/slides/slide28.xml" Id="Rb331d9bb408f43f3" /><Relationship Type="http://schemas.openxmlformats.org/officeDocument/2006/relationships/slide" Target="/ppt/slides/slide29.xml" Id="Rd90282853ac64a38" /><Relationship Type="http://schemas.openxmlformats.org/officeDocument/2006/relationships/slide" Target="/ppt/slides/slide30.xml" Id="Rb36b445d7c4e45a9" /><Relationship Type="http://schemas.openxmlformats.org/officeDocument/2006/relationships/slide" Target="/ppt/slides/slide31.xml" Id="Rcbc3b960e2644351" /><Relationship Type="http://schemas.openxmlformats.org/officeDocument/2006/relationships/slide" Target="/ppt/slides/slide32.xml" Id="Ra8e64b84419f4d8e" /><Relationship Type="http://schemas.openxmlformats.org/officeDocument/2006/relationships/slide" Target="/ppt/slides/slide33.xml" Id="R88effda997624f85" /><Relationship Type="http://schemas.openxmlformats.org/officeDocument/2006/relationships/slide" Target="/ppt/slides/slide34.xml" Id="R1ddae0befc464a4a" /><Relationship Type="http://schemas.openxmlformats.org/officeDocument/2006/relationships/slide" Target="/ppt/slides/slide35.xml" Id="R28708fc34f1f4a45" /><Relationship Type="http://schemas.openxmlformats.org/officeDocument/2006/relationships/slide" Target="/ppt/slides/slide36.xml" Id="R8d3d59e8f64743c0" /><Relationship Type="http://schemas.openxmlformats.org/officeDocument/2006/relationships/slide" Target="/ppt/slides/slide37.xml" Id="R96268de8b2844cb3" /><Relationship Type="http://schemas.openxmlformats.org/officeDocument/2006/relationships/slide" Target="/ppt/slides/slide38.xml" Id="R7d38a25b0377479b" /><Relationship Type="http://schemas.openxmlformats.org/officeDocument/2006/relationships/slide" Target="/ppt/slides/slide39.xml" Id="R873aa0e60af74480" /><Relationship Type="http://schemas.openxmlformats.org/officeDocument/2006/relationships/slide" Target="/ppt/slides/slide40.xml" Id="Rb8860943029c4ef6" /><Relationship Type="http://schemas.openxmlformats.org/officeDocument/2006/relationships/slide" Target="/ppt/slides/slide41.xml" Id="Rf5f97b0286444c7f" /><Relationship Type="http://schemas.openxmlformats.org/officeDocument/2006/relationships/slide" Target="/ppt/slides/slide42.xml" Id="Rb4e23dd38d3b4210" /><Relationship Type="http://schemas.openxmlformats.org/officeDocument/2006/relationships/slide" Target="/ppt/slides/slide43.xml" Id="Rfa3c860949704864" /><Relationship Type="http://schemas.openxmlformats.org/officeDocument/2006/relationships/slide" Target="/ppt/slides/slide44.xml" Id="R88fd87971f174007" /><Relationship Type="http://schemas.openxmlformats.org/officeDocument/2006/relationships/slide" Target="/ppt/slides/slide45.xml" Id="R5f4f982c68c94371" /><Relationship Type="http://schemas.openxmlformats.org/officeDocument/2006/relationships/slide" Target="/ppt/slides/slide46.xml" Id="Rc7707f3f0f4448b0" /><Relationship Type="http://schemas.openxmlformats.org/officeDocument/2006/relationships/slide" Target="/ppt/slides/slide47.xml" Id="R9a32f57b766741e6" /><Relationship Type="http://schemas.openxmlformats.org/officeDocument/2006/relationships/slide" Target="/ppt/slides/slide48.xml" Id="R9fe9969695e94d38" /><Relationship Type="http://schemas.openxmlformats.org/officeDocument/2006/relationships/slide" Target="/ppt/slides/slide49.xml" Id="Rd07ae1832a0149d5" /><Relationship Type="http://schemas.openxmlformats.org/officeDocument/2006/relationships/slide" Target="/ppt/slides/slide50.xml" Id="R7957703a17fd4faa" /><Relationship Type="http://schemas.openxmlformats.org/officeDocument/2006/relationships/slide" Target="/ppt/slides/slide51.xml" Id="R4fc81a2b6adb4d68" /><Relationship Type="http://schemas.openxmlformats.org/officeDocument/2006/relationships/slide" Target="/ppt/slides/slide52.xml" Id="R2790def67dcc4321" /><Relationship Type="http://schemas.openxmlformats.org/officeDocument/2006/relationships/slide" Target="/ppt/slides/slide53.xml" Id="R8629ff1684a84f58" /><Relationship Type="http://schemas.openxmlformats.org/officeDocument/2006/relationships/slide" Target="/ppt/slides/slide54.xml" Id="Re136aa33ac7d4106" /><Relationship Type="http://schemas.openxmlformats.org/officeDocument/2006/relationships/slide" Target="/ppt/slides/slide55.xml" Id="R109dae012db6418a" /><Relationship Type="http://schemas.openxmlformats.org/officeDocument/2006/relationships/slide" Target="/ppt/slides/slide56.xml" Id="Rd5260850cf684d2c" /><Relationship Type="http://schemas.openxmlformats.org/officeDocument/2006/relationships/slide" Target="/ppt/slides/slide57.xml" Id="R762d492576ef47e7" /><Relationship Type="http://schemas.openxmlformats.org/officeDocument/2006/relationships/slide" Target="/ppt/slides/slide58.xml" Id="R684f0041296a45e1" /><Relationship Type="http://schemas.openxmlformats.org/officeDocument/2006/relationships/slide" Target="/ppt/slides/slide59.xml" Id="R6241ab2ec50f45c3" /><Relationship Type="http://schemas.openxmlformats.org/officeDocument/2006/relationships/slide" Target="/ppt/slides/slide60.xml" Id="R613ce5af1e9d4805" /><Relationship Type="http://schemas.openxmlformats.org/officeDocument/2006/relationships/slide" Target="/ppt/slides/slide61.xml" Id="Rd6fc19861b5f40bf" /><Relationship Type="http://schemas.openxmlformats.org/officeDocument/2006/relationships/slide" Target="/ppt/slides/slide62.xml" Id="R60a1ab62f8414a3a" /><Relationship Type="http://schemas.openxmlformats.org/officeDocument/2006/relationships/slide" Target="/ppt/slides/slide63.xml" Id="R5985048c30c14976" /><Relationship Type="http://schemas.openxmlformats.org/officeDocument/2006/relationships/slide" Target="/ppt/slides/slide64.xml" Id="R04d2369d76314864" /><Relationship Type="http://schemas.openxmlformats.org/officeDocument/2006/relationships/slide" Target="/ppt/slides/slide65.xml" Id="Rc0193cc10f5a42fe" /><Relationship Type="http://schemas.openxmlformats.org/officeDocument/2006/relationships/slide" Target="/ppt/slides/slide66.xml" Id="Rbfe99cf15f0d409c" /><Relationship Type="http://schemas.openxmlformats.org/officeDocument/2006/relationships/slide" Target="/ppt/slides/slide67.xml" Id="R596bca70678e4e8c" /><Relationship Type="http://schemas.openxmlformats.org/officeDocument/2006/relationships/slide" Target="/ppt/slides/slide68.xml" Id="Redff4ebf98164f30" /><Relationship Type="http://schemas.openxmlformats.org/officeDocument/2006/relationships/slide" Target="/ppt/slides/slide69.xml" Id="R43e729b07b504cf4" /><Relationship Type="http://schemas.openxmlformats.org/officeDocument/2006/relationships/slide" Target="/ppt/slides/slide70.xml" Id="R9a95d2ee31734f74" /><Relationship Type="http://schemas.openxmlformats.org/officeDocument/2006/relationships/slide" Target="/ppt/slides/slide71.xml" Id="R4b16a636cd0f4718" /><Relationship Type="http://schemas.openxmlformats.org/officeDocument/2006/relationships/slide" Target="/ppt/slides/slide72.xml" Id="Rf24d025ebaf64679" /><Relationship Type="http://schemas.openxmlformats.org/officeDocument/2006/relationships/slide" Target="/ppt/slides/slide73.xml" Id="R7d08c0426ba54649" /><Relationship Type="http://schemas.openxmlformats.org/officeDocument/2006/relationships/slide" Target="/ppt/slides/slide74.xml" Id="R68f1bb96215a4fe8" /><Relationship Type="http://schemas.openxmlformats.org/officeDocument/2006/relationships/slide" Target="/ppt/slides/slide75.xml" Id="R92a94c27cd2046ef" /><Relationship Type="http://schemas.openxmlformats.org/officeDocument/2006/relationships/slide" Target="/ppt/slides/slide76.xml" Id="Ra7e68cf46b914692" /><Relationship Type="http://schemas.openxmlformats.org/officeDocument/2006/relationships/slide" Target="/ppt/slides/slide77.xml" Id="R8ad5740b85914e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739298256b148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e65e7dfce984fdc" /><Relationship Type="http://schemas.openxmlformats.org/officeDocument/2006/relationships/notesMaster" Target="/ppt/notesMasters/notesMaster1.xml" Id="Rdfdf336c772747f4" /></Relationships>
</file>

<file path=ppt/notesSlides/_rels/notesSlide2.xml.rels>&#65279;<?xml version="1.0" encoding="utf-8"?><Relationships xmlns="http://schemas.openxmlformats.org/package/2006/relationships"><Relationship Type="http://schemas.openxmlformats.org/officeDocument/2006/relationships/slide" Target="/ppt/slides/slide2.xml" Id="Rf9101cad723c490f" /><Relationship Type="http://schemas.openxmlformats.org/officeDocument/2006/relationships/notesMaster" Target="/ppt/notesMasters/notesMaster1.xml" Id="R04f48de0c82c469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21e3b2ce51f47fa" /><Relationship Type="http://schemas.openxmlformats.org/officeDocument/2006/relationships/notesMaster" Target="/ppt/notesMasters/notesMaster1.xml" Id="R8dcf0ab1f1bc4a80" /></Relationships>
</file>

<file path=ppt/notesSlides/_rels/notesSlide4.xml.rels>&#65279;<?xml version="1.0" encoding="utf-8"?><Relationships xmlns="http://schemas.openxmlformats.org/package/2006/relationships"><Relationship Type="http://schemas.openxmlformats.org/officeDocument/2006/relationships/slide" Target="/ppt/slides/slide4.xml" Id="R85a89ea1caab4d85" /><Relationship Type="http://schemas.openxmlformats.org/officeDocument/2006/relationships/notesMaster" Target="/ppt/notesMasters/notesMaster1.xml" Id="R91bfd6cd44b34813"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aba56688204b6c" /><Relationship Type="http://schemas.openxmlformats.org/officeDocument/2006/relationships/notesMaster" Target="/ppt/notesMasters/notesMaster1.xml" Id="R30099e201085412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c2dd761efb496b" /><Relationship Type="http://schemas.openxmlformats.org/officeDocument/2006/relationships/notesMaster" Target="/ppt/notesMasters/notesMaster1.xml" Id="R9e768430f3f0498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a7f836009aa49a1" /><Relationship Type="http://schemas.openxmlformats.org/officeDocument/2006/relationships/notesMaster" Target="/ppt/notesMasters/notesMaster1.xml" Id="R27ab4c4bb4c74559" /></Relationships>
</file>

<file path=ppt/notesSlides/_rels/notesSlide8.xml.rels>&#65279;<?xml version="1.0" encoding="utf-8"?><Relationships xmlns="http://schemas.openxmlformats.org/package/2006/relationships"><Relationship Type="http://schemas.openxmlformats.org/officeDocument/2006/relationships/slide" Target="/ppt/slides/slide8.xml" Id="Rcfdd6f0984764574" /><Relationship Type="http://schemas.openxmlformats.org/officeDocument/2006/relationships/notesMaster" Target="/ppt/notesMasters/notesMaster1.xml" Id="Rf16b96b6bfaf4627" /></Relationships>
</file>

<file path=ppt/notesSlides/_rels/notesSlide9.xml.rels>&#65279;<?xml version="1.0" encoding="utf-8"?><Relationships xmlns="http://schemas.openxmlformats.org/package/2006/relationships"><Relationship Type="http://schemas.openxmlformats.org/officeDocument/2006/relationships/slide" Target="/ppt/slides/slide9.xml" Id="R18ccc969f05d4f7f" /><Relationship Type="http://schemas.openxmlformats.org/officeDocument/2006/relationships/notesMaster" Target="/ppt/notesMasters/notesMaster1.xml" Id="Rf7b7f2c60b0645d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1c845f6d3f44321" /><Relationship Type="http://schemas.openxmlformats.org/officeDocument/2006/relationships/notesMaster" Target="/ppt/notesMasters/notesMaster1.xml" Id="Rf6e3a82cea4a4be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2db3b5fa08545b4" /><Relationship Type="http://schemas.openxmlformats.org/officeDocument/2006/relationships/notesMaster" Target="/ppt/notesMasters/notesMaster1.xml" Id="Rd19e3eedb8184c6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13607338693481c" /><Relationship Type="http://schemas.openxmlformats.org/officeDocument/2006/relationships/notesMaster" Target="/ppt/notesMasters/notesMaster1.xml" Id="Ra0c5c5098aaf477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9f71458c0e44848" /><Relationship Type="http://schemas.openxmlformats.org/officeDocument/2006/relationships/notesMaster" Target="/ppt/notesMasters/notesMaster1.xml" Id="Rd7f45c108fe647c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17d33bca38245f5" /><Relationship Type="http://schemas.openxmlformats.org/officeDocument/2006/relationships/notesMaster" Target="/ppt/notesMasters/notesMaster1.xml" Id="R6e540fab032f44b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be613db09dc43a0" /><Relationship Type="http://schemas.openxmlformats.org/officeDocument/2006/relationships/notesMaster" Target="/ppt/notesMasters/notesMaster1.xml" Id="R5aa54cfb44f348d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840317f925c4fce" /><Relationship Type="http://schemas.openxmlformats.org/officeDocument/2006/relationships/notesMaster" Target="/ppt/notesMasters/notesMaster1.xml" Id="Rb115fac4ff1a4a7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e95c6988e30417f" /><Relationship Type="http://schemas.openxmlformats.org/officeDocument/2006/relationships/notesMaster" Target="/ppt/notesMasters/notesMaster1.xml" Id="Rcd64ce766f574c6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73f98cdd1d74e7e" /><Relationship Type="http://schemas.openxmlformats.org/officeDocument/2006/relationships/notesMaster" Target="/ppt/notesMasters/notesMaster1.xml" Id="Rff42b12ad53548d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c35db777e184b9a" /><Relationship Type="http://schemas.openxmlformats.org/officeDocument/2006/relationships/notesMaster" Target="/ppt/notesMasters/notesMaster1.xml" Id="Rcb21e9afae7f4d3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2c9be289d7c44fb" /><Relationship Type="http://schemas.openxmlformats.org/officeDocument/2006/relationships/notesMaster" Target="/ppt/notesMasters/notesMaster1.xml" Id="R37f8df971820429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0ad673a8e2545b9" /><Relationship Type="http://schemas.openxmlformats.org/officeDocument/2006/relationships/notesMaster" Target="/ppt/notesMasters/notesMaster1.xml" Id="R5b3d08ab3cea42c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1e779aaba9947cc" /><Relationship Type="http://schemas.openxmlformats.org/officeDocument/2006/relationships/notesMaster" Target="/ppt/notesMasters/notesMaster1.xml" Id="R67e1927eb3a745b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f3a9b2759ce4dd3" /><Relationship Type="http://schemas.openxmlformats.org/officeDocument/2006/relationships/notesMaster" Target="/ppt/notesMasters/notesMaster1.xml" Id="R2ad79b8b22b54db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a368634ac3c4618" /><Relationship Type="http://schemas.openxmlformats.org/officeDocument/2006/relationships/notesMaster" Target="/ppt/notesMasters/notesMaster1.xml" Id="Re1a0174749254b2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a5ae833f3e448ab" /><Relationship Type="http://schemas.openxmlformats.org/officeDocument/2006/relationships/notesMaster" Target="/ppt/notesMasters/notesMaster1.xml" Id="R566f590335874d9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3ceca7534f24a1f" /><Relationship Type="http://schemas.openxmlformats.org/officeDocument/2006/relationships/notesMaster" Target="/ppt/notesMasters/notesMaster1.xml" Id="Rd66b724cdc034c0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aec8f5138684ec7" /><Relationship Type="http://schemas.openxmlformats.org/officeDocument/2006/relationships/notesMaster" Target="/ppt/notesMasters/notesMaster1.xml" Id="Rf04e0affccbb4b1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a1ff7a7fec941b3" /><Relationship Type="http://schemas.openxmlformats.org/officeDocument/2006/relationships/notesMaster" Target="/ppt/notesMasters/notesMaster1.xml" Id="Rc58d38e31d714fd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7832a4d68624fbe" /><Relationship Type="http://schemas.openxmlformats.org/officeDocument/2006/relationships/notesMaster" Target="/ppt/notesMasters/notesMaster1.xml" Id="R06d3d6c8fd2944e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76181c2fcc94a87" /><Relationship Type="http://schemas.openxmlformats.org/officeDocument/2006/relationships/notesMaster" Target="/ppt/notesMasters/notesMaster1.xml" Id="R1a09804ad13d40c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de8cb15f25449ad" /><Relationship Type="http://schemas.openxmlformats.org/officeDocument/2006/relationships/notesMaster" Target="/ppt/notesMasters/notesMaster1.xml" Id="R31ffe94880f14f4b"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422cd4742e94867" /><Relationship Type="http://schemas.openxmlformats.org/officeDocument/2006/relationships/notesMaster" Target="/ppt/notesMasters/notesMaster1.xml" Id="R468833f4102844e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62d95bf4ab84beb" /><Relationship Type="http://schemas.openxmlformats.org/officeDocument/2006/relationships/notesMaster" Target="/ppt/notesMasters/notesMaster1.xml" Id="R8bef86ca84694e7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525d81418824b0f" /><Relationship Type="http://schemas.openxmlformats.org/officeDocument/2006/relationships/notesMaster" Target="/ppt/notesMasters/notesMaster1.xml" Id="R99c2ff353282452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660b1e597d24afb" /><Relationship Type="http://schemas.openxmlformats.org/officeDocument/2006/relationships/notesMaster" Target="/ppt/notesMasters/notesMaster1.xml" Id="R2e7e40a7d7eb4bb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11fa2e6687ef48c1" /><Relationship Type="http://schemas.openxmlformats.org/officeDocument/2006/relationships/notesMaster" Target="/ppt/notesMasters/notesMaster1.xml" Id="R533805dbd6754c8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7569fa174e44efd" /><Relationship Type="http://schemas.openxmlformats.org/officeDocument/2006/relationships/notesMaster" Target="/ppt/notesMasters/notesMaster1.xml" Id="R476bb135e101470a"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ed4227e646a4c17" /><Relationship Type="http://schemas.openxmlformats.org/officeDocument/2006/relationships/notesMaster" Target="/ppt/notesMasters/notesMaster1.xml" Id="R2563bc66b22d436f"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1c49f905dd049af" /><Relationship Type="http://schemas.openxmlformats.org/officeDocument/2006/relationships/notesMaster" Target="/ppt/notesMasters/notesMaster1.xml" Id="R23372a58bc4f4df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ac504617693458b" /><Relationship Type="http://schemas.openxmlformats.org/officeDocument/2006/relationships/notesMaster" Target="/ppt/notesMasters/notesMaster1.xml" Id="Raa3fdbfc567b4b1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528994ca48f47ab" /><Relationship Type="http://schemas.openxmlformats.org/officeDocument/2006/relationships/notesMaster" Target="/ppt/notesMasters/notesMaster1.xml" Id="Rf8324bef35ee486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d10e8b8f2a14b05" /><Relationship Type="http://schemas.openxmlformats.org/officeDocument/2006/relationships/notesMaster" Target="/ppt/notesMasters/notesMaster1.xml" Id="R7141335cd74047fc"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6c658bf8e584127" /><Relationship Type="http://schemas.openxmlformats.org/officeDocument/2006/relationships/notesMaster" Target="/ppt/notesMasters/notesMaster1.xml" Id="Rc8ca7d5802bf438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2a36856ab094a0b" /><Relationship Type="http://schemas.openxmlformats.org/officeDocument/2006/relationships/notesMaster" Target="/ppt/notesMasters/notesMaster1.xml" Id="Rcac56138d23641a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0e350086ea24bef" /><Relationship Type="http://schemas.openxmlformats.org/officeDocument/2006/relationships/notesMaster" Target="/ppt/notesMasters/notesMaster1.xml" Id="Rd186c63de086436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a6e88ec569840be" /><Relationship Type="http://schemas.openxmlformats.org/officeDocument/2006/relationships/notesMaster" Target="/ppt/notesMasters/notesMaster1.xml" Id="Rd1e684daf40549a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6d84cc8b24a4343" /><Relationship Type="http://schemas.openxmlformats.org/officeDocument/2006/relationships/notesMaster" Target="/ppt/notesMasters/notesMaster1.xml" Id="Rc0b427c4408843d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4355e33e64f404d" /><Relationship Type="http://schemas.openxmlformats.org/officeDocument/2006/relationships/notesMaster" Target="/ppt/notesMasters/notesMaster1.xml" Id="Rd79827892ec54e88"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2937a4796c14f64" /><Relationship Type="http://schemas.openxmlformats.org/officeDocument/2006/relationships/notesMaster" Target="/ppt/notesMasters/notesMaster1.xml" Id="R5cf4cc87a1424c8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97e743848bc248fa" /><Relationship Type="http://schemas.openxmlformats.org/officeDocument/2006/relationships/notesMaster" Target="/ppt/notesMasters/notesMaster1.xml" Id="R3afe4cf4279244a5"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3b1377c2b77648ed" /><Relationship Type="http://schemas.openxmlformats.org/officeDocument/2006/relationships/notesMaster" Target="/ppt/notesMasters/notesMaster1.xml" Id="R3b7bee37c0f147f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294ad26d9a064ee5" /><Relationship Type="http://schemas.openxmlformats.org/officeDocument/2006/relationships/notesMaster" Target="/ppt/notesMasters/notesMaster1.xml" Id="R7562e25401114a2b"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699698364a048f6" /><Relationship Type="http://schemas.openxmlformats.org/officeDocument/2006/relationships/notesMaster" Target="/ppt/notesMasters/notesMaster1.xml" Id="R816ef389358046f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47d7f2ce5524c60" /><Relationship Type="http://schemas.openxmlformats.org/officeDocument/2006/relationships/notesMaster" Target="/ppt/notesMasters/notesMaster1.xml" Id="R66fe1f766751476e"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26ef55dd78a4cb5" /><Relationship Type="http://schemas.openxmlformats.org/officeDocument/2006/relationships/notesMaster" Target="/ppt/notesMasters/notesMaster1.xml" Id="R3b88340ad8d6418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9950ac2d0eab4a58" /><Relationship Type="http://schemas.openxmlformats.org/officeDocument/2006/relationships/notesMaster" Target="/ppt/notesMasters/notesMaster1.xml" Id="Rb832bdb030f84c8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721e30694524fcb" /><Relationship Type="http://schemas.openxmlformats.org/officeDocument/2006/relationships/notesMaster" Target="/ppt/notesMasters/notesMaster1.xml" Id="Rd005b7a2302a4b0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1f3215dfdf947d0" /><Relationship Type="http://schemas.openxmlformats.org/officeDocument/2006/relationships/notesMaster" Target="/ppt/notesMasters/notesMaster1.xml" Id="R64879c9ca591451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014c44d626f840f1" /><Relationship Type="http://schemas.openxmlformats.org/officeDocument/2006/relationships/notesMaster" Target="/ppt/notesMasters/notesMaster1.xml" Id="R1d44141e77394f0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c36f223c99094af2" /><Relationship Type="http://schemas.openxmlformats.org/officeDocument/2006/relationships/notesMaster" Target="/ppt/notesMasters/notesMaster1.xml" Id="R52a8e4d036724b7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6c5c304ca3b4652" /><Relationship Type="http://schemas.openxmlformats.org/officeDocument/2006/relationships/notesMaster" Target="/ppt/notesMasters/notesMaster1.xml" Id="Rde6d0253c780483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0f9cbdc942d491d" /><Relationship Type="http://schemas.openxmlformats.org/officeDocument/2006/relationships/notesMaster" Target="/ppt/notesMasters/notesMaster1.xml" Id="R3d2e6f73afde4d4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297d255fb3549f9" /><Relationship Type="http://schemas.openxmlformats.org/officeDocument/2006/relationships/notesMaster" Target="/ppt/notesMasters/notesMaster1.xml" Id="R42f5a806fffb4c37"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b6ee18260964d20" /><Relationship Type="http://schemas.openxmlformats.org/officeDocument/2006/relationships/notesMaster" Target="/ppt/notesMasters/notesMaster1.xml" Id="R6e80478940ff4a0e"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075ca425d6554c46" /><Relationship Type="http://schemas.openxmlformats.org/officeDocument/2006/relationships/notesMaster" Target="/ppt/notesMasters/notesMaster1.xml" Id="R0c71f65e9e5a4e8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07f7d72691b47d7" /><Relationship Type="http://schemas.openxmlformats.org/officeDocument/2006/relationships/notesMaster" Target="/ppt/notesMasters/notesMaster1.xml" Id="R3a58d2f7db084e9c"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946e636d7d97431e" /><Relationship Type="http://schemas.openxmlformats.org/officeDocument/2006/relationships/notesMaster" Target="/ppt/notesMasters/notesMaster1.xml" Id="R0e0b572ee72e42a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4be5a25c6d734f1b" /><Relationship Type="http://schemas.openxmlformats.org/officeDocument/2006/relationships/notesMaster" Target="/ppt/notesMasters/notesMaster1.xml" Id="R03a124eb0cd64fcd"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a6a6d531f2ac453d" /><Relationship Type="http://schemas.openxmlformats.org/officeDocument/2006/relationships/notesMaster" Target="/ppt/notesMasters/notesMaster1.xml" Id="Ra58d74ec1c0947fe"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873ff2bbf374a69" /><Relationship Type="http://schemas.openxmlformats.org/officeDocument/2006/relationships/notesMaster" Target="/ppt/notesMasters/notesMaster1.xml" Id="R7d7c1fc4ae034dd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86768a5a0e484f3e" /><Relationship Type="http://schemas.openxmlformats.org/officeDocument/2006/relationships/notesMaster" Target="/ppt/notesMasters/notesMaster1.xml" Id="Rd8383b285cd94796"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3699527cf9ee4102" /><Relationship Type="http://schemas.openxmlformats.org/officeDocument/2006/relationships/notesMaster" Target="/ppt/notesMasters/notesMaster1.xml" Id="Ree113b84f2b54be4"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937c521e3f14fa6" /><Relationship Type="http://schemas.openxmlformats.org/officeDocument/2006/relationships/notesMaster" Target="/ppt/notesMasters/notesMaster1.xml" Id="Ref033bdfd1074582"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6dfde973f2cc4b37" /><Relationship Type="http://schemas.openxmlformats.org/officeDocument/2006/relationships/notesMaster" Target="/ppt/notesMasters/notesMaster1.xml" Id="Rd3720cce7a4d47eb"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df7f6a79d76448c0" /><Relationship Type="http://schemas.openxmlformats.org/officeDocument/2006/relationships/notesMaster" Target="/ppt/notesMasters/notesMaster1.xml" Id="Rc479d282a1dc448f"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238082dd3b154425" /><Relationship Type="http://schemas.openxmlformats.org/officeDocument/2006/relationships/notesMaster" Target="/ppt/notesMasters/notesMaster1.xml" Id="Rd75dd59033414564"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71e68cfc2bd4940" /><Relationship Type="http://schemas.openxmlformats.org/officeDocument/2006/relationships/notesMaster" Target="/ppt/notesMasters/notesMaster1.xml" Id="Rb954a7606b0847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missing aggregate result after correcting the label imbalance in the failed pilot.</a:t>
            </a:r>
          </a:p>
          <a:p xmlns:a="http://schemas.openxmlformats.org/drawingml/2006/main">
            <a:r>
              <a:t>Zero-shot mean log loss is 0.878. Balanced histories reduce it to 0.794-0.818 at k=2-6; later points do not show monotonic improvement.</a:t>
            </a:r>
          </a:p>
          <a:p xmlns:a="http://schemas.openxmlformats.org/drawingml/2006/main">
            <a:r>
              <a:t>The error bars are standard deviations across three balanced history selections, not participant-level confidence intervals.</a:t>
            </a:r>
          </a:p>
          <a:p xmlns:a="http://schemas.openxmlformats.org/drawingml/2006/main">
            <a:r>
              <a:t>The next slide decomposes this average by participant.</a:t>
            </a:r>
          </a:p>
          <a:p xmlns:a="http://schemas.openxmlformats.org/drawingml/2006/main">
            <a:r>
              <a:t>[Sources]</a:t>
            </a:r>
          </a:p>
          <a:p xmlns:a="http://schemas.openxmlformats.org/drawingml/2006/main">
            <a:r>
              <a:t>- notebooks/results/expanded_balanced_summary.csv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aggregate curve obscures heterogeneous trajectories. Each participant has eight fixed balanced targets. For non-zero history lengths, each point pools those targets across three independently selected balanced histories. Both panels are generated directly from the recorded data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5.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90713955d8459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26fba6d5064117" /><Relationship Type="http://schemas.openxmlformats.org/officeDocument/2006/relationships/slideLayout" Target="/ppt/slideLayouts/slideLayout1.xml" Id="R25c11b23a82b4e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5c11b23a82b4e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6b65698a3a342e6" /><Relationship Type="http://schemas.openxmlformats.org/officeDocument/2006/relationships/notesSlide" Target="/ppt/notesSlides/notesSlide1.xml" Id="R698f909839114c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cec5dfa76c4494d" /><Relationship Type="http://schemas.openxmlformats.org/officeDocument/2006/relationships/notesSlide" Target="/ppt/notesSlides/notesSlide2.xml" Id="Rf94fadef2533491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ceb7927e9a34b82" /><Relationship Type="http://schemas.openxmlformats.org/officeDocument/2006/relationships/notesSlide" Target="/ppt/notesSlides/notesSlide3.xml" Id="R6acce08ae497405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03bc0fa8602413b" /><Relationship Type="http://schemas.openxmlformats.org/officeDocument/2006/relationships/notesSlide" Target="/ppt/notesSlides/notesSlide4.xml" Id="Rc207e1e790184cc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000de2c0dd14e74" /><Relationship Type="http://schemas.openxmlformats.org/officeDocument/2006/relationships/notesSlide" Target="/ppt/notesSlides/notesSlide5.xml" Id="R79f64322c22c454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d4cee2b9c7b4557" /><Relationship Type="http://schemas.openxmlformats.org/officeDocument/2006/relationships/notesSlide" Target="/ppt/notesSlides/notesSlide6.xml" Id="Ree2a9291831f4ce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da305823bcd4082" /><Relationship Type="http://schemas.openxmlformats.org/officeDocument/2006/relationships/notesSlide" Target="/ppt/notesSlides/notesSlide7.xml" Id="R0c60ff2839e840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bdb73da5f0a4bc5" /><Relationship Type="http://schemas.openxmlformats.org/officeDocument/2006/relationships/notesSlide" Target="/ppt/notesSlides/notesSlide8.xml" Id="Rbc337db875974c6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d9dd59242284c26" /><Relationship Type="http://schemas.openxmlformats.org/officeDocument/2006/relationships/notesSlide" Target="/ppt/notesSlides/notesSlide9.xml" Id="R5018f29aba2549b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9b88a9868934a90" /><Relationship Type="http://schemas.openxmlformats.org/officeDocument/2006/relationships/notesSlide" Target="/ppt/notesSlides/notesSlide10.xml" Id="R0f98815e6ce941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5bbb2980a6e4746" /><Relationship Type="http://schemas.openxmlformats.org/officeDocument/2006/relationships/notesSlide" Target="/ppt/notesSlides/notesSlide11.xml" Id="Rb0c9e2dda11549a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1d307d9dc4043cd" /><Relationship Type="http://schemas.openxmlformats.org/officeDocument/2006/relationships/notesSlide" Target="/ppt/notesSlides/notesSlide12.xml" Id="Re56286b2da7a49c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aaa57cbf9a44125" /><Relationship Type="http://schemas.openxmlformats.org/officeDocument/2006/relationships/notesSlide" Target="/ppt/notesSlides/notesSlide13.xml" Id="R7d60c1aee4ed477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d9e7eb573a04732" /><Relationship Type="http://schemas.openxmlformats.org/officeDocument/2006/relationships/notesSlide" Target="/ppt/notesSlides/notesSlide14.xml" Id="R0da004c2b7004b5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aad2c77ce754ba4" /><Relationship Type="http://schemas.openxmlformats.org/officeDocument/2006/relationships/notesSlide" Target="/ppt/notesSlides/notesSlide15.xml" Id="R59b9d5b6e0c649f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3002e18b4a94363" /><Relationship Type="http://schemas.openxmlformats.org/officeDocument/2006/relationships/notesSlide" Target="/ppt/notesSlides/notesSlide16.xml" Id="R4107c0edc82041b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7da02ca81a14855" /><Relationship Type="http://schemas.openxmlformats.org/officeDocument/2006/relationships/notesSlide" Target="/ppt/notesSlides/notesSlide17.xml" Id="R7c0a07bb8e7a4bb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dc1b1ac867640ae" /><Relationship Type="http://schemas.openxmlformats.org/officeDocument/2006/relationships/notesSlide" Target="/ppt/notesSlides/notesSlide18.xml" Id="R6cac28f1ea2f4c7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de00151f2fa41e3" /><Relationship Type="http://schemas.openxmlformats.org/officeDocument/2006/relationships/notesSlide" Target="/ppt/notesSlides/notesSlide19.xml" Id="R43a0ca51ec2e42f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7fd692ddc6244f1" /><Relationship Type="http://schemas.openxmlformats.org/officeDocument/2006/relationships/notesSlide" Target="/ppt/notesSlides/notesSlide20.xml" Id="R5ff08ac5d7bf4db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ddd9d538ce7488c" /><Relationship Type="http://schemas.openxmlformats.org/officeDocument/2006/relationships/notesSlide" Target="/ppt/notesSlides/notesSlide21.xml" Id="Ra4e925112b244ae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ef03410d2ca4974" /><Relationship Type="http://schemas.openxmlformats.org/officeDocument/2006/relationships/notesSlide" Target="/ppt/notesSlides/notesSlide22.xml" Id="R7794b943ba3947e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46749ca398db4110" /><Relationship Type="http://schemas.openxmlformats.org/officeDocument/2006/relationships/notesSlide" Target="/ppt/notesSlides/notesSlide23.xml" Id="R28cdce1e0a0b4ea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13a76eff6784976" /><Relationship Type="http://schemas.openxmlformats.org/officeDocument/2006/relationships/notesSlide" Target="/ppt/notesSlides/notesSlide24.xml" Id="R3df8916100694ea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55bff80273e4586" /><Relationship Type="http://schemas.openxmlformats.org/officeDocument/2006/relationships/notesSlide" Target="/ppt/notesSlides/notesSlide25.xml" Id="R41bf33961ae14d7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707d9c0d7de4a22" /><Relationship Type="http://schemas.openxmlformats.org/officeDocument/2006/relationships/notesSlide" Target="/ppt/notesSlides/notesSlide26.xml" Id="R170a597c6aec4f5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7b380581492485c" /><Relationship Type="http://schemas.openxmlformats.org/officeDocument/2006/relationships/notesSlide" Target="/ppt/notesSlides/notesSlide27.xml" Id="Rb307b00a212c415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1161156091a4a9e" /><Relationship Type="http://schemas.openxmlformats.org/officeDocument/2006/relationships/notesSlide" Target="/ppt/notesSlides/notesSlide28.xml" Id="Rf0d6abd36fbd41d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7657e6bc87240a3" /><Relationship Type="http://schemas.openxmlformats.org/officeDocument/2006/relationships/notesSlide" Target="/ppt/notesSlides/notesSlide29.xml" Id="R7a0881c8c32d465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7af16485899245bf" /><Relationship Type="http://schemas.openxmlformats.org/officeDocument/2006/relationships/notesSlide" Target="/ppt/notesSlides/notesSlide30.xml" Id="Rdcdc6177943c471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a047478e9c04106" /><Relationship Type="http://schemas.openxmlformats.org/officeDocument/2006/relationships/notesSlide" Target="/ppt/notesSlides/notesSlide31.xml" Id="R2ef10be2fe69405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aaf641994d74f58" /><Relationship Type="http://schemas.openxmlformats.org/officeDocument/2006/relationships/image" Target="/ppt/media/image.png" Id="Rfcf00208fe9b4ca4" /><Relationship Type="http://schemas.openxmlformats.org/officeDocument/2006/relationships/notesSlide" Target="/ppt/notesSlides/notesSlide32.xml" Id="R3c426dd16f6a400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67686a5f822249fc" /><Relationship Type="http://schemas.openxmlformats.org/officeDocument/2006/relationships/image" Target="/ppt/media/image2.png" Id="R9f0ea1821fe84ea9" /><Relationship Type="http://schemas.openxmlformats.org/officeDocument/2006/relationships/notesSlide" Target="/ppt/notesSlides/notesSlide33.xml" Id="R6fd4c05a0f394cd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09d0c42ab0994b05" /><Relationship Type="http://schemas.openxmlformats.org/officeDocument/2006/relationships/image" Target="/ppt/media/image3.png" Id="R07a44db341664353" /><Relationship Type="http://schemas.openxmlformats.org/officeDocument/2006/relationships/image" Target="/ppt/media/image4.png" Id="R94664cf0408b4177" /><Relationship Type="http://schemas.openxmlformats.org/officeDocument/2006/relationships/notesSlide" Target="/ppt/notesSlides/notesSlide34.xml" Id="R2c66d3f9fc534e4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9c369892efb4ce5" /><Relationship Type="http://schemas.openxmlformats.org/officeDocument/2006/relationships/notesSlide" Target="/ppt/notesSlides/notesSlide35.xml" Id="R2b498ce280ba41b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e2574381ac59490b" /><Relationship Type="http://schemas.openxmlformats.org/officeDocument/2006/relationships/notesSlide" Target="/ppt/notesSlides/notesSlide36.xml" Id="R2b34b13383c9403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5b59349074140be" /><Relationship Type="http://schemas.openxmlformats.org/officeDocument/2006/relationships/notesSlide" Target="/ppt/notesSlides/notesSlide37.xml" Id="Rc07cefe3b44c446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cd8fb03fde9e4b51" /><Relationship Type="http://schemas.openxmlformats.org/officeDocument/2006/relationships/notesSlide" Target="/ppt/notesSlides/notesSlide38.xml" Id="R4d1cf868609f4b3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240f9e4079fa47ed" /><Relationship Type="http://schemas.openxmlformats.org/officeDocument/2006/relationships/notesSlide" Target="/ppt/notesSlides/notesSlide39.xml" Id="R83eb221938a84aa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cc806de348c441a0" /><Relationship Type="http://schemas.openxmlformats.org/officeDocument/2006/relationships/notesSlide" Target="/ppt/notesSlides/notesSlide40.xml" Id="R17c0da46dac3472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9639c667274a4242" /><Relationship Type="http://schemas.openxmlformats.org/officeDocument/2006/relationships/notesSlide" Target="/ppt/notesSlides/notesSlide41.xml" Id="R3f5cd8179e8c40c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257552cfe8fc4b55" /><Relationship Type="http://schemas.openxmlformats.org/officeDocument/2006/relationships/notesSlide" Target="/ppt/notesSlides/notesSlide42.xml" Id="R80f1edbcbe604331"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4000fd941f2441b" /><Relationship Type="http://schemas.openxmlformats.org/officeDocument/2006/relationships/notesSlide" Target="/ppt/notesSlides/notesSlide43.xml" Id="Rfeecbedd578b466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2e524c3c929340c5" /><Relationship Type="http://schemas.openxmlformats.org/officeDocument/2006/relationships/notesSlide" Target="/ppt/notesSlides/notesSlide44.xml" Id="Ra6baa795ff0e4c5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d5901ad6665d4cda" /><Relationship Type="http://schemas.openxmlformats.org/officeDocument/2006/relationships/notesSlide" Target="/ppt/notesSlides/notesSlide45.xml" Id="Ra5986a92fd464a5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aed5e0154ba4281" /><Relationship Type="http://schemas.openxmlformats.org/officeDocument/2006/relationships/notesSlide" Target="/ppt/notesSlides/notesSlide46.xml" Id="Ra346067ca9ce43f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45d51535df524530" /><Relationship Type="http://schemas.openxmlformats.org/officeDocument/2006/relationships/notesSlide" Target="/ppt/notesSlides/notesSlide47.xml" Id="R0018f5a0839b4ad3"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9d9b8b0654f24a90" /><Relationship Type="http://schemas.openxmlformats.org/officeDocument/2006/relationships/notesSlide" Target="/ppt/notesSlides/notesSlide48.xml" Id="R35bf626481d943e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95f6645d3594982" /><Relationship Type="http://schemas.openxmlformats.org/officeDocument/2006/relationships/notesSlide" Target="/ppt/notesSlides/notesSlide49.xml" Id="R40a39f94ba21403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2b8cd1008d294bc1" /><Relationship Type="http://schemas.openxmlformats.org/officeDocument/2006/relationships/image" Target="/ppt/media/image5.png" Id="R1adb5ea5f9dc4b0b" /><Relationship Type="http://schemas.openxmlformats.org/officeDocument/2006/relationships/notesSlide" Target="/ppt/notesSlides/notesSlide50.xml" Id="R07d0ed7393f740d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0a0a38e4dc284093" /><Relationship Type="http://schemas.openxmlformats.org/officeDocument/2006/relationships/notesSlide" Target="/ppt/notesSlides/notesSlide51.xml" Id="Re9c07681986f4d1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ebba5a4715c41a0" /><Relationship Type="http://schemas.openxmlformats.org/officeDocument/2006/relationships/image" Target="/ppt/media/image6.png" Id="R8440eccfc4034a31" /><Relationship Type="http://schemas.openxmlformats.org/officeDocument/2006/relationships/notesSlide" Target="/ppt/notesSlides/notesSlide52.xml" Id="Rf69200c25eba4fbf"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fd748f3654044657" /><Relationship Type="http://schemas.openxmlformats.org/officeDocument/2006/relationships/image" Target="/ppt/media/image7.png" Id="R7ad228b119c24db8" /><Relationship Type="http://schemas.openxmlformats.org/officeDocument/2006/relationships/notesSlide" Target="/ppt/notesSlides/notesSlide53.xml" Id="R31d123e03d3e4fa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7204e7e09b5e49b8" /><Relationship Type="http://schemas.openxmlformats.org/officeDocument/2006/relationships/notesSlide" Target="/ppt/notesSlides/notesSlide54.xml" Id="R68f28970d5514ecf"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1bd53160958a4613" /><Relationship Type="http://schemas.openxmlformats.org/officeDocument/2006/relationships/notesSlide" Target="/ppt/notesSlides/notesSlide55.xml" Id="Red9bb9e3512b4ac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76b70f7b8d34339" /><Relationship Type="http://schemas.openxmlformats.org/officeDocument/2006/relationships/notesSlide" Target="/ppt/notesSlides/notesSlide56.xml" Id="Rc233345b54cd4d33"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436591416b574e32" /><Relationship Type="http://schemas.openxmlformats.org/officeDocument/2006/relationships/image" Target="/ppt/media/image8.png" Id="R073b17f528bc424d" /><Relationship Type="http://schemas.openxmlformats.org/officeDocument/2006/relationships/notesSlide" Target="/ppt/notesSlides/notesSlide57.xml" Id="R00c7377ccb1345f5"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57c421a87d34626" /><Relationship Type="http://schemas.openxmlformats.org/officeDocument/2006/relationships/notesSlide" Target="/ppt/notesSlides/notesSlide58.xml" Id="R67c30d905b554bf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d2dd2304b96449ad" /><Relationship Type="http://schemas.openxmlformats.org/officeDocument/2006/relationships/notesSlide" Target="/ppt/notesSlides/notesSlide59.xml" Id="Rc189325bd5444f7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6030d71ff6cd4cd0" /><Relationship Type="http://schemas.openxmlformats.org/officeDocument/2006/relationships/notesSlide" Target="/ppt/notesSlides/notesSlide60.xml" Id="Ra6c754b8442145a3"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91bc6b87d1e34e9c" /><Relationship Type="http://schemas.openxmlformats.org/officeDocument/2006/relationships/notesSlide" Target="/ppt/notesSlides/notesSlide61.xml" Id="R48a1f2c5af284792"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83a5cdae631c4995" /><Relationship Type="http://schemas.openxmlformats.org/officeDocument/2006/relationships/notesSlide" Target="/ppt/notesSlides/notesSlide62.xml" Id="Rc88bdcfe857d4f56"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044f3f3747214e04" /><Relationship Type="http://schemas.openxmlformats.org/officeDocument/2006/relationships/notesSlide" Target="/ppt/notesSlides/notesSlide63.xml" Id="R95d49ad9c5a6437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afaa0bf9c43a4c5a" /><Relationship Type="http://schemas.openxmlformats.org/officeDocument/2006/relationships/notesSlide" Target="/ppt/notesSlides/notesSlide64.xml" Id="R3d4e6607a7df49d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2ce8664875094fe4" /><Relationship Type="http://schemas.openxmlformats.org/officeDocument/2006/relationships/notesSlide" Target="/ppt/notesSlides/notesSlide65.xml" Id="R89ff3131c67c4b7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b7a8cc6433da45c4" /><Relationship Type="http://schemas.openxmlformats.org/officeDocument/2006/relationships/notesSlide" Target="/ppt/notesSlides/notesSlide66.xml" Id="Ra0f766d7ed974dc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45c500dbac8b4789" /><Relationship Type="http://schemas.openxmlformats.org/officeDocument/2006/relationships/notesSlide" Target="/ppt/notesSlides/notesSlide67.xml" Id="R78fb9300d3e54f0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696b783e36f641fd" /><Relationship Type="http://schemas.openxmlformats.org/officeDocument/2006/relationships/notesSlide" Target="/ppt/notesSlides/notesSlide68.xml" Id="Rffa5ebee2e644250"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b86a01c443744e3b" /><Relationship Type="http://schemas.openxmlformats.org/officeDocument/2006/relationships/notesSlide" Target="/ppt/notesSlides/notesSlide69.xml" Id="R20b1ec5166f645d4"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d192c29049234c50" /><Relationship Type="http://schemas.openxmlformats.org/officeDocument/2006/relationships/notesSlide" Target="/ppt/notesSlides/notesSlide70.xml" Id="R3233ba994ef94696"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8e7d5acfa68d40dc" /><Relationship Type="http://schemas.openxmlformats.org/officeDocument/2006/relationships/notesSlide" Target="/ppt/notesSlides/notesSlide71.xml" Id="R8273724cfb55438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40b83dff23f94b62" /><Relationship Type="http://schemas.openxmlformats.org/officeDocument/2006/relationships/notesSlide" Target="/ppt/notesSlides/notesSlide72.xml" Id="R8aecbb4b509e4d8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54a04501d02f4c3d" /><Relationship Type="http://schemas.openxmlformats.org/officeDocument/2006/relationships/notesSlide" Target="/ppt/notesSlides/notesSlide73.xml" Id="R763fffc90239409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aa62af5e2131499f" /><Relationship Type="http://schemas.openxmlformats.org/officeDocument/2006/relationships/notesSlide" Target="/ppt/notesSlides/notesSlide74.xml" Id="R7c16a32793774b0d"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0295c8d1716c407e" /><Relationship Type="http://schemas.openxmlformats.org/officeDocument/2006/relationships/notesSlide" Target="/ppt/notesSlides/notesSlide75.xml" Id="Rb72b60e82cf74ba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0a1286d7515c49e5" /><Relationship Type="http://schemas.openxmlformats.org/officeDocument/2006/relationships/notesSlide" Target="/ppt/notesSlides/notesSlide76.xml" Id="Ra2b405dea79543c2"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c2139a274dd54cab" /><Relationship Type="http://schemas.openxmlformats.org/officeDocument/2006/relationships/notesSlide" Target="/ppt/notesSlides/notesSlide77.xml" Id="R7880934f86b1478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E00150E-E5E3-4854-A095-3E5D37B43838}"/>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660553A7-5933-4DBB-ABEE-7EA4709CBEFF}"/>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FF415B43-0A2E-42E2-B1E6-49BD6CCB8423}"/>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52AA929F-087A-4491-93F5-65A6A3DC4659}"/>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E23DADC-1ED7-4297-8937-31A131B272BE}"/>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B162F0B3-C7B4-440C-B162-F264578C9EE8}"/>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99BCED80-8922-4B11-89A4-F376828F5722}"/>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98739404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55A3852D-1877-4B10-8E5E-1A7142C7609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14924F16-45FA-4903-829A-328D809581C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3A3C19C0-E7C2-4988-82F1-C297F5DE8B9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8087766-7B80-4767-966B-B9462904B58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ABCD62C4-6F2A-428D-B2C7-DFD5962BF1FB}"/>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3773A0E8-172F-4BC2-8597-A8930ECA9092}"/>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9D6FF66C-9CE4-4AA5-98BC-5810D6A4028D}"/>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D4CAB4F6-DB3D-4AD1-A2E2-D4157E6B8453}"/>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FCBC4EB1-D1F8-421C-B138-B73C7AC6EF0A}"/>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8DFEC91B-8144-4599-B7FA-AC22511DC355}"/>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6F691A31-028F-4F81-B8C6-1F9A1D7D6F9E}"/>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C706868-200E-42C5-A01B-F150B881C4AC}"/>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F4F09C6E-A547-4286-89DD-64814BD4296A}"/>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49DCD420-892A-4B97-8452-CB1D1DEABD24}"/>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C44B4823-A439-4F2E-B0C2-DD7A86379013}"/>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95950E54-649E-4850-AA69-F423B634DAC4}"/>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FF3D1F67-A447-48DC-8CF4-07E9348DCC99}"/>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2E00FC1F-0334-4F81-9D35-BE2BCC3C4507}"/>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ED51BC07-1BFB-4827-A125-7AC29F631AF1}"/>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FF4F3708-17EE-410B-B335-49B1AE24A881}"/>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3653C4B7-F08F-4A8A-A961-FA2F87127A37}"/>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419E2258-CDF6-48E1-B2C3-39F7E16EEA0B}"/>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A91B3D2B-FCCE-4A03-A4B5-B77F50A79F4A}"/>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45DFC110-12E0-4FFC-A330-B4BFD2451912}"/>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190709740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6E1F19-E092-47EE-A2D0-2F0B88CAF0FC}"/>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C38AB864-E2EC-46AF-A195-78BD3BCFF287}"/>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10629763-7933-428B-B433-63278A63010A}"/>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777CE228-E88F-458E-B2C2-C5193CB58B2D}"/>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D8300649-665E-4E7B-BA89-BBAE81940890}"/>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695EC482-5724-4751-B176-E038519EE34A}"/>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0E01293B-A8A2-4E09-8552-1DC202A33CA8}"/>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70E1C444-5568-4D5A-96E1-67BD202B9318}"/>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209226225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6796E65-2ED1-4D52-80BE-81E316EE49C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8D9D2188-9F72-45A9-B402-A38CA7AC767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8A760FCC-0BA9-4033-83CA-C84DF92E848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AA19B5C-4EC0-4D05-8488-EEB545BF965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D96E744C-B685-4D64-905C-A619ECB541B7}"/>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365D0432-B66D-4F54-8CA3-7A01735994CC}"/>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D6E2D6E6-AD57-44B2-9F42-F849860ED581}"/>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02BC6F9B-96DA-4686-8418-E5EDE9C63E06}"/>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46CFD5B-3AEC-4CFE-B9D5-9057A099FC74}"/>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9F79B167-9F3D-4909-9DB4-275419E05AF3}"/>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0B555C28-107B-4D7B-999C-7BA03E7F8097}"/>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2BD7B302-E031-4D38-93EB-1BAEBF8B806F}"/>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62B2A03-DFEC-4B6B-893F-9C1EDF1201B3}"/>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E1E7BCB9-BF74-4801-B61B-B13755BF7CC1}"/>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44BF79A3-6968-4046-94F1-451593333355}"/>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37B22E22-D605-4070-9464-3491A7769B5F}"/>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6D10C3C-CC33-4E55-9E57-7546459C087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595AE9B-C705-4040-8E8B-8EB43748946A}"/>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102533590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B257A457-C731-4C7F-8AAE-2C88B01023B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C2CB2C96-CE13-4797-9F6B-5CE1AB30692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770DD773-AFAD-4DC9-B8CF-E5BA078ED28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51EDD45-C524-4D89-A87D-749B9F19F2D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E2FDD1A1-355E-4279-BDD5-625F2C530146}"/>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30BA8FD2-6EAA-41CD-8D17-54B8445C3D1C}"/>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56C3AAFD-7E3B-48BC-B71B-86C7995AECE8}"/>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83972B1B-ABA3-44AD-A13A-E0AAD3E64E0A}"/>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87A5A07-8F16-42FA-A7A4-A395937B3D50}"/>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BF9C51E3-6B05-4B94-A771-A1C651590901}"/>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6F240AB7-74B2-4B4E-B626-3166A8C2748A}"/>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79B37E64-E34A-4F09-8D8F-AA883A5FEE90}"/>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4C7DE74-0D0C-4EBC-A223-8861C98D6C89}"/>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B176F94B-0C29-4394-AD6C-4589E4BA3487}"/>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6A864485-2727-41F5-B5C1-B7657B22FCF8}"/>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3743D003-F082-4A1C-9348-268DF3579F13}"/>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4F819FD-FE88-4D91-A4F5-F00152CF9010}"/>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676F6E4E-5331-456C-9B43-CEC60EEADC41}"/>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C474B429-14A8-4CC7-BDB9-F2AA230EAAB2}"/>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6228FD9D-044A-4628-8042-709F92937F64}"/>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2919109-A772-40BB-B801-15C412AC0D8F}"/>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6E2EE87-53F4-460A-95E0-28E37B60CF74}"/>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110595840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916205C6-B6BB-4FA1-B2E6-86B8E91ABF6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D75D18D4-E04E-412B-8504-A7439D07C4A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24649C06-9186-4B29-9836-98FA2745AD0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B5E9946-1B80-4729-8676-F1F85E2B790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FB2880B1-D657-4368-ACCF-1B95465C57E4}"/>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8570453F-5A6D-45ED-902E-E734FEEAA86C}"/>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6E6BA116-6C7B-43A2-B07E-5138E9E9756E}"/>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CCB22A84-267F-47B6-A1A4-9F58BF0FA332}"/>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42136292-AC89-4851-954C-5D5C5D84CDE0}"/>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DEC80CF5-0017-4390-9052-2344FAECCFA0}"/>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DB29CB30-2F95-4D52-8F2D-688C4DAE35DB}"/>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382F6566-AEB0-4461-8F82-F68B2A639473}"/>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203077F-B8B9-4297-AE1A-8A155C62898B}"/>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846D103E-17DB-4B9E-947F-B1A38CDDE4AF}"/>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F670C24B-728A-4BB1-8E7C-DFED0EEF9903}"/>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016B4D5D-D26D-4E42-9248-50B5ED04B363}"/>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262E3E8C-4754-472A-B026-E560B737EC42}"/>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00A1D74-A55D-4CA3-916E-4FF7696EE01C}"/>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EB03D7E1-76FA-4FEE-822F-60F1BD60D271}"/>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090D255C-B36C-485B-858F-36A0F2BC82A9}"/>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63EB1D6F-A986-4F77-9796-CEC20460416F}"/>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2BDD110C-4411-4EFD-B832-06C3DB4572F8}"/>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4BB88F4-E4D8-4CE9-944E-4AC912C078B7}"/>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F40702BF-65DB-4651-B5AC-C16A0F33D8F2}"/>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A63810EB-6653-4E63-B24F-38A97B7FBB7F}"/>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553836A7-1B31-4985-B6FA-4D316DDF64D9}"/>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564F7D03-AD3B-4C43-9F80-14959156141D}"/>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EAAE045-BE3D-4428-9067-A95713DE65B4}"/>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F57867F8-485F-43E5-A2BD-E42BB667F77E}"/>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6D08A62B-76F4-41BE-BE80-634B3BC04FE1}"/>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226C9A80-EDDA-4936-9E29-718B589435A9}"/>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DA28AC88-3C4B-4E30-B160-93A8E31F4BC4}"/>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D8458B8D-C834-439A-8338-38BFBBE4D94B}"/>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136258082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F07FCF2-91AE-4001-8CCD-5B1FCE44B8F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14BD6844-6DD8-46AC-82E6-2F8DF7E4FB5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03FB72FC-290A-4F59-89CD-5CF5E9D6464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F1433F9-895A-4B10-9A36-71AF17D4B10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E23C7963-3165-4649-A26F-7F09122CF99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44A54E64-E150-47B8-BCBB-756664E6DC47}"/>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FD9CE512-5C08-4494-B21E-79239448C07F}"/>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391667BF-F576-4D9F-98E2-C03D191CCA47}"/>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AFBE81B6-B8F3-4026-853E-181F040A84A4}"/>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378A6E15-11F3-4F35-AF79-3941BBE285E7}"/>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9AC70C1A-BB07-48B5-9A43-C3A557136115}"/>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11DAF97E-8EFC-4DF9-B2B5-AC2F1D5C3D3F}"/>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91723E34-72F0-46A6-8B5E-ABC2994E3455}"/>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08D4C4DD-444F-401A-B48E-508ECD29730C}"/>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A161DD59-68F8-42F6-9443-1542CBFC260A}"/>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29A6937-E56E-4219-9689-6EE72DDBA60A}"/>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9694DF10-B5C3-4F63-BAAC-2A9ECAF73BBC}"/>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7BE56707-DA51-475A-AFA3-8AC70C44AD2B}"/>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2CCE95A-6DD0-4D27-9347-DA2B633F08A4}"/>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B3D144C-2830-4A16-BC54-7A32C246C3E0}"/>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C5381675-1AB5-48AF-A4F5-B3EC3750994B}"/>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320259F9-1E57-4E7D-B881-1B7500CC28D5}"/>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D87D282-78C3-43E7-9265-D5D4CEBCAEDA}"/>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F5DA9EB-1133-4CBD-84EA-A7BB7D640AB5}"/>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94A2CA21-5934-40F7-B54E-72C1FD12C2D0}"/>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493B9CC6-7818-4A3B-8B8C-F472BECB23A0}"/>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91406B0-1826-4525-8ECF-663D74196A59}"/>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88380A8-F9CB-468A-9FCC-3C09531052F9}"/>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AB65F8A4-D413-48C4-ABAA-93811F6F5908}"/>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84416954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CE3B07E-D2D5-4E2D-B329-DC73D7CF7986}"/>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2F656768-ACAD-4066-8F1F-7920576ACF17}"/>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10B9C92E-1835-42DB-A57E-C6C199793B04}"/>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A02E976-9854-4506-9825-5660E9047DE6}"/>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F036B5BD-B482-4C0B-9D7B-ABD27CE0EFA8}"/>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764F4E-B54E-473E-98E4-9562E827536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3616D72-9166-4304-8FE1-0E13D0F829F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E8CE8C3-E6F9-4B47-B541-C0F7A9B71BF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E3A6486-1678-46CA-84FD-AAA8F05F771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8F8558E-3BA1-42B5-9B64-175925E018F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A8C1650-64BD-4152-A153-64F42BF1E0B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146DE75-705B-4FFF-929B-735602882B0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06E49F8-3433-4B74-A626-C20D259A45C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76E28AA-C0B4-406A-A071-D5BDAD79B76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44423397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4E055D94-DFC6-498F-97EB-0822ABD2D54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4750DBF3-9338-4273-9F49-F5A6089B878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D1BE376A-5817-4701-BD4D-3BC480E6E45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D5169EC-2C1B-450E-8FFD-5F99A4CDC0C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3C9FAB8A-01AD-417B-8E68-20A52636E7B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D933D3D-65A9-4FC7-AF18-C91C3B301B6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CE6DE83-F5B5-4540-839E-127557E397E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A467342-14FF-46D8-881C-01BCDE1CD83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8A2C4CE-39C1-48AE-A1D4-45A8534BF8E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6188D0-8C64-45F2-9057-F5AD818D014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6DD8D12-BA4A-4DD0-A0F5-F51B9914980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E170CE9-CEF0-4F25-AB69-FD3133EC11F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F4B675A-6674-4B88-9B06-B007528FE25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41B38B-BFCB-46F8-8A5A-E779B305D9F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BF6C495-3D0C-4DBB-8FF2-30594E5499C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4793692B-ABC7-4FFA-81F1-59406D1379ED}"/>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64169C7-F2F3-4249-8E6D-A654A842BBD8}"/>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D6E475A-8F5E-4D5D-A7C3-B802F3C98E47}"/>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82C4456-0F89-434D-B514-B911B5E72784}"/>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5A331AE-782D-4461-873B-D9CFAEE9B0AC}"/>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90EDA5A-5EF1-4D7A-B386-1DC5B5448D47}"/>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4893764C-E465-4F07-95A5-E8EE0E863A34}"/>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7B057FC-0305-4574-9A93-9F007152853D}"/>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0166D6BA-8568-468C-BC65-6F4B77017173}"/>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A829DE86-E99F-403B-8DD4-B778C4B0293C}"/>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BEA5F6EE-B4E3-4167-82FB-FAF95B650268}"/>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10CE13E-2506-4AE0-89F0-E8D024689A41}"/>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1FD21292-CD8A-4555-93CB-8A936EBAB5D8}"/>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1A5A42DE-60B2-40BA-883F-1B89FAB46CBB}"/>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2BB58F4E-5B2E-4E17-B99A-7D10C49B074D}"/>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86F60FE-672A-4ED1-9CD4-BAF085282C20}"/>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0C0D1D51-FB39-4CE6-BB9A-DA24FDA86AE2}"/>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4A17F37C-601B-4D8B-8763-8B09C7F8538A}"/>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4BC4B04E-BBE4-4889-8DA1-902586473D73}"/>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55B5D70-26FD-4958-9D6B-C068F80E9D57}"/>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7289C23B-AD02-44E8-A02C-3D58FE47ACAC}"/>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061EDF97-EB85-4E31-96F0-60F607BA9461}"/>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1CEA8F96-3BB9-461E-8F01-A96BC8D2CB3D}"/>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9271EAEA-0FD2-4F28-AA9A-FECA7190D515}"/>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9D239B2C-BD43-41AB-8866-8D818C98D553}"/>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7C4B20DC-74AA-4745-AE31-E3B80A1519FC}"/>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3C2BDD25-7825-4F69-9D52-D8D18E63D3E7}"/>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ED1AC8D4-10C6-45D4-957C-F9482CE1A2E2}"/>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17A9A7FA-107F-4432-AA76-8663F117D4AF}"/>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A18A6397-A0FD-4AFB-BD9A-1032B439E782}"/>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9753267C-61A3-4854-BC1A-C3577CE5694A}"/>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18775809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29EFC58F-F1F3-4F4B-9AFD-38EB7E31F33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FD323C3A-86BE-40D6-9A1E-555257B15F8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1579DEF-593A-4813-8F82-12CB8ED7A18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349EE76-E06C-4240-A9AC-F318F216B7E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6C17A832-183F-4867-B10C-9074BCE4631D}"/>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7CB5188-0C71-421B-BB0F-0D2569B9A33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7578B52-8A9E-49AF-B345-DB53446B150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7F0582-77E0-4E87-92AD-2DD69765DE0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15466BB-0AE6-47D7-9630-3BD159CB042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07ADB3C-2A73-46FB-989F-F754D0F1428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F9E070D-A9FF-4E5D-BDE8-8F13CA2515B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DC91B06-05F2-44FD-8536-7E2CE0AFF60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4BC6A46-3BB5-40E8-B0D8-95D4524851B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A4395B3-6395-4FFD-8B7B-5935F00D5DA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F57C176-E912-490F-A980-A2E2DDA31F7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E754B8C9-95C4-46C2-8BA2-9F35D15001A3}"/>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6E56B08-797D-4F0F-B197-FBFBD7085EBD}"/>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DFDCF3E-E1E9-44F3-8E63-316000C4153C}"/>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7C6C251-8D13-4E3E-BC07-DF658072CDA7}"/>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F33D9A6-CE94-437C-905D-1AF123DEA1E6}"/>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56955E7-D965-4286-8C78-28AD62D4B219}"/>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9DE70A1F-BE56-4B44-908C-D719039ABEDF}"/>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303CC8F-E024-4B0C-87ED-60E4D570216E}"/>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6F1C64CD-11C4-4DA1-ABF8-997E864B821F}"/>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532F4181-B7DA-421B-BDB1-A7B9AF03B6EC}"/>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AAC11158-016D-43E3-B054-865907C9ABF7}"/>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0A60EC1-5470-4522-9CCB-1E856D4D39B0}"/>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56F9C2A6-AEB3-49FC-8520-46775632ED61}"/>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367C5344-2F08-465B-9BAD-F23975DE3D88}"/>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E815332B-2BA4-4763-829A-CF37E52BAEDE}"/>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D8D4A3BE-B43B-432B-9994-ACA64DFF9584}"/>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8DE09EC5-D670-4C6C-9C4A-99F27CB155D6}"/>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BAA8D31B-A052-4605-94AC-CF074F8EB37B}"/>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8C317CE1-D9B0-464C-8C29-2024295A6B8F}"/>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BE73FB5-6681-44E2-994F-BF3AB16981D9}"/>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9EC68C16-8644-4370-820B-56839D620614}"/>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AEB047C9-EE9C-46C1-BB42-4BC44B315520}"/>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738E57B0-F034-4D55-B847-E65640D5B1C0}"/>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982DA4C0-DD33-47D9-A362-F18C94AA0B67}"/>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8D40A707-85B9-4CC3-AE34-333CD07063DC}"/>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9D94CDE2-79EA-43E7-BF5A-2B4C276A7971}"/>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E3F91D51-5EC1-417A-8990-FA59496E7048}"/>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73A14903-44BF-4F85-85CA-C94F338C32E2}"/>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EF128828-3347-48B5-980A-6F77651A0FDE}"/>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9F33F3AA-46B7-49A0-96E3-4F82317046D6}"/>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CD81B558-1912-4C13-835B-342EAE241801}"/>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B1B98CC0-D41A-469A-971A-83253D449D7D}"/>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6FC734F7-0EC9-49DC-9EA5-5D55F6EA713E}"/>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44B50E12-FD4A-42A2-9D09-03319D40210B}"/>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5CBF9AAB-53ED-4EC9-8B6E-5019147637BA}"/>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4F49B37B-36FD-4406-BABC-8E7361FFA09A}"/>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D72AF7D3-DA5D-4DE1-A636-5A9DD8370E88}"/>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8E7904E2-C9D1-4DCF-A8C5-2DAD74B84B0B}"/>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2E874324-CCA0-4E6F-992B-F87A54816DBD}"/>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D434C80F-6594-46D4-A42D-B806C6B27C5C}"/>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2D6B06B8-F3A0-42EF-B576-EBC528EA8A53}"/>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B94C5EB3-08E4-49C8-8538-E39124F35137}"/>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96AEB819-E700-49C4-A9B8-E41CAB8D4992}"/>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885FB7E6-5809-4170-9249-90FAA5A7429D}"/>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D93825BB-D15F-4DB4-A741-18E930D1FAA5}"/>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89A8F2F0-B5E1-4BDB-9DBF-E78A29A8C77B}"/>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333AC001-9E6B-4903-A146-0297E024F751}"/>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9DB4C364-3509-451C-A609-96EBBE294AD4}"/>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F786E42A-D524-4B88-8226-DEC3B33FEFCD}"/>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9884938C-7072-4C4F-9A2A-D7E925CACA35}"/>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60233591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75CCB2E6-581A-44F1-872A-D612905D8A6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548BE279-7C00-4C7B-A7FA-2BC9F9A41A2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BEAE870-C152-4025-B1EA-4C8669100D4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2DD4C99-13CA-446C-9E5A-320309D6F62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3A817C53-EA25-4E36-A907-D6F66351BA62}"/>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3AD119E-E3CE-4FA9-BF89-B2ABDEE575C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B36FFD4-1E03-40E3-9B6A-38AE16669F3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6199042-9971-4E80-8685-72CCBEB354A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A850057-BA26-4E22-A5C9-FACE1B96835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18D0217-918D-42D0-8419-F8C682C47E8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A8A929C-4D7B-43C8-AEEF-38A775E1E43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C6DB28F-82FC-46B9-B51D-37BBEA82EA0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B8F9DEE-8111-4E4D-B6B9-0A267A10A76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0B393DD-D533-4C5D-B06F-A368B6857BE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6CEC0ED-B779-413A-93B9-2062F4727FA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509BC013-4BCA-4680-A59E-CF4BBB20CF52}"/>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A35CFEF8-C90A-4D42-81C0-C106EF9E6C0A}"/>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D7B9FC2B-922C-462A-9241-E67DFC20FB70}"/>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9DF677B-7536-4201-ABFF-DD70AFA2CD37}"/>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A09D8760-9677-4C5B-A6DB-A7E317B15390}"/>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BCE132B5-3F96-462F-A866-0E998FE4E159}"/>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DAD4ACCC-E270-4E26-A176-47FF27BA80A2}"/>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F0FDC527-D048-44C0-A524-4C7A021F1D70}"/>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162EEE4F-FBDC-414B-96D8-2729657DC9B2}"/>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3AE70060-CBE5-4B2C-A7EF-DA6908809236}"/>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EB0A7336-2359-4FBF-83F9-9ABD2D442E5F}"/>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9A820574-EAD1-414E-974C-9879862DE63D}"/>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968955CE-6649-4A9E-9E09-9ABF1161D266}"/>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14A53903-607F-4471-B3F5-D4DC16D5F7A5}"/>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A30A661B-9926-4678-A810-AF948C113564}"/>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F52FAFF0-6DBA-4EA4-B77D-502CAD1D30F4}"/>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27C23B49-0861-4EFF-B422-22A3DA893257}"/>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8A4B398B-4008-46A6-9C12-B7B25FC8A0CE}"/>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3B591003-795E-4E26-AB5E-B3C1AC716FE2}"/>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1803002E-BF1C-4B3D-B625-349A10766F25}"/>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0E083975-784F-4676-AFCA-7DA149FB79CC}"/>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A4852EDB-A8B7-4D3A-A40F-E53EE2C87E14}"/>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6057A2F9-916F-476E-B331-C056E47B8A9E}"/>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56BB58A9-BF5F-45D9-A0B1-482301434D65}"/>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5AF5148C-A3A9-4087-B213-17B11FCBE5B7}"/>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60279456-3599-4527-BA77-E97F73E5D20C}"/>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166909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55E7717F-A253-43B2-A77E-C8D9064AEEA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5FEBB7E1-DE31-4AEA-9260-967E04490A9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20EB9E8C-42A1-470E-8551-3AAE7CDA626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1339273-1162-42D0-89C6-7B95EDA5073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CCE0F3BC-B6AA-464E-8066-8C2EE0CE8A10}"/>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A367D63-E466-49F1-90E0-50E41037E33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A51DC21-835A-447E-8E79-0D8701CF679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D2FB693-ECA0-4F8B-88D8-EA0B3207A98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CC8EF31-CFE4-4207-92A6-AB77CF9CD44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EBA993A-2B00-4609-8CCA-749E7A5AAAB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855D031-0782-4A47-BD85-94AA9CADBD2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6DE1978-BF85-4E18-A8FF-07941C593E5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3EF4F95-3F2B-422C-BD1E-74102F88880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C694410-A653-44A0-9CDA-C1F564E9364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B72CFCE-13DB-483D-92AE-7FAC2F3C25C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4610D180-47BA-4DB9-8424-F7EF21C92440}"/>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A14B589D-AA16-4E77-B574-DD9B0CB98AE4}"/>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682E0461-8AFE-4102-B0F4-3B66A603745E}"/>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FCEC55A6-10CE-495E-8A1C-C93662C896CD}"/>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FB97E49-F43A-4315-A60C-DA7171E8104D}"/>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A4EAA347-6EFA-4E30-892B-F91A7161AE82}"/>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A81B4D5C-CAA2-48B8-9EC5-CAA9FC28C066}"/>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E1B6DD42-EF38-471A-ACD4-FF1F6F5890EB}"/>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4D65CA1-4A48-417B-AA72-7262F1A1D9DF}"/>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44C3331E-C8AE-42DB-9D28-EBF425627DBF}"/>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46E8E2E-2E7D-4BDE-A451-1078908238AB}"/>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97087F8F-0A11-461B-A66A-B20661FDD688}"/>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42E2550-F967-4FA8-9D09-285C4FF3CF3D}"/>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8204B212-907C-4992-A8D4-9247F8903229}"/>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CC28589C-FB06-4D0A-9F67-5B9FC5054C59}"/>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E40B83EA-C14F-469B-8D5D-229628F7A685}"/>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FA4668D6-DF99-4408-B1BE-0423FFE7C05E}"/>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4E797642-A6D9-4B97-A2DD-B0DABA96D93E}"/>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4E0289BF-83C9-42A9-A671-71A66AA4E752}"/>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6F92AEAB-40BD-4E1D-905F-1F31FD719ADA}"/>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27FBC582-F95D-45C5-B9BE-5C1FB5044DBB}"/>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60770692-FD58-4681-97FA-EF96DCE52FEA}"/>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99CA3CF2-710C-4DFB-A8C1-8C06B4C716A0}"/>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79DEFDBE-1852-40B0-BE11-B1AEE1E435E0}"/>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690301D8-F2E2-46FD-9589-E5E3940A2D8C}"/>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9DE0204D-0C20-4F15-A3D4-1FBB51697748}"/>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3F5B4BD0-48B1-468C-ADAC-B5570BF5A717}"/>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064CD836-52BE-4196-861B-264645537B88}"/>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1854073691"/>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4701433B-C67E-4ADF-8385-865443D605F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B620F66D-1CFA-427A-89F0-30D92681A86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A93A4A16-84CA-4AFB-9326-8017C24BD78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F7676CB-71B3-4C53-A6F5-9127B634AD5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69907601-EE43-4A77-A93F-A82490BDB75E}"/>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6F5076D-E040-4FEE-887C-62BB61F32CC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4D8E621-FF9B-45A4-9C26-C19F8DC2D62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3CFF08-6242-436C-B5D5-C0B790BBB4F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93B3857-710A-4039-8E4D-C2595FBC9C4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BD44920-54B4-4E03-B39F-A246C2F1B0F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DDFDFBC-677B-481E-BC97-FEBEDD4FF03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E5AA4E5-4876-4E09-85A7-EBDCF43E222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65CBDFA-5526-4B55-93FD-295AC1609D4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DF0B13F-1C45-430C-8F4A-76099B2E01B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7DB2C52-A9C7-42CB-BE35-A8057BBF481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86D396FF-7A16-4028-93DF-25836AEE0F92}"/>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0700FAD4-942C-4392-968E-9948B2DEC9D4}"/>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BC418BF-5618-4B43-B801-BA30F8BADE71}"/>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4B95E48B-4B59-47E8-B2AC-3E39DD267830}"/>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EE4B23B-8325-4EA2-B3DC-2570E8BE6CEB}"/>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E85FF958-C5D2-46C0-A9AC-D6642AB9060E}"/>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09BBE506-AF3B-49FF-8518-A8CF8EEBA462}"/>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6CFD62E9-BBA8-49B4-8B40-D8FDC4AAEFBA}"/>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E0441FDC-05B8-49CE-BDC2-06F95B748BE1}"/>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34E5D6F3-DB4E-40D9-81C0-C44D08C11CC2}"/>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3DAEFCB8-9D02-483B-898C-E6BC1144C755}"/>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4DAD506C-C320-4F50-9801-A93CCC8BC8E1}"/>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C47D5257-BCC1-4167-BB62-5C0C26F28C07}"/>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62C6E740-5B9D-42E3-BDD1-16979F4633EA}"/>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EECA329C-E98A-40DD-95FC-2B004F029DF1}"/>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19FF35A7-534F-4E1C-BEFA-011EF5C7B567}"/>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82022355-21FE-4712-9A9D-66E3A3FE619A}"/>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7976987C-2B52-4280-97A2-BF198DD3C1ED}"/>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91D94FCE-C278-4874-A6E3-A74B6A28D9A8}"/>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C8A6781A-CA38-49BD-A986-5B18279555FB}"/>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F341C69F-40E6-4B1F-8E6C-BCFA221909EF}"/>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9A6A98A5-C6E6-407B-9B53-E8022F15DDAE}"/>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123678605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3AE421D1-FD75-441F-AD49-F9A8129AC31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9539260B-A813-45AB-BFC8-D854D303FD7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ECC6D0A5-910F-4B6D-BB8F-5D548FA2212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754508-11A9-411D-9074-AEBE1D9F9DC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9E66E47D-DC05-4000-B2C3-6FCA43EBB9F5}"/>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CED1124-3225-4988-9B03-D0B387945DB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051D37B-B0CD-4D6E-8417-BF60F5CF005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D4B1B6B-E54B-4245-92ED-C0FE5693877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7AD2646-9064-42C6-AD96-DACAF20D3B3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B722C9D-7224-4A4E-8266-7EC6DBC6133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32C9C49-5439-4146-B3EF-3EE3C1A06A4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BB611F9-65D4-47AF-8A2C-04595126F94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EEF22A7-B991-405A-8D6D-B9C8D357B0D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9A59372-810F-4042-9726-FCA93D54A84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9D377BA-9B7C-455A-A89F-0AF566C5EAB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B4119346-041A-4160-BAE1-68A7F3A1CC13}"/>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E7E9857B-8D7B-45CF-B21B-4EB986EBC6E6}"/>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BBC47792-DF73-476F-9986-7A37C7AE1FFD}"/>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BCF418A-367F-44FA-92F5-8CC281BB63B7}"/>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DCD91498-4A0A-49C4-B187-FC61785A0BFC}"/>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F80B5689-854B-4912-87DB-17A817891CE7}"/>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F9D84389-0E65-42CA-9DB3-D012FA4B1072}"/>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AB4A5589-53AC-4A27-916C-A12236AB85CB}"/>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9EB30B8F-4509-4791-A0EE-CE64B70BED7A}"/>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74AB53AD-E9D4-4F12-BC80-6DBBE818EF28}"/>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FCD3FBA9-DFC5-4C99-8E82-A55BE06BB624}"/>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9F161BE0-BC5C-4472-80D0-DFF15B267A35}"/>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5F6964D1-CF33-43F5-B7FB-87078BF23269}"/>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E1B19003-76EC-4960-A3FB-893291CD3243}"/>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1CA237C8-706C-41E9-B3B9-D6C39DC906BC}"/>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7F0FE0B0-9E79-4AC2-A98C-0793FE8E9329}"/>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D06F7EFE-C68F-454D-B72E-C434667EEA36}"/>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3E2E7B4-B370-4C53-AAB3-8F65894CFC4D}"/>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189318571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A9E9DAE9-2289-4BF6-9A2D-1956B7A9E07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4CDA857E-1FF0-4303-B582-2AF28C02E98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6961D1A9-C117-45DF-B976-0E136EDCFAB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B95E89-36DC-45AE-B354-289E5BCCAD6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92C177BB-19BE-45E8-8F14-0B92835B82F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0DC8A0-ABCC-4781-8BA6-21BD72C057C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9DA1D3B-6480-4802-9B54-2924C0CBF9A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FE2A71D-D977-4C12-839A-54B520D2758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FBE3969-C064-462A-B545-59774BB635C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21EEB47-30F3-48F2-8C29-E0877BE31E6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3459A51-D0C9-4608-B102-2CB9D15F341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2F2C4A5-3C4D-4797-88BE-F70C810E428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A958983-37FC-44DC-B526-A2ED1AC5EC1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7FA0749-AEF6-4573-ABBB-0D7889541DA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D4763EE-716F-4C4F-9DD0-203025A1D27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72C96BCE-DB0D-48D2-BECE-755F3C1D44B3}"/>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571FCAB7-5944-4760-900E-367203C1B05F}"/>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EFA89656-0274-4506-9697-9DD01AA2FB3D}"/>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57AFB79E-3A53-42BE-AB90-1A23761D96E4}"/>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647A42C-420A-4A06-870E-1D9EB9B2A5CD}"/>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2C1BA3E7-F50A-43B1-81F4-800C03F66DAE}"/>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A62EB24-16DD-4B87-8B49-4147861876FE}"/>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86841016-2526-46A0-862F-5DED2819F90E}"/>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927E8DA4-3032-4963-9B6B-C69A39CE6A52}"/>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BB45C662-2FDE-467D-A83F-E7A083E52B9D}"/>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4AF60BE3-3AB0-45C2-9C38-22BA26903EF1}"/>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DF3F59BB-560B-4E28-8CB8-F1C013ABDCFC}"/>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8BA772C-8C15-489B-BAAE-C53539E2C2E4}"/>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77F02F1C-4C3A-4268-B547-CC6EF2B24B12}"/>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43FB4C0A-241D-4570-BE69-2AF2EDA8AAEB}"/>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F5486929-F8DD-4308-A1DE-F7BBE4E33133}"/>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1D0FBFF-6BF3-48A5-9B75-2EF97C595BD9}"/>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475AE1A9-9B51-4F53-B9A2-EF77178522AF}"/>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4BE14019-DC70-47D6-B453-2A95C54E0AD1}"/>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23781FB0-AC45-4FAC-910F-9FC5F6BF2C69}"/>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AA6E825F-16E0-4B1C-AAB5-D5011B4D51E3}"/>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EB794CE4-E766-4EC4-B0A6-4CACD297A27E}"/>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81300DBA-98A0-4EBB-85DF-3BD24CA03D53}"/>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A8D2B802-65F8-46FF-A558-6C9D45AA6F37}"/>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2EE13C2D-F3AD-4F47-B75C-312DAFF72F70}"/>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BA6ACA53-EE41-48F5-ABBA-83893D8814C0}"/>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1B78EDF6-53DA-40C2-B557-E236728C6632}"/>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9E25DA9A-BAED-4948-A654-92ABC30B68A9}"/>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451ADE0C-69BD-4956-8DD1-578120B55086}"/>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8974E2D0-FF39-4DC7-9AFA-F4648779D2C4}"/>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D106AC3A-EBA4-4D95-B3B4-01E48B025BA6}"/>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355A208A-23F8-4BEB-8607-874F63F3E6A4}"/>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CAE35FB2-26E5-4F85-9A24-EB5DBF20DFFB}"/>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22E37DA5-5EC7-4E7F-AD7F-D72F4C688447}"/>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6D20EFBA-9858-4EF4-A848-70E913493243}"/>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CC7CDA00-8A97-47AF-AF0D-B35E2C85001B}"/>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FF15BE7A-B73A-48A4-972B-61AC95F17521}"/>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1ABE3A96-6EAF-49DE-A004-AFBDC15C4510}"/>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CB4BE63A-55C8-424E-AE68-EF306CF5DE60}"/>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D3C9961B-7B03-4556-8B4C-24F14F586390}"/>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BCF2578-5BCC-4CFA-81E9-9B888F2089BE}"/>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139409941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2E5412D-8FAE-438E-A751-EF37CE34BAE8}"/>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DE3C1A1F-5F4A-4276-938B-4AA981C4B797}"/>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D743D0DF-C988-4E68-ABFE-69BA3EE92004}"/>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55BEB25-FFD7-45DA-ADC3-AE22294E9961}"/>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E347899B-BD75-4DC0-884F-BF9A3670B65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E81ED8-F16C-4F5B-8ADB-49CDC3E92E4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40631E6-29D3-4159-9B70-3CA6FDE389F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72C1CC5-CD02-404C-91CD-FC3F90F81D7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C2D962B-77F1-44C1-99E2-F8699A0D759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2D720FA-3CE7-40CE-B616-80EDD95651F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D375B3C-0BB4-441A-B265-873EA5BFE5E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9E60D30-A146-49B4-86E6-0BD2BACA67E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58B2B46-3ACE-412A-8D50-336CF5C5A30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1210013-D667-4754-98A9-85517EE4FCA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62353412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A3845AF0-458F-4F2B-AF46-C3FDCC78E48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A73CDFB5-1860-4C8F-9695-57A2ECFE35A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835AD456-4F6B-4177-8B29-59472B4C785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3C0D17F-3F76-4669-B12D-00CB38CDAE2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BCEDD053-A568-49CF-B31A-0DA6EF04E8D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80E11BB-EB93-485D-B7AC-E5B0D746A3A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366E3C5-AA5C-4483-B08E-FE8F7A29C98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64637E5-A0BB-4740-B5BD-7F3383802A0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6A9D5F3-460D-4CA1-9011-39EBB6563E5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B86C4C2-DD6E-4E54-AA98-C136667C7A3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9329569-DDEA-4B5F-B105-2FD10D987EB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C602D25-F678-4CF8-99F2-20F0A4CC4CB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56C1751-8E88-4E23-8503-97843B8A2A2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733BA16-0932-44A7-8AD7-BE3346EF37A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11EA680-6209-49C3-9B62-8F914B17B290}"/>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DED3CC73-DECE-4E32-9CB9-C54D32A3CE54}"/>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8C4325B4-0DDA-4538-AF2A-3A1A2305B8C1}"/>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21EBD683-4078-4E0A-8E76-BAE912968B00}"/>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2036C1D5-CE73-4B99-B427-6CF36BDE39EC}"/>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61F4DC1-1B8A-44FD-BA25-5A43FA5680B2}"/>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80DB83B-C96D-4738-B290-1E746EED29C7}"/>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125C0D0A-AC8B-47EC-B610-1E462499B4B2}"/>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4E7A2C98-1689-4D83-A917-E37334C67690}"/>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BD9D9ED8-C053-4C38-95E5-0B187C3DCF45}"/>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53FAE3D7-03AD-4A47-A8FA-CDA0CB7E992F}"/>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393F4A5C-1FE4-4578-ADB9-218E39458A50}"/>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B13E9F5-8AED-49F7-9933-B261EBF0B38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166728766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4E88C0A0-BDD2-4D49-B251-10CDF223E14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55020BB1-DB3E-4C5E-96FD-029A15A4DA8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74231972-928C-448E-AE6A-52BBA75EC97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3AEB81-CB18-40E4-8C1B-C3A16045E13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B09AB792-52C6-48A5-9001-C5EB1D12E04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2138D66-FB70-4DCD-B1AE-3A5FB6DE378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6E34D1E-ECD8-4660-BAD7-76ABD4292E9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61177DE-410C-42E7-92C5-D1A74B99B28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05BB0D7-FC3B-474A-AB13-B2EF9A4620D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FD65176-2A33-4A0C-963C-40CC45EF43D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FBC94FE-DA6F-4A6D-936E-CE31D4C294F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0A17866-8685-40C3-805E-48C24D4FFFC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778F813-B988-4732-9605-5503C712ECB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457399D-554D-4E1E-8E31-25EC6C04018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270E097-6E92-41B2-81F9-4E18973EAAE2}"/>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7AF20424-08D6-45C2-ACB0-A7CEACB6C48D}"/>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30A5B779-ABFA-4761-8A0D-20EC6939847A}"/>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F121EDDC-B717-41BC-A9EA-ED7113ED0E6C}"/>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3118AD46-D329-4EB7-A45E-4DB19EACBBD1}"/>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8D3B952-121A-4295-A6A8-2E7AD3FECA25}"/>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EA1108D-55D0-41F9-A052-2832F77E5A53}"/>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2E9F1BBA-E95A-4066-8147-EE384F0D7985}"/>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A82F169E-A00C-495B-B5BE-5D1DDCB87C64}"/>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D46756FB-0C53-4847-957A-6688D0E4201E}"/>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D0752229-C934-4202-81EF-F11A846E4220}"/>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01DA1CB9-BFD0-4868-A5F9-04146D2708E4}"/>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011238D-1F43-49D2-9EFE-2A8042DF2A1B}"/>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C35D196A-B5FC-43F7-BED8-22DB20CAE4F1}"/>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BC0F4DCD-BE47-4AF4-B464-0A72412019BE}"/>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3741C194-4D49-4935-ACD9-64D100749259}"/>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88763E59-45C3-40D5-8561-3E406A00298D}"/>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11A26592-D159-47D7-95FB-5D942D25D298}"/>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2435D792-0A89-4106-AC54-326E9D295FAE}"/>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E32F1DA8-0CFA-4F38-88D9-C5E5B18F5696}"/>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70B8CD9E-F81B-4B90-B137-B8226BA074B9}"/>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FB795F62-41EA-4781-A0B0-335B13CC2D4C}"/>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D05230C0-90DB-41F4-8AE7-51CEDEFEDF00}"/>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2AEAC0C8-00F5-43CC-968E-3C92A8F1DBD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0A78BABF-8518-4CFE-AD67-BB419DB4699E}"/>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26276559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C22BB65-62E3-433F-9626-1FB6B479F17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303B4D27-41EC-4B2B-AB94-8135D846268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A93780CA-784E-42B5-9458-A01BDE3BCAD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E4C4516-44A1-4303-B99B-02978A24B12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8D1FA982-1A18-459F-B977-AE1E833E5C2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D9844D-3226-43D8-B813-6B6192ACA24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39DA426-1051-4B53-A135-DE00D6017D1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3DD6901-2403-4B1B-B371-5340044E91F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53238A2-6022-4AA2-AD19-B356E7AE06E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8A67DB6-A4F1-44B2-A8E0-1805895BBB3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F9ABB95-0B38-45BA-9537-50E1612D7A2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083FA32-CA39-47F6-9240-C5AE6EE473F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2EFD295-2B4D-46C9-A6DF-C9E8D45B5E5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F1F020A-F01B-4C39-B6B0-A0292A5534F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8A5D067-BF6F-464F-8B5F-9C3C40EED5A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5FB03C1E-C062-4FF9-91C7-4F14D3385DB3}"/>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AA000855-F191-4C9C-A559-0173FCF84E5B}"/>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40115B4D-72B0-43C0-A77B-740A97427B7C}"/>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2B0FDD5-D37D-4745-A747-62DAD92CDA43}"/>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09253B43-C45A-4B1E-BA2A-15C1362C0ACF}"/>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397E9D49-52D0-4FA6-9CFB-F33EB665F400}"/>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8A82E135-956D-4EC1-97F3-13F588F8055D}"/>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50D2520-A161-43E3-8249-A142241924F9}"/>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97157520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38F03F6-3C90-4F64-A53E-FABBD513144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D8230298-E4E2-4838-8126-FE20FAABCEA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EF57D555-2BB1-4CEE-AFA0-9A7FAF4EBE5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438472E-FFD7-4F19-937E-691A8954653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D81A121D-4276-4891-94AE-E974D2C6B17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712784B-CB18-4295-8F48-AA301BDBA55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2F506B9-CA7D-4CE7-842C-B91EA0D3502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D01AC9E-E04C-49B9-BBFB-5D4C7EC50D0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56E0A87-8FC4-4A00-BFF7-9ACF52830CD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4DBA151-81A3-42FC-91DF-95305145C51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A73AF3F-5A25-4148-92A3-9A4A0C631D7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A35F554-76BD-40A9-89AC-561B24A19A7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39989B5-6CE5-4C98-99EB-32311B3B7D3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07AFA63-F2FD-4B38-A359-9ABF75C5BAD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A4C514F-BE88-400E-8D66-43BD34DB061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07E81493-25BA-40D0-8AF6-0FFDB93AEFFA}"/>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94B287F7-F8AA-4185-A3D4-6674B0EE52A3}"/>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5CFB5928-026D-43B3-B42E-AED827C711FD}"/>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7E134A80-C247-4728-8AB1-8A261E11170D}"/>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6D3E0199-830A-4B54-BF45-D15C2D3DA45F}"/>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8F05CD66-72B2-4201-9F22-0930F317174F}"/>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E67A1117-583F-4AC6-A07F-FF4E2989377D}"/>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178219B3-003C-4F59-9825-8B4228C163FF}"/>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24A54CA3-8FDA-4BC0-8C4B-72A765DF4940}"/>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7EF4086D-633B-4F9D-8EEF-538EA823CB79}"/>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429CE97-2D24-4224-A54C-5BFB36BF8C17}"/>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36253600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9821888-53DD-4A92-96D6-1124A642047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BAFA8D3E-664A-4C19-945A-96003ADF86D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1209AD1C-4523-406D-934F-7CCEEC68DC3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3648570-0A42-4B1C-B70F-13D03C47F31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518CE3B0-61D6-4FA9-A5AC-13EE3B95092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552F55-C423-45F2-9243-7704B399FA9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FB33BBD-9BEA-48C5-958D-CBE0E9364EA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0AB59AE-D475-466D-91F7-5C18F17A03A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EA81243-4FC8-4F6E-9A59-EE7C3AE177F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578DEB3-2025-4E50-BAA2-A84A565A79E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FBC66D4-CD52-4B75-85CC-3173C58B2F9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F07E79D-9B43-47A6-BBFA-A60AF518619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23FC3B6-E851-433F-AEF9-56D770DEBEF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7FDC663-8EA3-44C5-9443-EB3EFE341C2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D91CC8D-7A1E-49FD-B038-E430BAD50EF5}"/>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81F05F29-D78D-4194-8BB7-B129A5156699}"/>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CBC137FA-9E71-43C6-82FD-879DEF5A96F0}"/>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5C8E869-278B-4F35-9831-E57B00A1014B}"/>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FC8AF857-D87B-4132-9413-119F37DAE128}"/>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42F002C3-514A-4D19-A655-75A4864AE673}"/>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E2A4ABC-148E-460C-B750-3CFDDDBDD6BA}"/>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AE2B0048-28AE-44D3-AB8F-642FE1A61486}"/>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61EDE9E7-AAB4-4D31-91DD-F8258508BD54}"/>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D6988AF-6CA8-4B5F-8D0E-BF6D920FF8F1}"/>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8A18A616-9109-425D-97A7-ACC5984B3A27}"/>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BC360F5B-12EC-47BC-A6C0-D1CE54526A5F}"/>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409C02E1-CE40-40E6-8149-F03DD60425FF}"/>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1FA8675-06E7-44BD-85DB-FCED38FF2350}"/>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25593888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8AF9B99-1E0A-46E2-8844-2C717543CEED}"/>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278084C4-E94E-476D-8D09-43B81477E178}"/>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266F1450-B07B-471F-99DA-4EEFD046FC53}"/>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9EEF75D-349F-4198-8B2D-9354C5A11350}"/>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1EA5D644-41B7-4E44-87D6-770CDBD63240}"/>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EE3FE67C-6BDC-4948-8A79-D9AADEA95307}"/>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F712D5D4-43BC-409A-9D2D-1B80C878A4A4}"/>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6C28E817-D338-410C-93E4-F11C03C95D2B}"/>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D0092DB-AFA0-485B-B9E6-ED7B47EE7DE1}"/>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A1149CE7-13FE-409A-9F47-734FC2FA8489}"/>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6D4FC6F-CF52-47E3-A11F-457948A035F4}"/>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9F917100-33B2-49DB-A71D-FA3D12DD732B}"/>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02F63199-1266-4347-9F6A-F63F5B8146E3}"/>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726079FD-215A-4607-84EB-0F715287764E}"/>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60B95968-EF26-40F0-8963-C0959015AF1A}"/>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C503BED6-0DEB-4AD1-BF99-352BFBD5AE21}"/>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F7AA8BEC-FE01-41EC-A9CC-55C2A58103F6}"/>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EB08F0D7-81EE-4120-9FC4-54A50C04ACC4}"/>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554F7613-10A4-4B69-A17A-5E160A9BFE7E}"/>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00EC098A-7C66-42E6-9F00-95B7E112FEFB}"/>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C3FD2B3-D05D-4049-B993-CAB6133725CD}"/>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BF4CF3FC-6A8B-4847-A4A3-ED461A8D334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177BAA2-C7E9-4469-ABA6-08B2E727D9A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05E19965-33E3-4F28-B3A9-4AA4D29A6A9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EB6B1A3-2EF2-4023-AFCE-15A4BF7334D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8C386CF3-2A9B-4039-8B4B-39697F140B4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711086A-AB2B-4E88-8393-A574A7837D1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4F12CE8B-3EDE-477E-A21A-8D3428BE9F1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40EDAA4-61BB-49B7-80E5-DDE5693B7C8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32BFE14B-8A0E-46D0-8784-D6394EE9E47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6D0DC31-EDEE-4B5E-B1CF-49D19C6C846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99665711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D0E2428C-B7F6-42BA-92CA-0C88C862921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C6239D09-2877-4344-BDD3-FE433A5AAAC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6741F12B-02F0-420E-B15C-5349BE7835F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03E697E-902B-42E5-BDD6-A3361FD4C0A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E6FECE12-A8A4-4D37-9C15-6AE43BB30A0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BF7E428-F995-4242-9DD6-E58BB7A92D1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57E8A4F-DC9D-4E9C-8DA0-0F8E154E7C0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6BD74F4-144C-46D9-B3C0-05C3195437B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3503DA0-49EA-4AF9-B2E0-68C41A68DEE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A2CE87E-7650-4044-AB4A-9ED5EF32BB9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3EF94FD-8EE8-48C7-A887-F6362C275EE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F65486-1E29-405E-9427-A9E766CD918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C63E642-B961-4838-8B27-5F210AD230A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F5BCFE5-4625-412A-B032-F34E70255D5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566CE33-CF17-4A73-AAAA-43D2F85A2F0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F42F7247-EB2D-4C81-9FEE-71B622007841}"/>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CDAC1B83-7A40-432B-B101-3647784B9AC0}"/>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E585A8FA-E18E-4028-8E08-ED9AA7409A16}"/>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91484AA4-737F-4221-984D-FA1CCA36F356}"/>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F121275-3EFC-49F1-9887-8B54E8DEDBFC}"/>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E2C012D4-EDE5-4487-864B-C211A1328D15}"/>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A32E7F6B-B14B-4168-8D94-E7BCF686B45A}"/>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2D011FC-BB8A-4572-8BD8-3D799B872A42}"/>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7966FD71-7B13-472E-82E1-3F409E5710F9}"/>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13508D08-C79A-4C62-8C36-2DF594FE3CCB}"/>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C952462-5C45-4FCE-AB5C-E5E0E88D6CB3}"/>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918EAE4B-5535-46B5-9343-024A05CD252E}"/>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7DBC8B8-9EB7-4289-A9E8-7EB5859D2B90}"/>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657BC0D-8538-43BE-9427-B3EDC2862A88}"/>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42791008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315FD918-557C-4B4A-9D7A-AD4BAF681C8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584669FE-F2D4-4CA5-A99D-96852D6FDAC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9BEF38B7-21A4-4930-92C3-2C82264259A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C16E195-C963-4558-A9F3-F520045B93F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6700429A-2C13-4221-A170-7700062A4AA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70A37C9-3544-44AE-A54F-B15F86EEB20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A1B07B4-B44C-41C3-AFD2-87C30F327AA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EC830B7-DC08-4A24-8B40-018677ECB75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1F13949-606E-4E16-9362-B6B0F64932F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CE77C13-0532-4B36-9F28-587ADD86B78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689C4BD-5D6F-4BDC-9266-61BFCA05B8A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4075D70-A676-47EA-9560-5CC4E650996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B8B19AA-8B35-4CEB-8130-EDD59998F10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D195F3B-9EAE-4FB3-8DCA-33833CE2AE8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8D92123-57F8-4600-89B9-DF4B607E7E4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05560B78-65C3-430C-BB2E-946828EBCEDF}"/>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5DD03F79-D516-444E-A00B-FFDDCBB22487}"/>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3E0D2CE8-268E-434B-A842-31C24921F870}"/>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EC1B7F6-489D-464F-A1FE-373E9E49B404}"/>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A7BCBB0C-D7FB-4BD3-BB9D-B4AD0AD2D6DB}"/>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C604EF62-BA04-41B1-BE90-96A34EF44995}"/>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EF6154D-E7A4-4C71-84BB-5D9FB04E3286}"/>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5290FBB6-F09A-4573-9101-F7438FF33F05}"/>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FAE7ABC5-7B0C-4CB1-B866-703EB45FAD75}"/>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81288C3-5BC1-4784-9DA8-1A3E237F499D}"/>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162446133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02B7520-A49B-46CD-9EFA-0868E065F2B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E458A942-C520-4386-85B0-411374F32D8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D904ECB6-7462-43BC-B076-9BA8C406CA2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EF932A7-AF0A-4B0D-977A-9574A6EACB0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C8C94A74-59BF-4687-9DA2-F85728AC351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98061E1-7862-489B-8500-5BF98D04D18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50BA7CE-C966-49AA-BF25-0DAAD44B6E2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AA7224B-5E30-4042-A5D1-8261D8CAE70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C7E30AA-F8D5-460E-9B38-CDE7E4A5FDB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89A7AA5-BC94-4917-AB76-0F37EBCC9BD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8968755-89AE-491A-888A-76AAECC60A8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E35F1E7-C1E8-4666-8ECE-2A720C85FF1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C54E27F-604B-4C47-A41E-B52771D7ECE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21EE5BE-99B3-41AC-B2BE-28A437F69F1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0A0EBBF-7943-4857-B2EF-BA75824D6EF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7F852F37-F7BA-483B-8846-F2B56ADEB979}"/>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F3359DC2-7165-4AD5-A4FE-54D77A9A3E74}"/>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F8555CBF-EFCD-4C21-86EF-EA8AC76900C0}"/>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0576472-1D0B-4DAF-A76E-D7D1E294DB96}"/>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9FED75F0-DE39-4481-AEC4-8277F96402A6}"/>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03B94281-97D0-47C5-8107-33E8D4911429}"/>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8CC4C3C-651D-4508-9376-C65B27C268EA}"/>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49914388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3CCB1322-CCC9-42FF-A272-62C057EB8F2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F3213D81-FB79-4B81-BB1E-9A21E91AD68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DAA1AF45-35EE-415D-9B2E-32EC7777906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D5D8288-7B59-4CCC-9B5C-A9CAA8420F4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5B8C7D85-A5E8-4318-99C2-F8685FB3812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A16CAC4-C2F5-4507-8461-163EC732C4A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49B1818-2D65-48D2-996F-74C8AB319C1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BE45672-3840-4F0A-8E4C-33319000556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DAC8D34-A3A9-41CD-9DC3-E29055B30F6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B333E83-BCC1-4B01-89A5-38F9CEFEB0A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5329EEB-84F7-464D-A866-5C2A2D6745C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BF75719-A46E-4724-8547-DAFC3CEC942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7C829AE-D015-464D-93A9-AECB8BEE7CF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05DF9E7-AD7A-4BCE-AF4B-261695D0A91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08DCB0C-61EE-46C8-83A9-9B3090A76993}"/>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35C42111-E58F-4DC4-8EB2-6F44B0A0A196}"/>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773D0D25-A635-4552-A308-C54BBC3D757E}"/>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524966B9-63C0-4446-8B1E-6846CD90DCC8}"/>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24EBE41-58B3-42BB-B781-2B8F879ABEA2}"/>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0D2319CF-F8B8-43BE-94BE-E2B007A58F9C}"/>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6DB73C2C-ECB3-4CFB-AE5D-9C366B8BC6D8}"/>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9D77B884-6AD4-4D52-ADAD-D81FB45BEB8A}"/>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6E4D710-483B-4D96-83D4-E485F1024877}"/>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66203226-7D76-4884-8E9D-45EE414194E0}"/>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168342FC-C1A1-430C-94FB-619C31493F36}"/>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1EFDD6F4-3D32-4875-92FC-0686D45633A9}"/>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16B9CA7-9561-49D4-A253-EDDE2C5DA2BC}"/>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D08C31A5-FE3D-489F-A525-FAB374318882}"/>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6B1CFBF7-8158-499F-80C5-01A697473E51}"/>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500BA827-D048-4323-8988-AA7B33FBA1E4}"/>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04906391-F737-422C-AD71-D243BA9D06BF}"/>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EB241873-1553-4AEE-AEEF-A37BCA9DD1B9}"/>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5367628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AAAF424-5DDC-4E83-9BA9-B7DBDB575290}"/>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8D8A2243-35D7-4F9D-816C-2450B780FE4D}"/>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D1915F73-595F-486F-BA8D-664CB2781041}"/>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9621972-D253-437C-92AB-274A6B1EB445}"/>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73607ABC-A4F2-4BCB-A9C8-4F4EC1E1FAF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FBB4880-CC05-467C-9627-CA12F390A3F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B701F01-8BE2-43D0-85CB-87DC6997E43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2F9650A-795D-4942-8795-6ECAC638DC9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75C2F4A-7D6A-4903-8F8B-375199FC9AB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CC419ED-11EF-4CBC-B377-EF78E2313F2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267C3F5-3EF7-4274-BDED-E0C5C69B0B1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DB87638-CCAA-4994-85FF-78EC2390D4A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1A1D851-F58A-48AA-97FB-95EEBF22590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C65CF4C-E23C-4E96-B64E-2B2D7A037A1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2358459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E15C01E4-74A3-4591-AAC1-8B754A06DCB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DA264B7B-F5B5-4CF0-8617-8DD9814513B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4588E52D-3DF2-40CB-A139-003CE9F6325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DA3FA61-B0F5-41C0-A611-D04B4E9238C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42F5921D-5EC3-40EE-ABAE-B4CBD62209D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9A78866-3D1C-4E8E-85A0-056113157C0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1D62F2D-50D7-49F0-A681-B0AF9830F31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11635FD-6F25-4BD4-9E7B-98216846810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E9FECFE-36D2-4EB7-8D68-F1F045C2105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4BBC07A-BFEF-4FE2-82FC-1220B342A73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069D845-5422-42D8-9AC1-688B58EA1B7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C83B12A-FB54-42E8-B8FB-BCF3112A1E2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77CAC2B-F461-4789-97A0-6F8704A28E9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0773584-0E18-4F03-A4D9-16485D79FEE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91BC47D-C7A7-4F53-8936-17923A99422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54B65E0F-8450-49B9-B1CF-310F2450D46F}"/>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BE2E8517-DD9D-4F85-97F7-8EDF9876995F}"/>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23E20963-6D73-4CA6-979A-4D2D7FA0476D}"/>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B51B9602-A63C-4C46-9FF5-3504F8DDB728}"/>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AB863565-E2A6-46E0-9988-1A3F1E505950}"/>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785339A9-BBE2-40C1-9AF6-28F3D29C8408}"/>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27DA3D90-FF34-40A4-906D-AE18D7A9A051}"/>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94F54D9-215C-4635-AC7B-19C1610DB27A}"/>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BD020243-102D-443F-9BFF-3BBAA13A40DD}"/>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129FA65E-076D-4508-8220-DD2EBEB3F8AF}"/>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A0D59994-76D3-40E0-BD64-8D6B5C76DF9D}"/>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23A7895-C9E1-4051-8D56-2506F67CD509}"/>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FEEFA46F-21CD-47F8-9287-28C65E752444}"/>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8696D232-0C43-4ED2-8111-700E78BC9C3F}"/>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A39E81D5-BCF5-4DCB-9597-F20B9762F428}"/>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3A0F31E-EBCA-44DA-9136-0B9648E897B0}"/>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E8C19788-93A1-4648-B1FA-FF27C4D69145}"/>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D4002C2A-AB98-4399-9C05-F6ADD28F2A68}"/>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415C6645-1B09-44DA-B2B7-08531E278CB3}"/>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E0F16E85-B7A1-4E66-87F2-62DD16362780}"/>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DF9D0E8A-F648-4154-8B12-B360F410EA4D}"/>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21E996B6-6469-4287-81D0-D245A71E5384}"/>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7CBA0CC5-2BFF-4638-8D0A-689A7202A0A4}"/>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674E772C-66B8-4FFB-A403-15E8398E203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AA1F9BF2-CB9D-4ED2-A1D8-250770D3974C}"/>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2545393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0DB65F34-99B5-49C1-ADA5-04FCAB87309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1FDEEF0D-564D-4CB0-B990-43482FED6AD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C5A1991F-910C-47AD-ADF6-32A85A93AAC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6B4A080-57B5-4C82-8FB6-E118B7B783F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76CC02B4-4407-44B1-8DB0-41BB01FF311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D252A7A-ED17-4BF2-8AFB-D5B31B3DC64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E6324C3-EC9F-4F3B-BF15-C7994838514B}"/>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C4FCB45-CB25-48E7-8B80-C548960C39C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22F758E-1603-4489-A20B-A067562BB6A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BE64BB2-D097-4574-B3CB-4A6E8A3D744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009F29E-EA71-401D-9FE6-7E904FC4E96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8091CD6-99D0-41B1-985D-C1282CCE71E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0D4D15B-ED77-4C19-9C85-808E3744F62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927E17D-490F-493F-B7E6-96610672CE1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F89AB1A-2F5C-4AFF-8AA5-D9E04E57125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37BED902-82B4-4283-84E8-E3911EF3944A}"/>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D9ED134F-0B2B-4713-BA83-BBE55375A838}"/>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F9E046D5-4C65-40F7-A04D-CBE4528CB963}"/>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A59CC0BC-F55F-43DF-B9F4-E5921D388ECD}"/>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673357D3-113E-4BB5-964D-69EF731478E6}"/>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65EB4BF-2322-48BF-873D-E8D8857AB9B7}"/>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70E3C2B-66B8-4870-B534-E9A0808D8D7B}"/>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FD503BD-55B8-437C-8231-DA609DA7EF0C}"/>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4F5C3A2-A5BF-4AE9-9D34-884332BA1F28}"/>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CC6ADCF-9CBA-49F9-AF03-2D257BE797B2}"/>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2DC1E9D-AC7C-43DD-B212-F25952093EF6}"/>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4823D4E6-20A2-45C4-BDA6-3B5FF305303E}"/>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DC1FF813-D488-4BC4-891C-D061FDF2C936}"/>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8B1FCF01-57E6-4A8C-B179-182DFEE5ED50}"/>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EE81A1EC-8393-468A-A56F-0E416B89C0BE}"/>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E419EBB4-8512-4AA4-B7DB-17212445F7EB}"/>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5F28E96D-3B80-4B8A-A1A5-98D0F21D406D}"/>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836E7348-293B-4C96-BF91-E873A8CD1BAF}"/>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29E21128-9901-4599-8C5F-45DF4B63C4FE}"/>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74915870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07275EC-D8A8-48A8-B732-1CAF86A4846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16FA6FE6-2B27-40D4-BE41-463A006CD00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451E1BE3-F887-4AAA-8A82-2A02BF2958D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F03AAA5-CC31-4A4C-85A3-65D643788B2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F2BA0CCD-889F-4667-8449-5F5ACDAE699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C924677-4DD7-4178-9AEA-B06831796D3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FE8A47D-4E8D-49F1-8142-314A1A814B0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7024B54-C165-4262-B533-3168FAA653B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BB15DC5-A1ED-4E72-8622-1E30A51B34D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3C12279-8F06-4D7A-B47E-7BE1085A90D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C4EE34D-9215-4271-9DF2-18901307D48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08D78D2-A26C-4626-808C-C519388B2A5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02BCF8D-AD27-4183-A075-F8E49F9ED42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45615D5-F3C6-4E7E-8070-9EE099EC9E0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A6B056A-9EFC-4269-AC67-F91DD2F34BB7}"/>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42CC7599-EB0B-4FE6-9F55-ED8446B97CFC}"/>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F41431ED-2D25-4195-BC4E-E1F70E5F4CF9}"/>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1D36008-A3A6-41E8-A057-ABDF520F517E}"/>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9F913C1F-46F0-4FB1-83E5-49203D1B7655}"/>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FEC2CE1E-A422-4DE3-86DB-D541289AC3CA}"/>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E3F72A5-CC22-4B22-8D79-A1204A2DE105}"/>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D44BCC5D-DC31-4926-A971-89EA9AD507A9}"/>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CB7143D4-5A53-407D-AA47-A7CC1D08F7E8}"/>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30CD662-CFA3-4DD9-8B85-9E4C7B51E2CF}"/>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73D20EA6-8B8A-4D75-9119-4FA9E2FD5DCD}"/>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1F753098-FADB-4382-9E14-9842F864872B}"/>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CDD033C-1990-49FD-9818-B90D9D666DC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4112D3E-28D7-41D8-83DB-54A798D9A42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54809474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133CA10-A468-44D4-84F1-331D3AFA6C66}"/>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51FAD757-74D5-4E72-B723-A17D126D4BE9}"/>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24FFF6CA-3B15-4524-86E2-A1CFC2D4FBA3}"/>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6D1D6A0-3207-46F6-AAFA-EB56412CDE70}"/>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829029BA-6EE6-4CE1-9B93-E41F647A359B}"/>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4C1A30A8-9104-43C2-85EC-11971D87789A}"/>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1DB32C40-FB8F-4621-B277-DD5431AF3892}"/>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44DA701C-59ED-4D08-A41E-E9D5207D59CD}"/>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6EBE836-14E7-456D-8100-5E1CC6DBCA6A}"/>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DF5420ED-F08D-4980-91B7-6B9164B2D972}"/>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874C4671-B660-44AD-9768-B4106B1EEC9F}"/>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DCFF5270-C2BD-41FC-806D-0FC4B94453B1}"/>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E49BF820-447F-43CB-AC46-D4D42DCDA5E6}"/>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FC0F260B-317B-4478-A757-1AA4F18DEC72}"/>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BFB36103-B7A3-47A2-8315-FBCEFD817473}"/>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Balance histories and targets, then extend k</a:t>
            </a:r>
          </a:p>
        </p:txBody>
      </p:sp>
      <p:sp>
        <p:nvSpPr>
          <p:cNvPr id="16" name="">
            <a:extLst xmlns:a="http://schemas.openxmlformats.org/drawingml/2006/main">
              <a:ext uri="{FF2B5EF4-FFF2-40B4-BE49-F238E27FC236}">
                <a16:creationId xmlns:a16="http://schemas.microsoft.com/office/drawing/2014/main" id="{2D797D05-E615-4F40-85CD-0FB137AEAF0F}"/>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E7377E09-585D-4F22-BC27-074513581F2A}"/>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three participant-level curves</a:t>
            </a:r>
          </a:p>
        </p:txBody>
      </p:sp>
      <p:sp>
        <p:nvSpPr>
          <p:cNvPr id="18" name="">
            <a:extLst xmlns:a="http://schemas.openxmlformats.org/drawingml/2006/main">
              <a:ext uri="{FF2B5EF4-FFF2-40B4-BE49-F238E27FC236}">
                <a16:creationId xmlns:a16="http://schemas.microsoft.com/office/drawing/2014/main" id="{E0B2E7CA-2B35-427D-9CCF-C92A418677A0}"/>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382A3DC7-04EC-411F-9647-A47D4C696208}"/>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average hides heterogeneous trajectories</a:t>
            </a:r>
          </a:p>
        </p:txBody>
      </p:sp>
      <p:sp>
        <p:nvSpPr>
          <p:cNvPr id="20" name="">
            <a:extLst xmlns:a="http://schemas.openxmlformats.org/drawingml/2006/main">
              <a:ext uri="{FF2B5EF4-FFF2-40B4-BE49-F238E27FC236}">
                <a16:creationId xmlns:a16="http://schemas.microsoft.com/office/drawing/2014/main" id="{BB761007-2F22-4805-B801-D262730B9A8C}"/>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F041A9A-F650-4CF4-BAE8-EC35CEEE7C79}"/>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190BB4E0-5B78-430C-A525-310A4204F45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CE98F234-2DAA-4A4D-B95E-CC10C17312C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31C13459-61B0-42F3-9C0E-0AA245C36A7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26127CAC-22CD-4BCF-8F67-5CA13A8A44A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E8CCCD49-5674-440E-8456-531F89F8932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3A393FD-4FBA-40B3-92B3-A45573C48BF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36AE60A2-8096-4058-9347-275CE07E290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AFEBB57-36E7-439E-AB77-68500B10680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B1127835-34D0-472F-8295-612AC372B15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6B9B34D4-C369-4359-B5F5-31DA01292D2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54482572"/>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2E6A7AF-5C76-43D0-8EE4-22840B85645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0BA16237-AAA6-4170-AAF8-1BC0758F540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578E4F36-C3A7-46C0-A9B9-1CAF7772848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5B7407D-9E61-429E-9948-EA8B6991D67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091D096C-13FE-4075-8DB0-DB26E177044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8B85C68-39C8-4EB4-A07D-AB5C3A2B86C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734E2D2-3536-4667-98CA-B53753F09F7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7246B55-8D8E-414C-893F-AB77B80A94D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E33EC5B-CAA5-4106-884A-2C0A7D40AC6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D30079B-1197-41D4-A132-DABAE2097E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F25FC61-0F5D-4A6C-8FEA-A884431DBC9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B24E9C7-C619-440C-A835-B07F05788E6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B337038-8E86-41C3-8667-9F3D6DF3222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15B851F-666E-4C6B-B543-2A44AA655AA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812D79D-A0EC-4BB6-83EA-B6AE0097E77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FAD3BD9C-FB95-4797-8939-886F87A91D6D}"/>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fcf00208fe9b4ca4"/>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74E3AE84-6CFB-42C3-8FB6-3BFBB1B167ED}"/>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3228470-1B33-4C6E-93BC-C646F3CA0C59}"/>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35584C8E-C1C2-48A7-8412-815D41AA5703}"/>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FA8DDE2D-3A50-4BEE-8840-939D09BD403C}"/>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53D085C8-717E-4D28-AF9B-978149BD44CF}"/>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8A49FBC-E295-4C51-B479-611344F6A576}"/>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129526663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1A3B405-3A16-4D41-893B-D49F254A17A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Balancing reveals an early average gain, not steady improvement</a:t>
            </a:r>
          </a:p>
        </p:txBody>
      </p:sp>
      <p:sp>
        <p:nvSpPr>
          <p:cNvPr id="2" name="">
            <a:extLst xmlns:a="http://schemas.openxmlformats.org/drawingml/2006/main">
              <a:ext uri="{FF2B5EF4-FFF2-40B4-BE49-F238E27FC236}">
                <a16:creationId xmlns:a16="http://schemas.microsoft.com/office/drawing/2014/main" id="{A2C8E445-38EF-44B8-9163-3E0D62F600A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balanced learning curve</a:t>
            </a:r>
          </a:p>
        </p:txBody>
      </p:sp>
      <p:sp>
        <p:nvSpPr>
          <p:cNvPr id="3" name="">
            <a:extLst xmlns:a="http://schemas.openxmlformats.org/drawingml/2006/main">
              <a:ext uri="{FF2B5EF4-FFF2-40B4-BE49-F238E27FC236}">
                <a16:creationId xmlns:a16="http://schemas.microsoft.com/office/drawing/2014/main" id="{BCBC3F92-2840-4EE9-87AF-FFCDAC85CDF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67EC562-D4B0-4117-AE0F-D83AA44CE36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A12F4378-5865-4D3E-A954-C52ADAA89F5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1E9B8B1-2BD6-4AEA-8360-C5B059EFF8D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5EEF4A6-68E3-4795-8E30-AE669BA7B6B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E9C7BDD-D6F3-43B7-A386-9D866DDA938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46F4895-CFB2-4C97-B31F-D17F26D0CE7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B10D71B-BAC7-4D8A-88FB-4F0CD9637BF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BF54F45-5AD1-42AD-8B1F-05F3490F17C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9722CB-6570-4C1F-82D6-47CDCEDF50F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6ADAE57-CF95-45EF-AB38-DD0453030B9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0A2DAE1-E64E-42E0-B678-36476C0F4CA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5591E62-7F12-4CE8-BC66-930D6D820FE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24 fixed balanced targets / 3 balanced history draws</a:t>
            </a:r>
          </a:p>
        </p:txBody>
      </p:sp>
      <p:sp>
        <p:nvSpPr>
          <p:cNvPr id="16" name="">
            <a:extLst xmlns:a="http://schemas.openxmlformats.org/drawingml/2006/main">
              <a:ext uri="{FF2B5EF4-FFF2-40B4-BE49-F238E27FC236}">
                <a16:creationId xmlns:a16="http://schemas.microsoft.com/office/drawing/2014/main" id="{35E9C171-4E72-41FE-B687-03FB5F4CDC58}"/>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sp>
        <p:nvSpPr>
          <p:cNvPr id="17" name="">
            <a:extLst xmlns:a="http://schemas.openxmlformats.org/drawingml/2006/main">
              <a:ext uri="{FF2B5EF4-FFF2-40B4-BE49-F238E27FC236}">
                <a16:creationId xmlns:a16="http://schemas.microsoft.com/office/drawing/2014/main" id="{7C3E339A-D9D2-4FFD-A93C-EE7CAB42CFB8}"/>
              </a:ext>
            </a:extLst>
          </p:cNvPr>
          <p:cNvSpPr>
            <a:spLocks xmlns:a="http://schemas.openxmlformats.org/drawingml/2006/main" noGrp="1"/>
          </p:cNvSpPr>
          <p:nvPr/>
        </p:nvSpPr>
        <p:spPr>
          <a:xfrm xmlns:a="http://schemas.openxmlformats.org/drawingml/2006/main">
            <a:off x="800100" y="2362200"/>
            <a:ext cx="619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Error bars: standard deviation across three balanced history selections</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9f0ea1821fe84ea9"/>
          <a:stretch xmlns:a="http://schemas.openxmlformats.org/drawingml/2006/main"/>
        </p:blipFill>
        <p:spPr>
          <a:xfrm xmlns:a="http://schemas.openxmlformats.org/drawingml/2006/main">
            <a:off x="781050" y="2647950"/>
            <a:ext cx="10267950" cy="2647950"/>
          </a:xfrm>
          <a:prstGeom xmlns:a="http://schemas.openxmlformats.org/drawingml/2006/main" prst="rect">
            <a:avLst/>
          </a:prstGeom>
        </p:spPr>
      </p:pic>
      <p:sp>
        <p:nvSpPr>
          <p:cNvPr id="19" name="">
            <a:extLst xmlns:a="http://schemas.openxmlformats.org/drawingml/2006/main">
              <a:ext uri="{FF2B5EF4-FFF2-40B4-BE49-F238E27FC236}">
                <a16:creationId xmlns:a16="http://schemas.microsoft.com/office/drawing/2014/main" id="{5A8348FF-5FD6-4D6B-86EC-4E0DE4A91843}"/>
              </a:ext>
            </a:extLst>
          </p:cNvPr>
          <p:cNvSpPr>
            <a:spLocks xmlns:a="http://schemas.openxmlformats.org/drawingml/2006/main" noGrp="1"/>
          </p:cNvSpPr>
          <p:nvPr/>
        </p:nvSpPr>
        <p:spPr>
          <a:xfrm xmlns:a="http://schemas.openxmlformats.org/drawingml/2006/main">
            <a:off x="3638550" y="52578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0" name="">
            <a:extLst xmlns:a="http://schemas.openxmlformats.org/drawingml/2006/main">
              <a:ext uri="{FF2B5EF4-FFF2-40B4-BE49-F238E27FC236}">
                <a16:creationId xmlns:a16="http://schemas.microsoft.com/office/drawing/2014/main" id="{1C950936-4A79-495E-814E-11C1B2025BF3}"/>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EA888BC-7AF4-4103-93A3-D2DC8CB12D75}"/>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On average, 2-6 examples help relative to zero-shot; longer histories do not yield a stable additional gain.</a:t>
            </a:r>
          </a:p>
        </p:txBody>
      </p:sp>
    </p:spTree>
    <p:extLst>
      <p:ext uri="{BB962C8B-B14F-4D97-AF65-F5344CB8AC3E}">
        <p14:creationId xmlns:p14="http://schemas.microsoft.com/office/powerpoint/2010/main" val="52980920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7AF736E2-2069-4018-8DAE-D70E9E98219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same average hides participant-level differences</a:t>
            </a:r>
          </a:p>
        </p:txBody>
      </p:sp>
      <p:sp>
        <p:nvSpPr>
          <p:cNvPr id="2" name="">
            <a:extLst xmlns:a="http://schemas.openxmlformats.org/drawingml/2006/main">
              <a:ext uri="{FF2B5EF4-FFF2-40B4-BE49-F238E27FC236}">
                <a16:creationId xmlns:a16="http://schemas.microsoft.com/office/drawing/2014/main" id="{94D99FFF-CFBC-4C5C-84E8-D3312085FEB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learning curves</a:t>
            </a:r>
          </a:p>
        </p:txBody>
      </p:sp>
      <p:sp>
        <p:nvSpPr>
          <p:cNvPr id="3" name="">
            <a:extLst xmlns:a="http://schemas.openxmlformats.org/drawingml/2006/main">
              <a:ext uri="{FF2B5EF4-FFF2-40B4-BE49-F238E27FC236}">
                <a16:creationId xmlns:a16="http://schemas.microsoft.com/office/drawing/2014/main" id="{CDD005EF-8426-4DBE-9B9D-307505A4586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4B20DBC-9604-44E1-B05A-1ED6A9C8F2C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F36EC0DA-5BBE-47B2-AA80-26106EF0057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A7FFF43-0A09-41CD-B987-ADB0643CAB3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EBE8E40-3923-4631-90F3-5B17718D16D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EA313D0-C0C2-4947-BA65-29F55BDC529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2D38A16-C991-4EC4-A43A-046A79A6A55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DB60AE-B4AB-49BF-96FC-7B57C62886E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8B82C1A-7B34-4371-9908-D96F0F9E289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40E0C16-CD4F-4F24-B891-7BCA5BA7CB0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390A076-2E75-46CE-B29E-CC6D15D28BE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BD29DE2-0AFF-4446-82AE-DA1A5A820F6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1F936B1-209D-4A7D-84B1-1FCD1D6C4C8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8 fixed targets each / 3 balanced histories at each non-zero history length</a:t>
            </a:r>
          </a:p>
        </p:txBody>
      </p:sp>
      <p:sp>
        <p:nvSpPr>
          <p:cNvPr id="16" name="">
            <a:extLst xmlns:a="http://schemas.openxmlformats.org/drawingml/2006/main">
              <a:ext uri="{FF2B5EF4-FFF2-40B4-BE49-F238E27FC236}">
                <a16:creationId xmlns:a16="http://schemas.microsoft.com/office/drawing/2014/main" id="{64943B7C-8549-4482-87D9-948B110A896A}"/>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AC2F3B34-0A3D-48A4-85ED-12E337355F8A}"/>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FB3C43E0-FE92-4011-918B-B74A1F9A95C6}"/>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BE1D4EA3-BFC6-4ECE-AD99-7FA40841F8DC}"/>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07a44db341664353"/>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94664cf0408b4177"/>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ED26CA86-B2FE-44D9-B192-2E098CDED7C1}"/>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E8AE18D6-17AA-4D84-B4CC-8E4C570B2E0F}"/>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937D6501-D40F-4357-ABB7-D6BD187B43C1}"/>
              </a:ext>
            </a:extLst>
          </p:cNvPr>
          <p:cNvSpPr>
            <a:spLocks xmlns:a="http://schemas.openxmlformats.org/drawingml/2006/main" noGrp="1"/>
          </p:cNvSpPr>
          <p:nvPr/>
        </p:nvSpPr>
        <p:spPr>
          <a:xfrm xmlns:a="http://schemas.openxmlformats.org/drawingml/2006/main">
            <a:off x="771525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9833830-9E97-4F14-A7E5-02292695CFB6}"/>
              </a:ext>
            </a:extLst>
          </p:cNvPr>
          <p:cNvSpPr>
            <a:spLocks xmlns:a="http://schemas.openxmlformats.org/drawingml/2006/main" noGrp="1"/>
          </p:cNvSpPr>
          <p:nvPr/>
        </p:nvSpPr>
        <p:spPr>
          <a:xfrm xmlns:a="http://schemas.openxmlformats.org/drawingml/2006/main">
            <a:off x="80581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P026</a:t>
            </a:r>
          </a:p>
        </p:txBody>
      </p:sp>
      <p:sp>
        <p:nvSpPr>
          <p:cNvPr id="26" name="">
            <a:extLst xmlns:a="http://schemas.openxmlformats.org/drawingml/2006/main">
              <a:ext uri="{FF2B5EF4-FFF2-40B4-BE49-F238E27FC236}">
                <a16:creationId xmlns:a16="http://schemas.microsoft.com/office/drawing/2014/main" id="{4238D7AA-D3A6-4D71-8B6D-6E12C1C0DFE0}"/>
              </a:ext>
            </a:extLst>
          </p:cNvPr>
          <p:cNvSpPr>
            <a:spLocks xmlns:a="http://schemas.openxmlformats.org/drawingml/2006/main" noGrp="1"/>
          </p:cNvSpPr>
          <p:nvPr/>
        </p:nvSpPr>
        <p:spPr>
          <a:xfrm xmlns:a="http://schemas.openxmlformats.org/drawingml/2006/main">
            <a:off x="882015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5D1FBC9-9F3D-4D85-B72E-F3A7EEFBC1B1}"/>
              </a:ext>
            </a:extLst>
          </p:cNvPr>
          <p:cNvSpPr>
            <a:spLocks xmlns:a="http://schemas.openxmlformats.org/drawingml/2006/main" noGrp="1"/>
          </p:cNvSpPr>
          <p:nvPr/>
        </p:nvSpPr>
        <p:spPr>
          <a:xfrm xmlns:a="http://schemas.openxmlformats.org/drawingml/2006/main">
            <a:off x="91630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P028</a:t>
            </a:r>
          </a:p>
        </p:txBody>
      </p:sp>
      <p:sp>
        <p:nvSpPr>
          <p:cNvPr id="28" name="">
            <a:extLst xmlns:a="http://schemas.openxmlformats.org/drawingml/2006/main">
              <a:ext uri="{FF2B5EF4-FFF2-40B4-BE49-F238E27FC236}">
                <a16:creationId xmlns:a16="http://schemas.microsoft.com/office/drawing/2014/main" id="{AF4842E7-E961-4B99-AD20-C131F21E5FE6}"/>
              </a:ext>
            </a:extLst>
          </p:cNvPr>
          <p:cNvSpPr>
            <a:spLocks xmlns:a="http://schemas.openxmlformats.org/drawingml/2006/main" noGrp="1"/>
          </p:cNvSpPr>
          <p:nvPr/>
        </p:nvSpPr>
        <p:spPr>
          <a:xfrm xmlns:a="http://schemas.openxmlformats.org/drawingml/2006/main">
            <a:off x="9925050" y="2019300"/>
            <a:ext cx="266700" cy="2857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188B5C4-756C-4705-AD3F-E76E756495E7}"/>
              </a:ext>
            </a:extLst>
          </p:cNvPr>
          <p:cNvSpPr>
            <a:spLocks xmlns:a="http://schemas.openxmlformats.org/drawingml/2006/main" noGrp="1"/>
          </p:cNvSpPr>
          <p:nvPr/>
        </p:nvSpPr>
        <p:spPr>
          <a:xfrm xmlns:a="http://schemas.openxmlformats.org/drawingml/2006/main">
            <a:off x="102679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F684B"/>
                </a:solidFill>
                <a:latin typeface="Arial"/>
                <a:ea typeface="Arial"/>
                <a:cs typeface="Arial"/>
              </a:defRPr>
            </a:pPr>
            <a:r>
              <a:rPr sz="1050" b="1" i="0">
                <a:solidFill>
                  <a:srgbClr val="3F684B"/>
                </a:solidFill>
                <a:latin typeface="Arial"/>
                <a:ea typeface="Arial"/>
                <a:cs typeface="Arial"/>
              </a:rPr>
              <a:t>P031</a:t>
            </a:r>
          </a:p>
        </p:txBody>
      </p:sp>
      <p:sp>
        <p:nvSpPr>
          <p:cNvPr id="30" name="">
            <a:extLst xmlns:a="http://schemas.openxmlformats.org/drawingml/2006/main">
              <a:ext uri="{FF2B5EF4-FFF2-40B4-BE49-F238E27FC236}">
                <a16:creationId xmlns:a16="http://schemas.microsoft.com/office/drawing/2014/main" id="{4C9C5806-DE38-4D8C-806D-0BBED6FB625E}"/>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67ADCF3-FAD8-4C56-846C-BB6B19998FC3}"/>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Adding personal history helps P026, hurts P028, and peaks at an intermediate history length for P031.</a:t>
            </a:r>
          </a:p>
        </p:txBody>
      </p:sp>
    </p:spTree>
    <p:extLst>
      <p:ext uri="{BB962C8B-B14F-4D97-AF65-F5344CB8AC3E}">
        <p14:creationId xmlns:p14="http://schemas.microsoft.com/office/powerpoint/2010/main" val="198887072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E6E93AB-0AE6-4715-BE06-27900BA5E712}"/>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1E4AD4B9-920C-4851-B1E8-E69ABF7EB323}"/>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183BF448-499A-4F3C-AF8F-CD21B11D7032}"/>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34513EE-5684-4416-87D4-B579E9B9C728}"/>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3129F94B-7DE8-4638-AAB7-A654D7B36ED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BF313D8-5B6E-4357-9FC6-6BAC5CD7F66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D6878E3-5DC7-4A03-8CC9-31C213BBC92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75AA6DE-9061-4836-A228-31870E5396B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0D73F8E-6C6A-408A-9883-421B5862849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BCBAF6-0125-451B-9976-98E33B8A018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6C8FD01-1AD3-4265-AD92-722151602F5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26B6024-6DD4-43B7-A1FA-B6908EA7D51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F77B6FA-B777-4296-9151-D04CBA095FE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9985F76-2C9F-4503-9AA6-9690D47246D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60210980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521C713-F4B7-4504-8D95-E72BD9F838B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15A975CC-AEFC-434C-8EEB-0E967B3D484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DC605800-ACD0-498C-AA8A-A5C8BC9E624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CFD7170-42BB-4BA2-86B0-680A5D1C84C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A31EB5D5-9E63-410E-A929-07FC80BBD55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7BC2635-A003-4985-9B2F-E885709164B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6A47724-2B36-4A0D-AE35-27C2CA4B783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CF37049-FC5D-4197-8B2E-1DACECD465C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BD813CC-EB4A-4DE9-8797-A6751C0A57B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F8562EF-E5F8-4DFE-A21D-5CDF4689675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D103244-96E6-4528-BF98-7B30B83313E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40E96E8-5D84-412A-BD24-299C326542B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03D3B7A-3AA6-485D-9CD8-BB8271132DC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AE78A0D-14C2-465E-9842-2CEFE46ABC3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5063CA2-FC06-4094-8FD0-8134329ECA1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2028A5FB-BE95-4C2C-A23C-B2F8AB6817F9}"/>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1CB912C3-185C-4BDF-B602-1ADB4875B4E4}"/>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08F63CDD-E379-4212-97F2-F03EB928DE23}"/>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AB3BE1E3-B885-4E86-8487-F7FCB45AB784}"/>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6FF6356-9DA6-417F-A4D0-5CA85BB4931C}"/>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07DA27E8-9B4C-4C26-A85B-C3915061E65D}"/>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C85F2916-A554-4C4A-A5C4-1F829B007E5C}"/>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9F510BB3-E1B7-49C7-A34D-1D32012C2B05}"/>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8521C9F-0E77-484F-B57A-46DB937C14B9}"/>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D97C4AC2-E7ED-4C39-91FE-575B3950AFC9}"/>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C2447BF0-6705-4281-BF5F-E3F69B138033}"/>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BABC4E34-74A0-4259-BEA3-CD6C46442588}"/>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02B8723-ABF2-4590-B23C-9CAB3DE340B4}"/>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40366141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4835792-E6DE-4FE7-884E-9178EDD6A0E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2E5A65AB-66E6-414E-B384-C66EB4669E2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C73BA118-FE8D-40B6-B888-990E83054D2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800058-D37A-41AE-AF45-FCB8FA7B6C6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41F8DA34-5257-454D-920E-BD534F67689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B3FFF39-653B-4144-AD3B-5694D61276B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63020AC-52BC-4B08-933F-7B264A2EFD3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A54406C-5204-4928-BBDC-FE8517F97DF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B5386D4-D18B-40A8-BE58-0D8EB16046E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7CBF1F2-3427-4442-A242-86DA98AEE3C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4A41E33-C7DB-42FF-890A-52ADBA3B0C3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CB743A6-162B-472F-94D6-EF2EF270C92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0EE1104-9E39-4300-868C-BA3ED449644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5C7B7F6-44D5-4FAB-B3E9-331AEE29BB6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0314F36-4593-4A7F-B924-F76B24DC16BC}"/>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2C386C53-7B39-4FA3-BE83-C1E2DCBD139D}"/>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C017F28D-3C45-4A45-8E9D-DFF05F7FBFA8}"/>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7E1F829E-4094-4608-8B3B-F697EC0C5FD5}"/>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C6B27EDB-8B5B-45F9-A7E2-974925A8B99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32FBF0E-1D12-4F99-B904-D9719379093B}"/>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42032274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D455BE8-A81B-4CD1-B415-A71E0D408A9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98BFCE0B-E524-46A7-8D12-4E571FFD642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29A3919E-9F98-4B18-9FC4-7CACB8B9B78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C3AF02-4F4B-475B-9381-6F363E9FC3C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A759E0E5-8A37-438B-A330-F667E0FA2CA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99AFD9-79E5-4DDF-B570-E23121A000F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AEF1B63-FC94-4962-8D16-CE44912FD0A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9EB9763-A627-448C-AA8F-263ED63078D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46B3C8B-1B66-4D74-BF69-F6AA77BF8CB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63FFD2C-11B8-4CC3-9B4A-6DD5902D9FA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4E3A84C-19DA-4273-A9A4-F26AC5B27ED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41506B1-F054-4915-A91D-F2969401B55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23958D8-1F9B-4BB6-8121-34860403337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C8824C1-7278-4472-824E-0FFC65BF3B4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A826247-5DF0-475C-9D9C-6FCC558BBE9B}"/>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348DFD16-CEDE-4A5F-9036-E8EDF98D3F2D}"/>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9761D7A3-087F-4585-9EAA-45453C88E8DF}"/>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C6CCBF8-148C-4F2B-B7A5-65A601B117D2}"/>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130A5B6D-ED3C-4909-A35C-755CE7D6B251}"/>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8D9228EA-E2B3-47A9-8DAD-DF54CA6E6455}"/>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5AD7DE3-CA9B-4783-ADE7-484F77D4FBCD}"/>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FDD4E1FF-9CDA-4E94-AA6C-8D4C352F1BA2}"/>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5D51B678-7631-4B40-AD19-E65B8F5DA47E}"/>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3ABF0BF-40BC-47E6-A1B4-36BACC3D2E69}"/>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33D51FA2-89E8-4C2C-BBD5-320FF3509461}"/>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7F27EE72-BCE6-4DD4-880C-35C603298BE0}"/>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A62F90A-E51B-449C-91D7-885022F6943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8F23CCA-36C2-4417-95C6-C82459F1F46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59209786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80341EE-B4A0-4BB9-BB4B-4BD79FA1DCA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C2555CFD-495F-4565-ACDF-26C7EBD0713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EAD5A824-B5D2-43EE-8B91-A6703DC9F91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CDE6E42-24F3-423F-B24A-A79A28EC7A5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3CBBB41C-C0B9-4B09-A9FE-B1504599889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AB051E9-6E21-4B29-B5FF-D901313C5B2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F615255-F283-45C8-A753-EF35DF4B8F9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0279694-51BD-410C-92CD-05609E2B275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F823445-3746-434D-9A86-3589F2A7A85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A5E9CE3-6CE4-40AB-ADB2-6AD9F22E1EB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3BD3588-62A1-4350-9EF8-E322EC488D7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10DBD27-895E-43D6-8012-13C682B8BC5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B04078F-A72D-4008-967F-9F8CAE2D937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254A7E2-B33F-4A2C-8EA7-1A3543F977B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9BCDC62-43AB-45EF-889E-9D68E06A3B59}"/>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540462A6-2314-45D3-8562-CC273F6E1E3C}"/>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3343C9F2-1652-408A-8C1E-EFF604DD3DC8}"/>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A2DE4F1-208F-4CFE-841A-2E7B3A04438B}"/>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BA7107B6-DD2F-4E31-89AB-0E05423769D9}"/>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21A948A5-7B75-4F36-AD68-A6A81139C719}"/>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0F522DA-A74B-4BA2-81DC-84B1E5A8191D}"/>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0F08B47D-F2B7-48BD-ACBD-1A66F6485DBA}"/>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B1BE32ED-068B-4D15-BEC7-8ECC4160F768}"/>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E214077-B166-4627-9067-FC7CDA123F45}"/>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5F8FEFD5-C647-4AB4-9B65-F96539F8A61A}"/>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7288AC6A-88A9-441E-950E-D28048794155}"/>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F72B77E-71EB-4026-B971-DA14EDB9887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4583D89-DB72-4F9A-9384-E237155DAFB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45545888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81447BE1-CC1C-44B4-91FF-AAD90EACF5C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12881CFD-AA86-4678-9774-76B18B31CDE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597C7A1D-3131-455D-B73D-F88563B4954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EED462D-601C-4F21-8603-0DDB9F182BF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D34C8837-B8B6-43E6-906F-D74C48E6EF8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4E16B83-8036-483D-B997-478F9AC4213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383EB47-8C39-4B6C-BA0B-8DA21942C23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F8052EA-FD15-4312-AFC1-43EAA9BBA6D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A9D5B4A-BD76-4732-8AA2-502F331D8F8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B094773-D2CE-4FC6-832F-63434C93E2C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EDBFE6D-A01E-4949-BD5B-8BCCB511021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131427F-1BA8-476B-A9B4-AD459FF43E4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BBF7A15-64BE-401E-87FD-23C035B3B85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DE03ED0-92B4-4581-9FF0-D88E8354FD8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BB70A43-D30C-4786-A30B-74D10BB6A696}"/>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A76B2226-5DE7-463E-B6FA-13272C771ED9}"/>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0FBCDF6C-870A-4CC9-8233-2DEE7AB55CB0}"/>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50CDC2AC-8D00-47DD-A0C7-FA4F07C6B064}"/>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89EBE819-2056-4F1F-9F2C-3295F9310651}"/>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EA87ACEB-8F88-462B-B762-99DC4AB347B9}"/>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C9299783-2E0A-48B5-AF38-6D7B649B9C7D}"/>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ACA980B2-F0BC-4DB7-BF9E-DBDB7BF66B49}"/>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E9FF53D-21EC-4D8D-9857-CD1E35913DFB}"/>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38B504C1-8F8A-4963-ACD2-0A43CF7A4381}"/>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625EB9AE-6446-4A96-97D0-DD8ABB60FE6A}"/>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B3B57D74-01A4-4295-900D-55D718F1ADAC}"/>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8545AA0-75F3-443B-BE44-7A68FAAD699D}"/>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4EBB6B7C-D9C1-4B1B-BFFF-10B8DD06931C}"/>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AD7671FA-2617-4515-B096-732AA46F7F22}"/>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D9D0B004-DB3D-4E13-AE5A-6B5C417FD2AB}"/>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B809587-E4C7-4503-BE16-4157D05A2930}"/>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9BC7EB3-7F61-42C0-B836-07391BF361E9}"/>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6865829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6CDA374-A853-4026-8982-535576C2BC00}"/>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5F85987D-2002-4736-ABD6-91B87C6BDD82}"/>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3CA54CA-6480-4C0C-8988-68E623D0AB72}"/>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Next: what information supported the improved prediction?</a:t>
            </a:r>
          </a:p>
        </p:txBody>
      </p:sp>
      <p:sp>
        <p:nvSpPr>
          <p:cNvPr id="4" name="">
            <a:extLst xmlns:a="http://schemas.openxmlformats.org/drawingml/2006/main">
              <a:ext uri="{FF2B5EF4-FFF2-40B4-BE49-F238E27FC236}">
                <a16:creationId xmlns:a16="http://schemas.microsoft.com/office/drawing/2014/main" id="{C6AA51DF-F43C-4AB8-BBD6-5FD997CC3B4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F6644DF-5C3F-4811-A2E1-CD584C72C37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F5C4C149-C303-4841-8A38-649BFBEBFA24}"/>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2DB174E-195F-4E6E-A093-853D9027D2B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650E8132-77E8-4DBB-AD90-26FA41CAE80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3E4F0E9-904E-422B-9D72-EFC45891EB8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16BEF16A-F25D-44AD-BBBD-05FAE754886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D58FDF2-F1C7-412B-BCFC-50A27E9D6B6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A0189C0A-3980-4674-AAE1-ED5E5B5F327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C0BB6B9-F1B3-4722-8053-0D155EA2E75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640216945"/>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5D2FE73-29C1-4EBD-B017-A4EFB40014FD}"/>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6F372C16-9399-4D26-9AE3-5D3CF5715475}"/>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86C7DCB9-1B62-41EC-8745-58850AAB733D}"/>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0C94458-3CED-46A2-BD7A-604C65B4AB53}"/>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C682588F-DF11-47D5-AD5C-DBB33F1636C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6F21BA2-F80F-4561-90E6-7EE3298472B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0558E95-B05A-4474-8DE8-32735E7D8EA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36D9C75-E9BB-43D0-8CE3-9D76628CB5D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CFE91B4-36E5-4E71-911F-76E56A2F44D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F52679-393C-4181-A537-B0E45B63304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A1FB2D3-C00D-4551-ACE6-75A75C9896B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4618298-7F86-43D6-8BD1-4E69AA3B33F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297F070-4AE9-4932-BB7D-1412F01FD24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DACCCE2-2F51-4DFB-AE5B-96015E64E5D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49761621"/>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2E669F4-A63C-473A-8CB6-6D7CBC7983D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0C5ED71F-D9FC-42C2-929D-F49B343B651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06BBB2CE-21C9-4244-A6A1-01485F24C5F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A3B67F2-8938-4E00-8885-29FE542FDF8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56D2C1F7-FB5B-4929-BB59-C3D899BD89B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8CF432-C65A-48E1-A7D9-B92EB017EA2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FEA7CDF-D7BC-4209-A21D-1C7B1D69B3D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512C6F8-3665-43C1-A7C5-9A62ADF1392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4C64B6A-9878-4E1E-B320-7DE25E9054A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25D1752-A8E0-45C3-8036-B1960DD1CFB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A0F6061-40E8-44C4-927A-7B890901458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CCB090D-838B-482A-AE17-C906126AFC7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3666B7F-C8C0-4497-B2ED-188291ADC87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3F10F6C-973A-44DC-AE28-8153D83B3AE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8C4FAA1-2FA0-4A59-BA2B-78584203FEF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43A5AF00-C925-4CC6-8A6A-B9CD96C97648}"/>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6C42E235-9347-48DF-8989-CF33FB486D2C}"/>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E6A7744B-E4A2-48FE-A75D-789B6E90453F}"/>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2AC6E3A-54F9-421E-A7F6-9A3408437333}"/>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E3C07E02-8BC1-4ADA-80D1-C2B78CB6D591}"/>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57AA4606-9846-4C20-B44A-A4E8806288F7}"/>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79A1C8CD-4D0B-4AF6-86CE-AAF67002828C}"/>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D1A8EC5F-B343-4F1E-B62F-BC3AA76693CF}"/>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2B8EB529-1FB9-4876-8D03-FCE244385B71}"/>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0283DA7E-0200-4297-853F-835AC26D89CC}"/>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40F22AF0-ECFE-4A97-B3DA-E5353737CD36}"/>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EA064718-0B78-46D2-A602-24719CBE342D}"/>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67F9908-1662-4A42-9028-9D00DE053B92}"/>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128695981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893E2B6B-5A20-4E2E-A934-59DFB7E2F0D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445A70DA-DE66-4377-82BD-6F4DA5D3392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10F90665-FF0C-4C41-BC96-10D61732E92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B01C92C-1BB8-45FF-BD4C-ED11BA6EF7A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580E7530-D3AD-468B-BBD1-B1CC7CDB321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31997CA-0786-4EB1-89E0-9C377BF2B72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DD83013-0C7B-4048-A683-521C351E16D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11A69CE-3E2F-42E9-B057-25F32C7E815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35CAC7B-EE4B-4E79-B5C0-3610EFDBF8A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9CB6EF4-60A5-4D48-9AE2-11AB2B512C8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A7243AC-5D41-45BB-806B-C75109DC85B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4933761-38EA-4566-9C47-27EB0FF2481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8B7DF68-5FEC-45B3-87F2-506E604ABCD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6566C4D-B5D1-4675-A40E-2F22CB33FFB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E2D2307-E2FB-4A17-B3AB-94D983EEC38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EC1FD5FC-CE95-41EE-80FC-C3A01BB7CDC0}"/>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CBC83430-0ECA-4032-B6DF-FF62E9849AEA}"/>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B6CA5FA2-9D04-48A8-8032-5AA49DA6ABAB}"/>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14769948-5FCB-4964-AF89-3AD5C082D776}"/>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92A59EF5-9466-4899-B484-5D273D45C4D4}"/>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9D58914C-9751-4070-8DFA-59EAC185C137}"/>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9579733-B1AB-49BA-A887-217EAEB079ED}"/>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FB08F873-6BEE-4A05-84B2-80EAC0D8CECE}"/>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6AD77360-6989-44F0-9C06-76750FBAD7C2}"/>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7EAE3655-2158-4276-8E03-F983740A6C06}"/>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3B61FD3E-775D-4CEF-8673-5E02603F797F}"/>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53B345B6-57CC-49D4-B29C-B347741A79C6}"/>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E168EE5C-8BEC-419E-80D2-4655F848A320}"/>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14212FF-10A2-4892-AC97-C4ABDBA86C80}"/>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28070186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56478CD-9D13-4D77-A60C-A4B5B2B0A64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4C315262-FE82-466A-8570-1E9483A996D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DCB97119-EF6D-4D2B-9648-09C2E8A352E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D400D37-2215-4867-89EE-9A823E3AE7F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7750AB16-B5D0-4B71-BFBF-9ABF1E45F97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0C3FE8E-F0E4-4DDE-AD3D-A2614F79F69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C586D6F-EF99-40BE-966D-C8E3F42604D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35092E7-E393-4831-AE7F-FD3B05E03D3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2EC32C5-838D-4B02-ADCF-DE035E520D2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778C415-8941-41C5-8464-480749867BB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E1AC3F6-3D72-456E-A29C-DBA98C808C3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96CE482-DD18-4A88-9AA6-873CDC0F1A4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EBAD7E1-285D-4217-A604-11258932D8A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9983A8B-C152-480D-AAA2-1393AC0D060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DA45E75-0965-43DA-AD22-6A1632508BC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9795F67B-0414-4F12-8777-F59FB6422EB5}"/>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FAD0CCE2-F6C2-4AA0-9465-97BDEB8C6354}"/>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DA5E358-5485-49CD-883C-117E5790CB7C}"/>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143867701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B679BB8-F3CF-4476-BDD3-CEB08D5DE4A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B13CBF47-3E8F-43F9-AB0F-858A5023D3E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8CA02DB0-598B-4032-A89F-82E04386E0D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FA0F2E-F690-4839-99D0-91627CD71BF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142B5136-228F-435C-A921-0C7A97D5F99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BBE09E2-7257-4F52-9DAB-F846070491C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FB8B7A3-325C-4D58-A50C-90503AF1E52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CD3626B-D9C7-4F27-AC6B-5E844EE8C22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F546505-F7E4-4CE3-9BEA-E5DF5AC4EC5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9D3368A-4FE7-4E71-BC04-D7933C091A8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D62283B-D7A0-41CF-BA0B-F22B85AF778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704AA5E-1A28-4005-8DA0-CA66FB3EE6F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40CB756-10DA-49C2-80F8-21A6ABF6FFD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C58CC9-1D43-4613-BF26-633EE72EE07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5302B29-D346-484D-A869-EBE3F0CA98A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302EA58A-3078-460F-89EF-0CE23F361DE1}"/>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BC4FE9EA-D373-405A-99FD-F41C2A80D074}"/>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886CB31-B75C-4CFB-99F8-446F8CFBA9C4}"/>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5877AB03-2FC0-4A73-BA02-8F8EDCA94D6B}"/>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67524F15-C659-4218-BA5B-3CDFB923BD48}"/>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9EADB7DC-2E9B-43A1-B5B5-72ECDD9DF386}"/>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57E3698-0319-48C1-8F7C-6D8D42D07565}"/>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57566843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617789FD-F23D-4119-B62C-296DCC21D13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1914964B-A546-419F-AA46-ADB59861288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27052698-1DBC-4BBC-B92C-2B31B228BE5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AB9053C-43E3-4336-AC5D-6A30ADD15AF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70CF588B-6FEB-4FA1-9E88-037D1ACB889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9DD1AB1-D67C-4AEA-9555-1AEA90DBA80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8CDF455-E45C-4021-B16B-0F7EC7F7CEE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3CE30F8-FF0D-4142-AA38-DEB05D985A6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1569B70-F39A-4B59-861B-F47C3C87ECD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7F7E598-DEE1-4EE0-80D7-BCF9299DABD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36394B9-B259-425A-AB03-C47FD035253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A3D49F1-D44A-4C66-9D04-EA5DF98ED63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E07B2C8-916A-48BD-B4E4-0CD1BADCA2D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BC956EA-7A3D-42BE-86F9-D6904A50256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B712603-1617-4088-BAC9-36E613CE9FC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8D779A4E-B7DC-4D13-B98E-D2749A47E05C}"/>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AAE9DD0C-B20E-4696-BDAB-93D345483944}"/>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094D4B40-A6D3-4A5D-B3F9-05ED6BA9D74D}"/>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B264D6B2-3E81-4F97-A505-197E9AEE0E8C}"/>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23DCBE25-832A-41EB-9553-7307F163D4F3}"/>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56CFADCD-DAEF-4439-B526-FCD8970B379F}"/>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0107B01C-A28E-4CDB-952B-66A6634FF2AB}"/>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626CB296-5355-4DE8-B045-346E7BE35DB7}"/>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E5778D4E-95CC-4C2B-A1D7-4AD8992193A6}"/>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2AFE0A8F-A649-4691-9D21-267D023AAE13}"/>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151E86F3-CC33-4222-ADC8-B0227FFA0744}"/>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C11B3714-A680-4D4F-AF54-0831020D14A3}"/>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342F9FD6-90F2-4FB2-B9F7-B6D748C66F9C}"/>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C8A8561-4021-4767-813F-63240763B86A}"/>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177330937"/>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780311F7-2D0F-4EDC-B0A1-5B56FC1804F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0601C7C6-61DD-4623-A6C0-2A18E7DC6C8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896C5077-C248-40B8-B555-96F4A3881A6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B36942-D5F5-46FE-AB45-85140C5C186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AC706667-DFC8-4B09-A141-9A2DC5283FA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05A6D1A-4AF4-49F2-A749-8EED984396C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88B1B2D-6238-4938-9805-56DE753AF8F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7E0AA22-A677-44E4-AF52-83F627E0EAF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D7B0722-D5C2-454F-BACC-48758615124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E62843-C1AE-488C-BC75-F57A6CCE0B3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E8C96AD-3D44-4CB0-80B1-72BB763AAD9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0B60FBB-43A3-4CD6-B736-90B7CB2D316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D3697D1-B77D-49A6-A815-18544DD37E1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D92EB55-CF49-4111-BFC6-AD6E91DA45F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D18C209-BE1B-4ED9-8B1A-B72DB8C4A61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40A706C6-1829-48DE-A2F0-5DDFEE2C3312}"/>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5CD61EEB-D797-4CD5-8034-EC42014CA560}"/>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58F29FDB-9F38-4606-85A0-00104F47DF18}"/>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0DF234A7-3927-4343-91A3-CBCE78D86410}"/>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4DA92E10-137F-4D63-B06C-E9FEFE90D48E}"/>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D9025874-A7F4-411E-80C6-F72A69CD29B2}"/>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562AF93D-BA72-40C4-A17F-BFBFA3E0CC68}"/>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B9DBB624-97E7-44D8-8C01-96CCA8C577F0}"/>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2F1A7F50-0B45-4FA0-A6C0-81220E4FAE95}"/>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96D1187F-525F-43F5-8850-184F9CAEA22A}"/>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F54A39F3-EAA6-4798-AB6C-F63B06FCB91C}"/>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92595D1D-B12E-499D-A457-6EB84ED5DE68}"/>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DE82DCCC-45D9-4036-AC72-C7DDBC764156}"/>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072761CD-2A16-4F21-A43C-772955CED153}"/>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2868A90F-B3EF-4FAC-9B9F-1382D103E733}"/>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A072DAE4-8434-4E13-93DF-2CAD83343814}"/>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840C8583-9EEC-4A4C-BEB1-8F69C35DD2D9}"/>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E214A83-B18E-4E79-8874-FE454325DCF9}"/>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1936148662"/>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2FC9C58C-48F7-4306-A08B-212EF2AE8E1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29F6CFF8-96CE-4822-B1FD-24AFBA52A76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92C0E9F4-8B90-4740-A115-74CB3C58BE4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DE3500-109E-4089-BE9D-4F3ABBCDAFF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989FFDC4-0F4C-483A-911C-45743804B85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6BE3BFF-8201-47E7-B2A6-C99A1E07BD5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10032D4-A319-4A90-BDFA-1B73F92061F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93D0128-8820-4B0F-BEEA-54E2586FC9C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CF18370-DEC6-40F2-B2B9-4B45FAC3152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419079-BEA3-41DD-9A47-281EDC64757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A4118A0-EED3-472B-BD6B-04D5B95A327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9F3EB72-0C93-4F1E-8408-73D9D171DE2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3D7DE67-5BF1-49C2-8557-E7164D84172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EA6F7B8-A249-416E-A4F7-CE62C1F926A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E813598-60DE-4E99-B792-06A695456FC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23084A34-ED96-44BD-9AAA-A569DF4173F6}"/>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F7A1FB1B-8D6C-4472-BEA7-9D910CD3AFBD}"/>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EE5C60F-9ABC-4317-94DF-82FE5253E71F}"/>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EFC4C628-5237-4D12-8BB3-D1F262B15FD4}"/>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8A84F95-629B-4F1A-9795-5D9ACDA3F68F}"/>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A6798868-3203-4D83-80A4-6AE5FD1F3A9D}"/>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B5459D1-00DF-4A11-B221-D21AFE5EB8C2}"/>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E8692B44-C78E-45EC-AA18-6734FDE084A9}"/>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3BE249F2-8210-43BA-A485-80F0C2E5928F}"/>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7A728162-A78D-436A-813B-FDD70BDD3D29}"/>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0B7B897D-E575-4BC7-B17E-D3140EB7327C}"/>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3CA39975-A6EF-47C4-BFF7-566FFC62D2A8}"/>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6820EF3D-C023-4E40-BC24-FF79EB6CEEBE}"/>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8EF1E1CE-C180-4FFE-9F04-0DC21DD103B6}"/>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CDD426FB-AEF5-4E2F-8800-3670A374BA1A}"/>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AEB66CC-B459-42A7-B6D1-610A0759FC5E}"/>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209551002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CFDC81B-A277-4EA2-AE09-5FA556AAD49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15624D22-FB6A-4C4C-B965-D059D22AD93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237CA8A6-67CD-4FC9-BD9B-00BB60BFFFC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5B85DB7-33A0-44E0-9D7F-513885237DA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2FDD2B1D-5695-4385-A8D7-32CFF20A6B2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D73C847-9C7F-4746-81B5-3CAAD115B2D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9062C74-5823-4F61-AFBC-BCC44F4EEC2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736D402-9BA4-48B5-863A-9B43FABD51F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16898B9-CF31-425C-803F-5FF1D7DA5D0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E9A8BF3-3663-451C-8355-690743FC471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33EC131-B81A-41CA-8337-F0FB9003D16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BDD6B00-E215-47A7-B8CB-EB82327124C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9AEED03-A731-403C-B727-BA7226DC497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8456D09-4D7C-40ED-9891-375B5455308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3E4516D-7AFC-4EBE-8201-045BD3BF538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D6DCD3BE-3B5C-4383-B0C4-F2A13DDB8E1E}"/>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1adb5ea5f9dc4b0b"/>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524A655C-7F23-4580-B39E-8AE18EE21E6E}"/>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C6B9AA1F-2CCE-4D50-9CCF-81B91D369EDF}"/>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96064D64-1E95-4181-9918-F5FFF7A9E768}"/>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BDA7A634-A3D5-4296-AAA2-7FB4F42DB002}"/>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2E308AA3-4649-434E-9C6E-2C1EA2B7D894}"/>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5E8D68A7-80A7-4ADC-984E-82F0370CCC5B}"/>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18264EF9-5A23-45F0-B192-190D0990E669}"/>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AE693C4-5C37-4CD8-92C0-86E4CFD955C9}"/>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187773791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59BA5096-2462-4BD2-9FB9-CE8519181E8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858DCCC9-1888-4197-B327-7459BA2B9F4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0705D638-3183-4715-A3C1-FFB5CD5452E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8B30E61-B98F-4ADF-B38D-727890D1BF8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88812D3C-4F27-4836-88BF-0F60012B822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C77EDFA-50BD-4794-9DB1-796A758E394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9651C0D-57A5-4A81-A551-E668F0E8838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73BA563-771F-4F5E-AEA3-1DE6AB000F0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0467EEF-80AE-48EB-A87C-ADBD5D00714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4B2BAF-6EC9-4EF7-A7BD-2D5F8D466EB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F1BE229-AB03-4FBD-BD81-B704672732E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F5E2443-F267-4B3C-8AC4-5BB679458AF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43C40B0-D52E-49D7-8A5C-85ACCAB6373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23B11B6-CEC8-4FE5-B2F7-72F566C3660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D06410F-24CF-4536-B7DE-18547C9A254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10BC3D02-E717-4CEB-8274-B1CC450587F2}"/>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79DB452E-DAC5-4B25-AB4B-8FEE6845CFC2}"/>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9657E196-3F69-4CF2-B7F7-1A53F67E94A7}"/>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9597540-7F3F-4174-B648-024F1AB8427C}"/>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AEEFEC79-9861-4F50-B860-AE749272E173}"/>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C6ED714-BA48-4758-8A50-48D093037443}"/>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2CD71DFD-BFBB-45A8-8A16-7FA461DEAF9D}"/>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6BA97081-A8D1-4BBE-B4DC-FE9BF5063662}"/>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2CAA97E-24CB-4768-BDE3-2E1EB2C990BA}"/>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F9804371-2F06-4D9F-BB43-967B4736C4A6}"/>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7DCB23D-8BFA-4FC9-A17B-0A2B392C92BF}"/>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91F026F5-1F3D-405E-911A-F837A8961087}"/>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7006BF17-B77A-45BA-B335-D806E8825EE4}"/>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72BBE0D-D3E1-4EFF-83A5-4608148D035B}"/>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D6581CCC-E258-49D2-96EF-0FA7D9734ACD}"/>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38E0D29-7BB1-4B4F-BDD8-D5E969B94B02}"/>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B81B4E26-42CF-4310-B82A-E18DCA27DC3E}"/>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B8ECF6BD-586D-4A0D-A13C-ED5A6101A538}"/>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715D583C-19EE-43C1-A703-FC1FF58C10AD}"/>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AAF054EE-60D2-458A-8195-39EEE3428D46}"/>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AA33344E-D982-44BF-BE05-BD01F25CF898}"/>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66D6F987-4FAC-4A81-827C-E341E7C500AC}"/>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735842161"/>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5E9DD3AD-4FD1-4E2E-8125-BBBD65D0A9B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3ADA35BA-8195-4519-AAFD-00D98D6823F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8BF723F6-679F-4A6B-9F80-28C5D20974D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F6FCA70-BE9C-41D0-AA95-A5416924B88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0CB316B3-71B1-42D7-8325-D91BB920E8E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6A3D298-2B2D-4252-91C2-C234E3A54F2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B502B38-B3DE-43F1-ACFC-CA5E69ABFB1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1C1D7F2-A1EF-4006-93E1-69B796A3283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B8C40E8-9EA7-4FDF-910C-249A3C92C48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B93DA06-42D2-4142-B4D0-26116401703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10D68EB-3865-4D15-90B1-8EB51950D62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7513DE4-59F1-41C6-9D90-855A2B35F96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5188577-A767-4A9C-8FE1-F255C048000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50D851E-0064-4F0F-A0B3-F2DE385797B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75E136A-53DF-4C0E-AC03-AFAC5F79591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8440eccfc4034a31"/>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140678251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027AADD-3664-4098-A1D1-D1F8B32F31C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95C74BAB-9887-40DB-91B2-2C8B2B18D9E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174144D6-FA41-4E9B-9B7F-E39186C24E6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4DD196B-2EA9-41EA-894B-7C9D1846DD6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DB3E0094-25B8-4E5E-A54C-94988B3E48B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6AA42BB-68E5-435B-A768-17FABB2F2B5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31D3AFD-EF8F-436C-AF39-9473B371844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1D98B91-0281-4906-974E-F8EC89DB83C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DF0B7C0-4441-45B5-BA3E-C3C008EBD0B8}"/>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CA5571B-46FC-4772-AF97-5F43A294E3F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1EC92B1-6CA0-4A96-BBBD-044D62B063C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61826F0-0998-4B96-88DC-400F1C879BD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C26C71B-A172-4650-A99E-2C7C06ED89B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AB69424-7992-4275-B082-85AD880AEA0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C15195F-00C2-4F68-B6DF-D5BCDD50936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02485E84-98C4-4D63-BDF4-33B7228CE319}"/>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7ad228b119c24db8"/>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ADFE9D94-8E17-4C19-84D7-F05CA9FF2E3B}"/>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35800642-A8A1-4613-8E83-84DE2EB8C055}"/>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4F2B14B2-A53B-46AD-B0A3-1E218D63E742}"/>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C057B2D0-794B-4ADE-A2FD-D595987E06C8}"/>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150DE409-D6C1-490E-BF9A-7E260A28C5B5}"/>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41DECA1-0BE8-4845-A923-45570BCFF97B}"/>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3376EC5A-1786-4C46-A5B8-56219005C318}"/>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10EA833-82AD-418C-8C12-CC6B1D9ACA80}"/>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1DAF9222-416D-4295-BCA7-08EAFB5B7F88}"/>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60270E97-EC69-4393-9632-51C9BE51A87E}"/>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00F53BE-0182-42DA-A68E-F1A761A140BF}"/>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1157013881"/>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7FCD67A7-4623-49D0-80CE-FDAC51F5D9D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9E00AE74-4884-4640-9C30-710FD05A4F6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6C86212C-89AA-410B-8A1E-278F333976B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9AE4A0-6E1B-4217-B976-05DE2E31055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FA7081CF-8AFB-4667-B4B1-6699E863312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01AF23B-8733-4342-A2B4-A1A4B808A19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3648492-8D0D-43F4-9753-1FA0DA95C3F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3FD7445-A878-47BC-A087-C10A2F67CA5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F329BEB-E52E-4E2D-91FF-B33732DAF48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007310-59A7-4971-85D3-342D1AAC892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7DFA8B6-DF20-4CE6-8225-50A1ED6545D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D891819-E341-48A5-911F-6F346AE8ABE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BDF787C-F117-4950-B9B5-F063A24D853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45E813C-3602-4FA4-817A-8480D336747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3082BB3-9084-4B18-8F12-35AB5FD439F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E8BE0FA5-2A95-4B4A-A69A-85647E12D9F4}"/>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D58854B1-E6DE-45F9-BDD0-8A23F0A3174D}"/>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821C6CD1-78CA-42FF-81B2-0FFBA8A9FD9C}"/>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0A3B8AB-CCEB-47FC-83A5-1F40332FBEEA}"/>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8599422E-623C-4889-A0B6-F2F128C8CDE5}"/>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7985BE7-74F8-4A6D-9726-9608F3226627}"/>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97D486A9-1785-468E-81EC-D211C9D38E17}"/>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B9FF7D0-D1F3-4BC8-B983-A66EB09C3305}"/>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92F1D42-BC4E-4948-9110-FCA23AF8F62E}"/>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EFFB0A4-DE41-4C58-B4D6-B4A3E1C9F404}"/>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A126EE4-3902-4D9B-B3BD-5AD161CB60E2}"/>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8BE7A4F2-EC37-456F-A1E9-FF869F5FAD07}"/>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9BE968EB-CF05-4258-AC45-0C678A023511}"/>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376ED2E1-6057-4D5F-B86D-2AB90F61D080}"/>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E50A705E-FDB7-492C-8B3F-5F11F4104747}"/>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D9AE924D-7441-47A0-8F2F-0CF403D6B5E1}"/>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3C56A6E7-894C-4B04-8B77-6644715C164F}"/>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52E78E4C-CC58-4396-BA0A-34D9447527E2}"/>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3B525D34-4FD5-4480-B636-189C131239A1}"/>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053568AB-D4B5-43C7-B6A2-A12FB255E04C}"/>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5F02DF49-3118-478D-8B66-48FEA41CBDD9}"/>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9AD8E482-60B7-4F0E-859D-DE00FE0CD73B}"/>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BE7F1AD9-E9D1-41C5-9909-F1A41DC5A1C8}"/>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45B6E2CB-B613-47FE-9F14-10BF7E54F568}"/>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1B6EB3AC-9236-4F12-8D0F-995D3745A57E}"/>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0CE2798C-A2A8-4939-8467-24705219953E}"/>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B415B7B4-4D31-492B-9CE9-08375924FED5}"/>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88B81C97-5269-402B-85EA-83255F4A6C26}"/>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2D182C5A-8D69-447C-84AA-580CC589CEB0}"/>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10761D23-62D5-41D7-B034-3C2133891B3D}"/>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FAB5363E-E107-4120-B03C-76D036768338}"/>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7C3BB454-9698-442D-ABE8-AF429645969C}"/>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48F15AC2-1CE2-417A-8494-E561DBE075C1}"/>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1639B4DB-7B8B-4462-A95B-A0EBE3F05F9F}"/>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56110910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DD91BC69-9EAE-40CA-BA4F-FA978C67D93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C96338DD-69ED-4D23-B7CA-35958885438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7C9AC345-5866-4A13-82E0-9D9B072B131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15F17C-C97B-4F49-8204-AD0FF6B6FD3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DE61B5A2-B296-4B12-8E69-DD756C1656D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2100725-B374-41FA-B888-4DECA02EA8B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A60383B-AEBB-4988-B0D8-D807E6ECAF2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C1E91E5-814D-4A26-AFBC-4B580E06129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7D3F0D3-9C83-4DE9-BCE0-603ED6D7107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AD8F6A4-5F9A-4DDA-B752-17593AF120D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3948B2E-AB9E-48AE-A969-977F0092FD3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0D8638B-3A1F-4F39-AF97-8C61F9B8C65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29A9BF2-2566-4E0F-A559-3982FF87B23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B46C7BC-EFC4-44C4-B4DC-A86DFF61A36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469B39A-E9E4-4DB5-A53F-A75F65AE1E7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4E1E0507-BC54-4939-95A9-9F63B329601C}"/>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55688431-8AAC-43BD-911A-A4F615E0E42B}"/>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4C41F9EF-C80E-490D-885F-B45F649A9144}"/>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E5468F39-EC47-4273-9B0A-876629750679}"/>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9729B3C6-8051-4FD3-8C17-98CA7AC1BDEF}"/>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A397997A-7B2E-4384-BCF5-751EE624A2F8}"/>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244E1CEA-11CB-4636-AF0A-45382B8667C2}"/>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A8CEAC40-F6FF-48E0-9F3A-1E65B43C5FAC}"/>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A150BB8C-6257-41DD-95FB-1AEE92249091}"/>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1D104D78-26CD-49B2-B037-B85FAD186169}"/>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32DFEB5D-CA13-4E0C-AA31-589FA5FB10F8}"/>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95206F32-41A7-453B-9ABF-C6FC291C0E59}"/>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83BEE11F-ED59-442A-A155-12824D12036E}"/>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7C8244B4-DE50-4826-8CE9-4C5427F0C761}"/>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DE3A46AA-398A-41CA-B345-1D232A9268CB}"/>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0709B574-33B2-4631-8F4D-98732A186B8B}"/>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DB21444C-9E0E-4BD2-ABBF-8CDA5A14A311}"/>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1059C733-92AE-4FF2-A4EF-F3F2B8CF6B04}"/>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6F7A5E32-F4B2-4821-8C99-8224E3DB3C15}"/>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67CAE360-33DF-490C-871F-0BDDD793165D}"/>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E7955F69-8163-4C85-AB6C-21C301E8CFA6}"/>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77967DB3-35C6-4A70-AD74-737675CD8193}"/>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510A3BF6-8A43-44A8-9D0A-AEA228375A04}"/>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009F2938-D393-4D39-80F6-2DCFAE54C91E}"/>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515B8D99-41F9-4DBA-8672-E2F8F320D185}"/>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98B712E8-6E78-447A-A4F2-FBEE8313CD98}"/>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117BF1F8-9AA0-49D8-B8EA-44961791A409}"/>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0CCFAA40-B589-4989-948E-ABEDF0D54B6B}"/>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8FE007B8-0303-4C22-8632-6904D2BF0832}"/>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68482C6D-3B1C-46DB-BCAC-C388A0D6DD07}"/>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B14EE2C0-C634-41B6-85DB-034D7CEF8025}"/>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8019A5F7-542C-4C3F-96F1-AE484E08E93D}"/>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75141B91-65C4-4BEE-BDD5-4F4B39772A6C}"/>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372D8C81-ADB5-4F77-936D-63EA7732930A}"/>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0FBC3E49-5333-4B2C-8A27-CC57F917FF44}"/>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7DCCF3E2-4697-4B5C-B3A7-FD6FC9A344DC}"/>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4A12081B-2ACC-4F07-BE47-72470D7B3057}"/>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4007A34E-633F-4A1C-A566-E7231EA4B02D}"/>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D7502C52-3269-4847-9AE1-4E3B4CB4E3C0}"/>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9AFB81DB-57CA-4A17-B388-10C8B0DE0D0A}"/>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AC2C885F-4556-4329-8D01-FCD96CAB8C36}"/>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AAAA1551-4069-4C7A-9584-ED676E553242}"/>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6C2ABC64-25E4-455B-919A-7D6AE108C908}"/>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141E8389-687E-4B30-8B2B-DDBF0D80B159}"/>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B879B307-C193-4B05-B294-8AD9CC1E999A}"/>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C6D1EB79-1125-4414-8B99-FB8A875DA217}"/>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C54CFB40-DF11-4A40-80C9-9A27C1A485BB}"/>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83A7F1D7-2584-4D4C-A3FB-DF3BD918244D}"/>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5BB2B30A-E657-41A4-9914-CEE242E8C614}"/>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7721CFC3-444C-4BE8-9564-E58FEAE13290}"/>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19434FD9-578B-48D7-8A8A-D0204D7134E9}"/>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F4F75305-A729-49EC-9480-CA13FACE48C8}"/>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6559F1B6-6266-4E9E-A843-34D7483F3882}"/>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434F17C5-5A6F-4D3A-98E5-719A0E19627D}"/>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51363224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172AF90-4F70-4CDE-8961-6EDC332C505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3A1C3561-FFD6-40F8-BD5C-AA7FBE61567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3EAB4DA8-9CC5-4E41-9B5A-C541E05E458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BB198C7-18C7-41C1-985B-904AB8AA9B1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7CA0568F-356A-4423-8263-C771AA5020B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C47FF19-35F0-4689-B4BF-423AA74C5F3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7EEC0AE-9FE9-4C55-855D-A67017AEF1E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4C106D-7C89-41B5-B680-D0F971419AD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873FB2C-87F4-427F-ADAF-543F855A019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B15B3F7-85D9-4579-BFCE-683F9BA850B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4434FE5-ACF2-4D4D-B1EA-A7E8CBCE032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EE09ECB-9803-4DF9-923B-4A319A72BE7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A0C738B-0A58-4BDD-82F4-46E2035C0B0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E3A2062-801D-4F65-B10A-ACD20FD1FD0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D698B3E-C4AD-4E40-9927-3C7CC0393B7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5EC04B57-DED2-45AA-A871-ADAA038B08BD}"/>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89311848-AA92-49D3-BBB9-58CA9DA15B77}"/>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B3EE32E9-3C44-40D9-8406-F8CB840E2347}"/>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17B4F4A-C3B8-422E-90A9-D3C92C3B15D8}"/>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135381116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1C28AEB-DCE3-44D2-BC95-FA02B104252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DD990675-8A3E-44E2-A028-F3E1E15E8CB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AB23AAC2-CEA8-429B-B3AA-89E2D12EFE3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EDA4601-8D82-49A5-B065-A8FF32D6BB3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1A84FDD2-FE7F-4B08-A686-5B823CA581D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C6A8441-AF5E-46BB-9963-C0EBD9849FB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8900140-48B2-483B-A7D1-78E5B4BD9A5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0B2FAED-8321-427D-9831-C3D9B46E11A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5099DB1-5729-4BEF-AD46-AC748F3A2C2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D7C59A7-7EDD-404A-BD0C-4C8EEB84EAD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27FCC0D-032E-4585-81BB-E4E6BE56286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2A633F-5F40-4112-9C4E-BB3B10EA2EB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D287BBD-C375-4AC0-ACFF-13E3911DE73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E473346-5231-4F07-A02A-F6C286CD83E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A9666BC-F35C-4440-9C7B-7A5D904431D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073b17f528bc424d"/>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F5903E5C-47B7-4FAF-8657-E0A45ED7EA4F}"/>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39D2ED7C-E349-4255-802C-11B297A64A19}"/>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FDB1B4B8-3155-4535-97D4-92446D2FC1F2}"/>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4216C5C8-8B46-47CE-8477-81C44C52BC5B}"/>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BDA69D55-EC12-4834-882E-B46BD0BF2578}"/>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5B8661E-97A2-4112-AAA1-3537AC5C8EC1}"/>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19420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7F670D3-D23D-430D-BCDF-2B41496B1CE4}"/>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14523505-FA19-432F-826B-239A8052C2EC}"/>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1EB26185-8F8C-40A8-9625-AC2125EA266A}"/>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B13C216-292C-4CEE-A8FC-245C0A6AB668}"/>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3BAC796A-02C3-4896-9704-65BCCF286581}"/>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8337041E-30AC-45C3-9365-9BC788E3C79D}"/>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3C56C83D-25A0-40C7-B9C7-3BCDF8353029}"/>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7E4AB2C2-C41C-4FFD-8ACA-841A98D47C72}"/>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52A029D-B7B4-4CA1-9BE3-5F86FCEC26E8}"/>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53AEF7A1-13E3-41B9-A54F-49C75E0A19CC}"/>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4461B47B-9529-4CCA-A58F-3660523CA66F}"/>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EE1D6BD2-1718-4DFA-81D8-37FEBCDA557B}"/>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375BE484-717B-4D30-8441-9D3A59BC00AD}"/>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D6CBA016-EFCC-48B2-9D32-9E85F9273347}"/>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7A6E5DE2-2A5F-4A6D-A4C4-CF765F06D1D9}"/>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E44D25C6-C376-44F1-9771-4F9B130557D1}"/>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58E8D6C5-5738-4DC1-AD96-864B50C8967B}"/>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4F4AFC77-979B-44AC-B5B2-28A5A2EF0AA1}"/>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3301B13D-433B-43E2-8F22-5C7D5FF31A0D}"/>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D118EE31-92B6-439E-AC59-BD3B4984F173}"/>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582071D-BB28-46BA-B2AB-9BB333AC7220}"/>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ADD5C228-F1CD-4E5E-BB49-5CBABE2F5D6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6A26BB9-83AC-4207-954D-9918AB29E21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83817D88-B451-4FDC-8883-BC09AF24FDE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7F8C9A4-D21C-4CDC-9EE6-C98C3E10344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A865B5E8-CC77-4F8C-95FB-314B7B0580E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A8A1442-5871-4DA1-B8E4-56BBD280AD5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31490520-AB11-4418-BB66-188C0D2D328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5EFCCBD-99AC-45C6-BABF-49F82CAC275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37775E2C-7AD4-4965-89D9-DB043A1B1ED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D6F7792-431E-4F3D-97F6-E1FED6E9FF4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54434460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822C01D-4492-4942-9945-B866E6AFD8B2}"/>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8A9977F6-1391-40FA-9C85-C932B2078997}"/>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4B14A188-7F21-4427-8D36-B182973DB151}"/>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4A232D8-4378-4052-87C0-4A8881E38AAB}"/>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2F57308A-0304-4F26-87E6-D07E124158E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304DAF2-8694-4E1F-A997-C5C6267C3AF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D19F699-472D-4425-A85A-7AA194D6286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26DA81F-EBF7-44F8-92C3-9C2069137D7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8803174-AA9B-4D4F-942E-4365BF1487A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3A7AC3-7477-4F0E-86EB-EDBE2E3FF82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51796F9-C668-49AE-834C-9520361FCBAF}"/>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ABB34A-4797-4777-B20D-EB0B7F04A6D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6251017-8686-4CA5-9670-A8B81801B2B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58F25EB-FD5F-4FD7-BA70-D019171BCC9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698249194"/>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57171A2-F042-4128-ADA9-143366610C2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D15A08A3-160D-4D99-B4D1-C60D510B455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03ED58A1-B9A7-49F5-B3DA-932B79E3020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B320C31-F525-4D59-A0AF-D002DF715D5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369F22DA-DA4A-49C2-8EBC-C761CE33297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A553D80-B893-434C-8B27-914BADC95B9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AE8C439-F42B-44EF-87C5-AB0B85AF4D2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AF1EDD-77B2-44AE-BE88-979E192FA41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51C151E-7CE1-4991-9E7F-7397DC734A3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0BB0DE7-6267-4A06-989B-AF9A7E25F13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9170F21-550F-4071-9463-7AD42B0A58A5}"/>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BC529C9-A6D0-47B5-BF12-7955A57CEFC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87F3B01-7183-4FA5-9C38-9AE343BB0BA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FECBAA0-9D81-41B4-B8D9-988BA486D06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3D51D95-EF39-4F93-BA4B-3C99446066AD}"/>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ABE73119-98F0-4FF8-A1A4-50C60AEC2D16}"/>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F956B13B-E9D3-4E4A-99DF-3A2E4D7FD415}"/>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66B988CF-AE23-412C-AFE8-F87B5EFAE109}"/>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F1C55160-2F57-438D-9CDB-333093671E4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3697D4DE-550F-43D4-AFA5-830B48E6EAB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4397003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DFE3457-515C-45B0-952F-91BD66E75E3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A80B7F70-F85D-4CE2-B503-69E9A33912A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CE92F5DB-F5A1-4372-A24A-164A8B8E514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2F3450A-5D9A-4C55-AF7C-D086FCC344F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E9005204-EE7A-4E6F-BF23-6C3FEBB57B5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AF9E55A-D6D3-470B-8C83-741FD1F6C63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280B13D-E8E2-4F07-958B-C7F0FCD5306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15C7066-6371-49CA-B283-9AB9E4AAA97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DED8BAE-3B01-4704-BBC9-7CDCF8F5A74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FE63BF9-2E73-4A13-BC42-33BBE0B0573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D2D9C56-09D2-47F6-9714-0AF617D445D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E0658CE-41B0-404D-83EA-C4F0EDBBA82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9101365-8691-4262-BD5D-F2EA0AB24D0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0B63CBD-DFBF-4D8F-A80C-93BC38A2BE0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EB1D743-2243-4C46-85C5-DC6C59E7145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9F77D709-16E7-4156-81A0-2E2737C5ACE3}"/>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AAC9A1BC-37DA-4369-9AF3-76C3ADD7FBB8}"/>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92F36E82-C04B-4B6F-9B30-99C96AEE3EA2}"/>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69988471-D2A5-4D63-AA4B-927F91748269}"/>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557EA2D-7E95-42A2-A397-9BB3ADDD07E6}"/>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8A5BDE8F-045D-4C46-9280-17414620311B}"/>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2730079B-DBC6-4FAC-AFFE-5BB9960A08AB}"/>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5DC3B461-9C4F-4A08-A07A-98F012FBDD2A}"/>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BD8FA7A-BDA9-47A4-9EA7-9652A104949A}"/>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A2E0AF09-FF61-4906-B1F8-1C4A654B2EC2}"/>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E79836B9-8A3E-476E-861E-C5A457B217A9}"/>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71C4A447-03C6-45E9-A066-AED157B71B73}"/>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226E935-1158-4B4D-8E3D-F0EDD2398F67}"/>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231A2BB-0C55-45A7-987A-8AAEECC31D5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156372298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7292A19-322F-4FC5-8239-7CEA5F46A03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89526F8E-3DBB-422D-AE41-20C1C309066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40B9D612-A8DE-4A1D-AED0-449E1D94136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B897C3A-5526-4355-A131-ED36F13E28C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0DE23D44-F893-406D-B67C-18FBD0F5854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0F87FC6-3B7D-420A-BBD4-8DEFB60D326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8C7B2F1-5F50-47CA-8885-232D88FD067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CF35A1C-B966-487C-951F-852D77DF565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7B784A8-A377-4623-B018-D15B884B921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2E43DB6-47C1-4C0A-B1CF-C5B6BE4B5E5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6559CCC-F808-4CF3-81A5-060052F8D414}"/>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1D6C6F9-33E2-4F8E-9F3E-D662AEA6168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BCBEB94-6210-4956-9AE5-5322447DF48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4EA14C6-DBC1-43A2-A0B2-DF6D1096556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297496F-4E6E-492E-852A-683F7343A97C}"/>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8392C66F-601F-4320-9CE6-11E0D0FE8538}"/>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F86460EE-A1E0-4527-9488-280BD18D9B8D}"/>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73884D3-2881-42CE-B595-C07EFF35697A}"/>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5A26BE52-886E-4885-9BD4-E5C6F6937764}"/>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A5295D82-06AB-4822-B58D-0FD23D913278}"/>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B125B63-4F98-4D6C-B3C8-7646CFE4E78D}"/>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535C6D7F-4FCE-4963-BD61-8F536BEA31DE}"/>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0EF1EE69-E0DE-4A35-BAB2-19B0934E8B93}"/>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542138F-FFC3-4F25-A690-FCB2B228009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88FC190-FCF2-4E48-B829-7AAC554DB10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70218391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3EA089A5-5FCA-4952-B4A4-1ECCB77E6F7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ECDCB684-AC85-4B98-BB55-F65358B9141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B34BAE50-B250-4DE9-904E-746C60AEB22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B5D46D-278C-41DA-ABDE-37421D2663D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746A71F7-C3AB-4732-9612-DA399278891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1B0D92A-69D5-4921-80F9-DD5F4AAF6B7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C1F52CB-5737-4CF4-95CB-C10114EF37E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2836CCB-AB1D-4955-98A5-A1804102D6A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FBB8F02-F5B9-456A-BC89-56072E4E1DF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1C0B5BF-002C-47DB-935D-D1A749E7A31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CBC69F9-89B6-4F2A-BA76-8449E0A48B88}"/>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0D6C8B3-FD17-4B1E-9344-CE34E9AB823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2319BBF-7C14-4441-B324-F390B2FEA31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9ED6219-6D08-4597-BFA4-A8116549AEB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F9C3932-8318-471A-8095-E23800A562D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DB8E4FF1-9CE8-4272-9E37-AD6A55CF4C8C}"/>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F3B096F5-D4D8-41C8-AFD4-0794B3DB15D8}"/>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F947DDA6-2930-4DDC-BA8F-DF43423C2BA0}"/>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F9F23553-A91F-49E0-A49D-6D9C2DD83B2B}"/>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ADEEFD24-CB4E-4554-8B5D-4E058F422459}"/>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A449B536-754D-4ED7-BE41-21B7C97B4C8E}"/>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4E94EBFF-AEBB-41A3-9D91-F290218B68B3}"/>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357B1DA-1576-4582-BF5C-702DB110F046}"/>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4A4FDBD-760F-4197-AC1A-AF04025EE56F}"/>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FFF2864-5481-4520-9F51-2486148DBB2A}"/>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D2FF37F2-028A-4FA4-9E7C-C3E5443DD17D}"/>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761DA8A1-0A87-47FA-BB47-77D4091E8205}"/>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39F235A9-48A3-4B18-AADF-6268FEDA9D9C}"/>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D5E3F03E-65CC-451C-A5AD-20E670BADF00}"/>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2E781100-3892-4D14-8472-B1F7ECA6A763}"/>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97DA439C-B72B-44D6-8D98-72B1CA442AB0}"/>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B2701949-6DAF-4AF9-9098-B7595A0566F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AADAD457-18DE-4DB2-A290-D3FA657D784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1172323169"/>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C5FFE51-AD3D-4C2C-B366-0A47E7E934E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10A82BE3-4AF5-4715-918B-542C93B13A4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61014287-880E-49A9-AE8B-872C922812B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1A3C3ED-1892-4B15-9EF8-32368F69230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8470624A-F76D-436D-B0F9-0EF2787294D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D69ECA3-0A81-4C02-9563-9E9522463FF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017DE36-A134-40E3-8DF6-98779F27240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C81E0A3-C09E-40D1-89A2-AEE6C550BCD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62FA2EE-0C07-455A-93A2-4D1EA8E6D03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F81FC4-CF91-4CDC-A49B-3970D35F4A3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230E94D-7D84-47A6-ABC4-1052E0E8348E}"/>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3B9662C-F4BA-4A49-BA14-9100F9CB3FF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3BD06F8-FE4B-4A5B-AC70-ECD1EBB49C2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8594F3B-82D9-4A8E-96E0-41E9B7DD739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2D7B175-AF43-412A-94A0-46C4943B87D1}"/>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90AD1079-947C-4E97-94D1-40AAC376AF2E}"/>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A3064CEF-2729-45C8-B8BD-238094C2BB2C}"/>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7B1F11AC-2A4F-4B27-AFC7-F8B4CA59060C}"/>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9ABD58C7-53D4-4205-B361-F5C5A96502B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573DC26-0DA2-49C8-AD14-8C7DB0EB9536}"/>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1426215025"/>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A17A139-325F-40C3-BF9F-2EC6A6FEDB7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883AF255-3FB0-4B83-A800-CB3B27BF636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5184A5DB-D7CC-4EF9-A41A-8161779F3D9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D1B343-55CE-4D19-95BA-591A31F4CC5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0F31DA45-8C67-45A6-A356-E818140247E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A5E71CB-3219-4EFD-AF0D-11085E837AD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DDC5116-FDBC-44E4-8406-C873BC038B6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0D8BD75-57D4-445A-8C66-F9318931A9C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888D826-60E4-409F-A439-0604C0B7B92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A5F2202-CFFC-42B2-B9FF-91C620CAA3E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1B8D0FB-F8AE-4952-B9AD-D0866C4F237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A888E12-6433-4D17-85ED-936695016EC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941B1D2-BA30-4A41-B09F-F1A2A29F2B6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293C38F-5CFD-4254-98A5-4B3703D4E2C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C248506-2D44-4465-98A2-2D86F89F691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BAC16D39-E5C9-491A-93CE-A8E6C6640B33}"/>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CB46671F-5610-4F5D-8BB7-281740FCAFFA}"/>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FE5897B5-E804-4808-83E7-4F0FD5FE055E}"/>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16E61E1-D4E5-4CA5-A5CE-01C9908817B1}"/>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AC3B206F-36E5-44C3-91B8-0A3F7E845DD6}"/>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223B190C-5451-4DFD-9A9C-E7E901D1A63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6CBD990-E134-4F41-8DAF-7037904690C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1509903505"/>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E14462E9-8EBA-4625-AC82-FB8B0536729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46CA4D6A-F41E-4E58-809D-FB93A497C5C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7593A3A6-D941-4038-B50D-6A9AADC6104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73258C0-5BC8-4122-903D-F3E991EDD16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6119F1FF-4262-4D47-9557-8EE09879236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C65E679-A9D0-424A-B9AA-871A3BB4EAB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DF4B44C-DC3A-4B28-A71B-2583BE23A04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149028D-9406-41F9-BBD2-53A752472FE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D57DDCA-59E7-49AF-81E0-1F348EB0633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7FDA03C-12A6-4ECA-86CD-B4195B03D0E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C3668AC-640A-4E65-85D4-08D84F22566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A07868B-C008-4833-8AA4-21DA1783F62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822C4CE-9039-4A9E-962B-11952D3336F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CF8312F-9116-40BC-B157-32D5C9BEC1C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B848B2B-1D3F-46D3-9C77-F6DDADDB052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596F249C-BC3D-490F-A19C-544B3BD5293B}"/>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1E691636-0971-4F26-987B-1CB44D99849E}"/>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04175AA3-71FA-4719-ADCD-500AC986ED79}"/>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BE1B9768-B25E-4C31-B9ED-40C6DAD68332}"/>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18D8FD6C-5A80-4E87-A713-735C545511C3}"/>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E54746BB-8CE8-4ADF-8C29-0DBC30A52D39}"/>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807E03F4-2995-488C-84BD-9CD95318394B}"/>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A04E604-7FB9-414E-B808-435288BDA942}"/>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B6313DF2-090A-4CE6-91FB-6833909FDECB}"/>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A32C74C0-1F59-4EE3-B9BD-B2E2A0161382}"/>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BBCB3A94-1E0C-4377-A381-F0014C7D15BD}"/>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152F444-8A61-4D52-B9CC-1D9FBB029765}"/>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98B8F678-0CF1-484F-AE29-D1672D0F9D54}"/>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34503078-EC8D-498E-80BF-AEA8C2DF01FF}"/>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7C077972-8120-4070-B0C7-D4CB6D42EA16}"/>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58F5703-079F-497E-B28B-814D93689AF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AA1F1FDB-F0D8-4F9D-AF7B-44D1ADC267FC}"/>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501643809"/>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03DAAB9-BFA3-44AE-BE04-725B1474DD37}"/>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27AB0161-6AC9-4C87-ACD4-770E4584719F}"/>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9E044BC-C3A1-41A4-9409-089C994E7A9C}"/>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28"/>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After the break: search for executable models and design tests that distinguish them.</a:t>
            </a:r>
          </a:p>
        </p:txBody>
      </p:sp>
      <p:sp>
        <p:nvSpPr>
          <p:cNvPr id="4" name="">
            <a:extLst xmlns:a="http://schemas.openxmlformats.org/drawingml/2006/main">
              <a:ext uri="{FF2B5EF4-FFF2-40B4-BE49-F238E27FC236}">
                <a16:creationId xmlns:a16="http://schemas.microsoft.com/office/drawing/2014/main" id="{18BC6F2A-EB9D-428A-AE76-6B563201DD6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526F37C0-E31B-479E-AB44-AE5AAA44AC3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20C7CC00-5D0D-4A81-A2CF-F9267D3F067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A5C5A3A7-532A-4C2C-9B3B-2B775E0B062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D9B07555-C95F-452A-8C18-0E032ECCBA3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A98850A-9883-4ABD-A378-5B93CE72E40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9D82971D-D2A8-4EF2-8BB3-18609A098016}"/>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046F127-9C5E-4DC3-A39B-40D2CB55330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70B5CD8A-B689-4703-B702-ED9AD386B39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642C06F-E1A9-41AA-9C4D-D8D89D86A9D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652177484"/>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A39270B-6359-4D71-A7BB-643F384266C3}"/>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5</a:t>
            </a:r>
          </a:p>
        </p:txBody>
      </p:sp>
      <p:sp>
        <p:nvSpPr>
          <p:cNvPr id="2" name="">
            <a:extLst xmlns:a="http://schemas.openxmlformats.org/drawingml/2006/main">
              <a:ext uri="{FF2B5EF4-FFF2-40B4-BE49-F238E27FC236}">
                <a16:creationId xmlns:a16="http://schemas.microsoft.com/office/drawing/2014/main" id="{17D95F7E-C6EC-43F4-89A4-E5CB7C15A756}"/>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Search for executable models</a:t>
            </a:r>
          </a:p>
        </p:txBody>
      </p:sp>
      <p:sp>
        <p:nvSpPr>
          <p:cNvPr id="3" name="">
            <a:extLst xmlns:a="http://schemas.openxmlformats.org/drawingml/2006/main">
              <a:ext uri="{FF2B5EF4-FFF2-40B4-BE49-F238E27FC236}">
                <a16:creationId xmlns:a16="http://schemas.microsoft.com/office/drawing/2014/main" id="{6CA29836-8749-4BAB-A7B4-7CD55BC8AE25}"/>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EF31F53-A5A2-40A0-8B98-A8C95433165C}"/>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Generate candidate processes, fit them to behavior, and design diagnostic trials that separate the surviving accounts.</a:t>
            </a:r>
          </a:p>
        </p:txBody>
      </p:sp>
      <p:sp>
        <p:nvSpPr>
          <p:cNvPr id="5" name="">
            <a:extLst xmlns:a="http://schemas.openxmlformats.org/drawingml/2006/main">
              <a:ext uri="{FF2B5EF4-FFF2-40B4-BE49-F238E27FC236}">
                <a16:creationId xmlns:a16="http://schemas.microsoft.com/office/drawing/2014/main" id="{E85CEF67-0513-48F2-8572-B1F0128F9B0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4D5FD7B-AA62-4E30-ABF7-9AC0E13F2D1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FA4844C-F03A-4C5D-B241-8BEF804FE0A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1F72B92-66D1-4CA4-B240-F22EE868CA2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D595040-B29F-4322-AE47-2B620E29C45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D88819D-C146-4005-A977-E211D1A118E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A1C860C-0C8E-4F3F-A10A-183FD1135DF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E56E9DE-784D-46C0-8D4A-C13890CBC32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6DFCBB1-867C-4216-8711-6F70EBD59B7F}"/>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81A206D-E315-446E-A852-BC5866303DC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597334199"/>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F9226EBD-AEE2-4EFF-9459-6B034D2D6A0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7B658FB8-CD5B-4C40-8449-C00EB85092F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840CE623-E9A6-4C57-8101-2FB96E10103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38009F4-C287-4ECB-ACB6-6FDC7D8A9DA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9D1311D6-77C8-4FB5-8598-02C2D7A9669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25DC0B4-91B4-4983-8D0A-B6AEF1B68A6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1B980A1-825F-44FC-A498-4A7E3C492C8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CDB834E-2EF9-436C-90BA-BB91B401CBF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7A1D17D-BB8D-4A89-9A8E-095EF821A1E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1210ED0-E985-4F9A-92D6-6C9C004BC62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90E8883-C2EC-4FCE-993E-102779EDF24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6286D7A-C5D0-4809-B4F1-3DAB2C0F50E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5B93D27-39B3-41FD-A7F4-F615BE6CDEED}"/>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F7B4640-5B96-4BB2-93A7-3D47700B87D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1E5D1B8-32C3-4339-8215-90A5FCC0817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D45FB9C6-1837-4ABF-B5F1-5F7F247DE70F}"/>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2733C5C2-A3A0-4683-9B55-75C1C92977B4}"/>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6E9BAD72-51A2-476F-952F-A50AC0B0F541}"/>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36198F10-BDA4-45B2-96B1-56E3EA19B6A5}"/>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42C6B907-A3C2-4FCA-93F0-66A6FBA92330}"/>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782131A9-995A-4634-97E6-FC52F667AEEC}"/>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4339B42-5AC1-4B46-B433-D2A43CAE51B6}"/>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FFA00E0F-DA77-421E-9EAD-3960A4CF896E}"/>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910D6941-2AA2-4038-9FF0-25607D71339B}"/>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A606CE82-3E78-445E-9E21-EB12460F5144}"/>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B6C04F22-8C08-4A80-A992-1D024869E55E}"/>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4DFAC22D-1BA8-4784-804B-EA3EF585D3F3}"/>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F76DBD7E-ABFD-43EB-98CC-BB382CA665C7}"/>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3F2CC4B2-6D8F-4D86-9AC2-0F3940664E50}"/>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4DD25405-E9CD-4EE7-9258-C537DEEAA90D}"/>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685B983-D939-47EA-8F4C-9EA18BAB7723}"/>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F6A9DB7E-66C7-436E-B7BA-1FA71272EDC7}"/>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2CEE0537-E2ED-48F3-BE8E-10AE04ED6AA9}"/>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8BD1BF23-E36E-431E-886A-684B85ED27FF}"/>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3A67471F-85C5-4F4C-BC53-1D287D88247F}"/>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979549174"/>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B1D0FC2-3C6E-4B73-A396-8040420B156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F3EACD97-12B8-49C7-A66C-82D53710229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EB053573-DDF3-4FE6-95FA-4A7D20750D5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CEB3BD2-0F2F-4D7C-A995-025FD4B98F4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42F562B7-2C87-4DD2-9804-FEC83B24DB3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0EB8C1D-CBC3-469F-9D95-D915D8E445B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D9B15FC-6809-488E-B3FB-1CEF89C3F8E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454C4BC-B1FB-4345-8F2B-A32F12A499D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2ADFC14-53E8-4FD3-ADDA-31DEA204051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A87F50-A5EA-419B-8BBC-E83C6CB6564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C9B234E-8DB4-41B7-9AB9-0E93D6B2456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FBF1A29-9BC7-4F00-AA92-B5FC0296497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3521868-05EB-4EA8-BBC4-4517D18E15C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8596F4-DB1A-42A2-BE5F-141B8822077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4180477-640B-4761-A408-06ACD46D818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BA243565-6FDA-47DB-9349-1B94411E3603}"/>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3FF4E006-2547-42B1-A146-9603D1286B52}"/>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57951A3C-E3ED-4EE2-A024-FFED376F97EE}"/>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6C96CBC-3883-444D-A937-24EED020C1A4}"/>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52CFA788-10A3-4F0D-B67A-05BCE8FBCE87}"/>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D4DE76C5-BAA9-43CB-A5C2-91A41E9BEA77}"/>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A89E8BA2-8425-4352-8160-BBCD835F17F3}"/>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6CB1952B-F076-48AE-80F5-E32C7D1C3D75}"/>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836D0023-F894-4339-8DB2-8143ABD17E26}"/>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76681B96-62F1-420E-A56D-8D16AAF0387F}"/>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88BDF989-1988-4B30-84E5-BC9D1D6A8752}"/>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64C123FD-F0A4-41FE-9B6C-714F02302890}"/>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EE4C79F2-A1C1-4A08-B3C6-1F38DC0D8F3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4782788-5F2D-4AA4-B025-56CB1B289FC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889751897"/>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0342D4D-12E6-4781-AD4B-0155DD6EAB0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786FAD8A-1FE2-4531-A27C-34582D0C40F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5E0035A2-656B-4767-A645-10FABCFDF88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F82456E-6FAD-45C6-A570-18884068087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302906D2-FB23-4EA4-A087-1A1856BF34F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4F33B57-FD90-4FBA-8AEE-B159B1B938B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F2C1C57-BB52-4468-B196-14760F3F88F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2CD4FB4-03FD-46F8-8025-99F23541E72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8D78D87-A4A3-400D-B3BD-9D15C5A25C4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D2CC8A8-4047-435E-B7A9-FC98A603D8A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40E305B-77DD-4AE9-BC0D-16B53621D17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B839184-A771-44D3-A48E-B69A1BFC379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90AD6D7-93F7-42EF-B843-5348ADC8FCEC}"/>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3168DAE-7FAA-435E-BB3B-8F71472B5F4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AE3E316-ADEE-4941-85C9-732E621BAA2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4058ED80-37E0-4A18-AC06-DB073972ACBF}"/>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27B71499-30D4-4FD0-A9AB-5C6E9B114A49}"/>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5ED00DD4-8E53-44A9-8360-7C1DFE94D4A5}"/>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CD7D5C5D-6C8C-4A6D-84DB-0B1159140A20}"/>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0C39EEDA-B247-4CC1-9613-0CB13CC9F3C0}"/>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02F93259-D4EC-434B-9928-7DE4006F8998}"/>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625989C7-4CA3-4C40-AFB2-03CEBB6020E5}"/>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6BBEDF5-D1F7-4424-8975-3B95F3F52BA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E8FF1EF-609D-42EA-A43E-DAD0732677D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1235222157"/>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DDDFE63-CDA4-47B2-A70C-925B70C93F2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349A20DE-D793-4A3A-B7F1-4CB9A549DCB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9C04FEC2-97A8-4729-B509-257156C9D00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5BE4E28-2E42-47B1-8CB7-DC76BACB504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703EC51D-139D-45D1-B04A-6EDC2F1085E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403CD5D-7E0B-4680-8C33-C647E1281AF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32D01E2-F4DA-45B6-B464-0B681E57CD0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7825C88-0D17-4879-8617-3F3E3B8273A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11C8210-25B5-4C15-B0B0-EC3119F6DB8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E1F8AB2-C4A8-4FA1-B295-CC9041BE973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165BED6-B8B5-4723-9DFA-DE6B9236BA2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BECC2B4-DED3-45FD-ABAD-45AA844ACFF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FEB3E38-67D3-416E-A0F4-4F6F81241292}"/>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20D54EF-F7F8-4CCB-95AF-05311C14F48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0B7F8F2-68E9-427A-9023-1E47DA4F9D07}"/>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C314C27B-5955-4394-AE0C-96ECC7D467C1}"/>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8E82E177-89B7-4D2E-8A98-E7786A3BBC24}"/>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2E74C66-2C01-4222-97DB-2F660BF0CBA0}"/>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8B3A821C-1CB7-40AA-A10E-03975109817C}"/>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47266FB9-B201-453D-8565-B098360FD3EB}"/>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F81392A-FEE1-412E-9FD8-6369AEC504D6}"/>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A0244450-6F30-4FD4-A1B8-116F71C0E2E6}"/>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EEA80B03-B2A9-4B58-BFFC-FF151CC25C0C}"/>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8E2B988-7065-4849-968C-C518195D48A3}"/>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F1737DF7-A88A-4164-B3C5-1E764628F90E}"/>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97B475D6-214F-4005-B0EA-79BAE79FA107}"/>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82C3C5F-F805-41A9-B86B-14284955B6BA}"/>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9B73C5A-131E-4AA7-8FB5-3C92016C556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1409923152"/>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18D38B58-68BF-4120-B03C-45D655B7912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90035F3F-3919-4E5F-941C-06A12407FEA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DA091B27-C25F-4EF6-85AE-FFE0A3B852F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7B81597-F2B6-4EDC-AB09-B22612654D5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48234609-B2F5-4544-9B3B-383EE382043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9446B05-BB12-4F2D-8FC5-3D66BCB7B9D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12055D3-23D0-4E98-93B1-8D2E4EE28B1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D650DD8-DDA9-4F76-BCA6-A3F1FF74A16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A98E993-F948-4FB9-9058-B26CF6D6E38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D21262B-EDAE-4B50-B8D7-674F43A1520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1618794-48E4-40FC-ACB2-F8DC3D2BB46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F54E3C9-0474-496E-A5A0-D55BC068640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6455289-2A19-49C6-A424-9AAF0E56B3F6}"/>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80D4730-4231-4ACC-80F1-D6399F3F8D7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AE1F378-3244-4FB5-9709-5422967F081C}"/>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9073D33E-CC3B-4093-875E-A6E0CF6390C1}"/>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B0EEB776-DD63-41FD-9629-83B9BC565CEF}"/>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7F14D8EB-1C3B-4BFA-BDDF-4320EE42461E}"/>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82B1A84-9735-4B37-A969-E9CC020BAFDB}"/>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2E03D208-8B13-4A54-B5EA-01D1D476B0F8}"/>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32097B83-BF68-4085-84AF-2841349E950C}"/>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B0C9B68B-19A9-4D68-A67D-9DE3997B1924}"/>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BE31104-FAF2-4B78-BA2D-45CAAA9257B9}"/>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C79BD261-F058-4FB4-89D5-D1FDE32831A8}"/>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699DC0A1-0369-4391-8445-6A50662BD6DB}"/>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69272BF6-73BE-409D-9B10-A3FDE2695C02}"/>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7B653AC-ACD5-46E7-9227-E7765BB08B51}"/>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3B49C6D6-2277-4B89-A7EF-7E50ADEC9E07}"/>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B0187A45-5000-408D-BC12-35C6834A71F7}"/>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5175CAE1-FFAA-4D69-9A7E-085C860A36E9}"/>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445D07A-8AB3-46ED-99D7-BB4E53FCED3D}"/>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A198CE68-51BB-438E-AB4C-B7D3FD073DB0}"/>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1E2CE21C-8186-4803-B929-CB8C1958B680}"/>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FC44BF3F-9CB5-4F48-93E0-8E00718CEF6A}"/>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90F97F95-6E9C-487D-94D5-2E78E55280E5}"/>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1680860658"/>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0FD67D5-5A4F-4C52-BA9C-7427B3C668D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A536302F-7E3D-4058-956C-935EB54DF93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E425A68E-4D4B-49D4-AD1B-5B52EB7CC1D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55E9069-D5A6-4A6A-8944-03785EBBBD2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74</a:t>
            </a:r>
          </a:p>
        </p:txBody>
      </p:sp>
      <p:sp>
        <p:nvSpPr>
          <p:cNvPr id="5" name="">
            <a:extLst xmlns:a="http://schemas.openxmlformats.org/drawingml/2006/main">
              <a:ext uri="{FF2B5EF4-FFF2-40B4-BE49-F238E27FC236}">
                <a16:creationId xmlns:a16="http://schemas.microsoft.com/office/drawing/2014/main" id="{AFCB9578-A547-46D5-8E90-6F95BD04DC7D}"/>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41F0511D-1A2C-4D26-83BC-B79DE1E501CE}"/>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7A096557-DBEB-4BAE-8745-ABB889897C24}"/>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496329B-532A-494D-98F9-13F1216F4E78}"/>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F94547B4-48DF-422E-950E-FBB9C35E8267}"/>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BFBAD2FB-5C5B-4E76-8B5E-357C43F5AB5A}"/>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44F0F21-1A38-4735-8AF7-CCF9B104F185}"/>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34B0822A-0BD8-4A46-AB8F-59344CB88CF7}"/>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0A5305CF-4B24-4592-B19A-39A06FA06723}"/>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577310F-A932-4F89-A2E1-032B3B18D9B4}"/>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2776DFC-F3DC-46EB-A055-4D8BE4C9CA03}"/>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7BC5C074-8197-44F5-BFE5-66A85F6947C6}"/>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4A9C426-5266-427A-8C8A-E69F3EB943EF}"/>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4E6A53B-EA3B-4BE9-9B65-9BD3E96500E0}"/>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560705314"/>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647348F-FD6B-4AE3-825A-956A82AAFC5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ED7E67F0-D27F-4C2E-8F52-948CF9DA829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175426A8-EE6F-491A-9060-160A945EAD4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5A4F7D2-498F-4E05-AB45-B91C0E54E18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E6B6D20B-6478-40C8-AA80-F42DE4DC348D}"/>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FF76F004-E16E-4D06-9B10-8BD67619C3FD}"/>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BD9184D8-BC8E-47AF-BDE5-E611E3FBB886}"/>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3664C7A-480C-4287-8EA7-E17D60D70EAB}"/>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92A7621D-2001-4296-9541-D803BEAEEA33}"/>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98782EF8-13CC-4416-858C-DFDDD84302E4}"/>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A39B0E1-CEF3-4B5B-9EDE-B57EE40FB340}"/>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C176D9A4-0D54-49C2-BADE-CA2173C3AF91}"/>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D825686C-C24E-4FCD-A0A3-FB051714D719}"/>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C73429-9A2B-4085-B44E-B9A1F569D3AB}"/>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A4906A70-516D-41AE-863A-987A74EE221F}"/>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1205494788"/>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B2C896F-D68E-4DD3-8D2D-E08059C51F84}"/>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814AB1FC-537E-4314-AC1A-EAADAB067288}"/>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143D27CB-A0CA-4097-B9B3-C5B6429EB0CF}"/>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C3225C1-C67C-4D49-83BB-368BFCCCE956}"/>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044113840"/>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A9BC4CC-D045-440E-90EF-5AA6FDB239C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AABBE116-BDB2-459E-B6DF-B80C33519BD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5685F47B-DEBA-43A7-9D5B-AAF1F53F57B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1E89395-20DF-4AEE-ABB8-C0B43F53904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77</a:t>
            </a:r>
          </a:p>
        </p:txBody>
      </p:sp>
      <p:sp>
        <p:nvSpPr>
          <p:cNvPr id="5" name="">
            <a:extLst xmlns:a="http://schemas.openxmlformats.org/drawingml/2006/main">
              <a:ext uri="{FF2B5EF4-FFF2-40B4-BE49-F238E27FC236}">
                <a16:creationId xmlns:a16="http://schemas.microsoft.com/office/drawing/2014/main" id="{D6A45388-13F7-423B-9FA7-4FDF042BFD59}"/>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20134469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2026-08-13T01:02:01.4560000Z</dcterms:created>
  <dcterms:modified xsi:type="dcterms:W3CDTF">2026-08-13T01:02:01.4560000Z</dcterms:modified>
</coreProperties>
</file>