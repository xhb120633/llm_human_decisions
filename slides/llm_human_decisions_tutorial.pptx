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ebaa448e884d17" /><Relationship Type="http://schemas.openxmlformats.org/officeDocument/2006/relationships/extended-properties" Target="/docProps/app.xml" Id="Rc8286b1921104720" /><Relationship Type="http://schemas.openxmlformats.org/officeDocument/2006/relationships/officeDocument" Target="/ppt/presentation.xml" Id="R239a534e7bc840e6" /></Relationships>
</file>

<file path=ppt/presentation.xml><?xml version="1.0" encoding="utf-8"?>
<p:presentation xmlns:p="http://schemas.openxmlformats.org/presentationml/2006/main">
  <p:sldMasterIdLst>
    <p:sldMasterId xmlns:r="http://schemas.openxmlformats.org/officeDocument/2006/relationships" id="2147483648" r:id="R7db068f862244049"/>
  </p:sldMasterIdLst>
  <p:notesMasterIdLst>
    <p:notesMasterId xmlns:r="http://schemas.openxmlformats.org/officeDocument/2006/relationships" r:id="Rff0238b889cc4216"/>
  </p:notesMasterIdLst>
  <p:sldIdLst>
    <p:sldId xmlns:r="http://schemas.openxmlformats.org/officeDocument/2006/relationships" id="256" r:id="Rfc643a0d7edb467d"/>
    <p:sldId xmlns:r="http://schemas.openxmlformats.org/officeDocument/2006/relationships" id="257" r:id="R9dc87607ee524aeb"/>
    <p:sldId xmlns:r="http://schemas.openxmlformats.org/officeDocument/2006/relationships" id="258" r:id="R250ca8bc60294c30"/>
    <p:sldId xmlns:r="http://schemas.openxmlformats.org/officeDocument/2006/relationships" id="259" r:id="R9dc386a6e8324c79"/>
    <p:sldId xmlns:r="http://schemas.openxmlformats.org/officeDocument/2006/relationships" id="260" r:id="R237a47edbd924b13"/>
    <p:sldId xmlns:r="http://schemas.openxmlformats.org/officeDocument/2006/relationships" id="261" r:id="R154c6189a08c4814"/>
    <p:sldId xmlns:r="http://schemas.openxmlformats.org/officeDocument/2006/relationships" id="262" r:id="R773cee69af894a63"/>
    <p:sldId xmlns:r="http://schemas.openxmlformats.org/officeDocument/2006/relationships" id="263" r:id="Rbd3c4c5364924b07"/>
    <p:sldId xmlns:r="http://schemas.openxmlformats.org/officeDocument/2006/relationships" id="264" r:id="R52cefcdee23c4273"/>
    <p:sldId xmlns:r="http://schemas.openxmlformats.org/officeDocument/2006/relationships" id="265" r:id="Rc508aef8047542ec"/>
    <p:sldId xmlns:r="http://schemas.openxmlformats.org/officeDocument/2006/relationships" id="266" r:id="Rc4f39a37dfd049b2"/>
    <p:sldId xmlns:r="http://schemas.openxmlformats.org/officeDocument/2006/relationships" id="267" r:id="Rdfdb2bd863b343cf"/>
    <p:sldId xmlns:r="http://schemas.openxmlformats.org/officeDocument/2006/relationships" id="268" r:id="R339987a4fe81402e"/>
    <p:sldId xmlns:r="http://schemas.openxmlformats.org/officeDocument/2006/relationships" id="269" r:id="Rd5e1a47f905c4d20"/>
    <p:sldId xmlns:r="http://schemas.openxmlformats.org/officeDocument/2006/relationships" id="270" r:id="Re8972b4e33f24a44"/>
    <p:sldId xmlns:r="http://schemas.openxmlformats.org/officeDocument/2006/relationships" id="271" r:id="R054241bf70844338"/>
    <p:sldId xmlns:r="http://schemas.openxmlformats.org/officeDocument/2006/relationships" id="272" r:id="R1edd6c5cf4454424"/>
    <p:sldId xmlns:r="http://schemas.openxmlformats.org/officeDocument/2006/relationships" id="273" r:id="Red5fae253b0a499c"/>
    <p:sldId xmlns:r="http://schemas.openxmlformats.org/officeDocument/2006/relationships" id="274" r:id="R9790977cc10e43b2"/>
    <p:sldId xmlns:r="http://schemas.openxmlformats.org/officeDocument/2006/relationships" id="275" r:id="R054ea3b0496d4e24"/>
    <p:sldId xmlns:r="http://schemas.openxmlformats.org/officeDocument/2006/relationships" id="276" r:id="R08698c4f2e054499"/>
    <p:sldId xmlns:r="http://schemas.openxmlformats.org/officeDocument/2006/relationships" id="277" r:id="R62972cb3a4944411"/>
    <p:sldId xmlns:r="http://schemas.openxmlformats.org/officeDocument/2006/relationships" id="278" r:id="R87b30b45e8e043ba"/>
    <p:sldId xmlns:r="http://schemas.openxmlformats.org/officeDocument/2006/relationships" id="279" r:id="R3e15377e03484609"/>
    <p:sldId xmlns:r="http://schemas.openxmlformats.org/officeDocument/2006/relationships" id="280" r:id="R55d24e120187494b"/>
    <p:sldId xmlns:r="http://schemas.openxmlformats.org/officeDocument/2006/relationships" id="281" r:id="R1e210437f12f4494"/>
    <p:sldId xmlns:r="http://schemas.openxmlformats.org/officeDocument/2006/relationships" id="282" r:id="R98e7669da8b34e45"/>
    <p:sldId xmlns:r="http://schemas.openxmlformats.org/officeDocument/2006/relationships" id="283" r:id="Rc660ad05079244a3"/>
    <p:sldId xmlns:r="http://schemas.openxmlformats.org/officeDocument/2006/relationships" id="284" r:id="R1cf9ee6695034eb9"/>
    <p:sldId xmlns:r="http://schemas.openxmlformats.org/officeDocument/2006/relationships" id="285" r:id="R8d7bf24c1c0143ff"/>
    <p:sldId xmlns:r="http://schemas.openxmlformats.org/officeDocument/2006/relationships" id="286" r:id="R8f0736e4a66545e3"/>
    <p:sldId xmlns:r="http://schemas.openxmlformats.org/officeDocument/2006/relationships" id="287" r:id="R49d240865e72495f"/>
    <p:sldId xmlns:r="http://schemas.openxmlformats.org/officeDocument/2006/relationships" id="288" r:id="Rfe1d245dada54ab8"/>
    <p:sldId xmlns:r="http://schemas.openxmlformats.org/officeDocument/2006/relationships" id="289" r:id="R8dfcde5f4e0b4eea"/>
    <p:sldId xmlns:r="http://schemas.openxmlformats.org/officeDocument/2006/relationships" id="290" r:id="R5927e20d7e7a4292"/>
    <p:sldId xmlns:r="http://schemas.openxmlformats.org/officeDocument/2006/relationships" id="291" r:id="R0c7dce9c279f42ce"/>
    <p:sldId xmlns:r="http://schemas.openxmlformats.org/officeDocument/2006/relationships" id="292" r:id="R169ecd9dad924e09"/>
    <p:sldId xmlns:r="http://schemas.openxmlformats.org/officeDocument/2006/relationships" id="293" r:id="R25c8b248d4fc4059"/>
    <p:sldId xmlns:r="http://schemas.openxmlformats.org/officeDocument/2006/relationships" id="294" r:id="R97c4866562194860"/>
    <p:sldId xmlns:r="http://schemas.openxmlformats.org/officeDocument/2006/relationships" id="295" r:id="R8170000e4f2149e4"/>
    <p:sldId xmlns:r="http://schemas.openxmlformats.org/officeDocument/2006/relationships" id="296" r:id="R80b8432e480d4ce6"/>
    <p:sldId xmlns:r="http://schemas.openxmlformats.org/officeDocument/2006/relationships" id="297" r:id="R354de7cced754ff3"/>
    <p:sldId xmlns:r="http://schemas.openxmlformats.org/officeDocument/2006/relationships" id="298" r:id="R4a1688a7696e4950"/>
    <p:sldId xmlns:r="http://schemas.openxmlformats.org/officeDocument/2006/relationships" id="299" r:id="R33d12d49cb504a78"/>
    <p:sldId xmlns:r="http://schemas.openxmlformats.org/officeDocument/2006/relationships" id="300" r:id="Ra45c5c5b8fae4644"/>
    <p:sldId xmlns:r="http://schemas.openxmlformats.org/officeDocument/2006/relationships" id="301" r:id="R243d1c0f3ec04664"/>
    <p:sldId xmlns:r="http://schemas.openxmlformats.org/officeDocument/2006/relationships" id="302" r:id="R5e48e0d136004049"/>
    <p:sldId xmlns:r="http://schemas.openxmlformats.org/officeDocument/2006/relationships" id="303" r:id="R70cbd8ebd1394401"/>
    <p:sldId xmlns:r="http://schemas.openxmlformats.org/officeDocument/2006/relationships" id="304" r:id="R14e91ad41d884d42"/>
    <p:sldId xmlns:r="http://schemas.openxmlformats.org/officeDocument/2006/relationships" id="305" r:id="R244d6c8ba00c4b22"/>
    <p:sldId xmlns:r="http://schemas.openxmlformats.org/officeDocument/2006/relationships" id="306" r:id="R00732a20d5b348e2"/>
    <p:sldId xmlns:r="http://schemas.openxmlformats.org/officeDocument/2006/relationships" id="307" r:id="R62d2c82d21e14c6b"/>
    <p:sldId xmlns:r="http://schemas.openxmlformats.org/officeDocument/2006/relationships" id="308" r:id="R3450edd5c9004e5c"/>
    <p:sldId xmlns:r="http://schemas.openxmlformats.org/officeDocument/2006/relationships" id="309" r:id="Re655f0aa05384812"/>
    <p:sldId xmlns:r="http://schemas.openxmlformats.org/officeDocument/2006/relationships" id="310" r:id="R9f80fd8b19464902"/>
    <p:sldId xmlns:r="http://schemas.openxmlformats.org/officeDocument/2006/relationships" id="311" r:id="R63681ed121904ba2"/>
    <p:sldId xmlns:r="http://schemas.openxmlformats.org/officeDocument/2006/relationships" id="312" r:id="R59e4ad5534df40af"/>
    <p:sldId xmlns:r="http://schemas.openxmlformats.org/officeDocument/2006/relationships" id="313" r:id="R69d8d2c3834b4b41"/>
    <p:sldId xmlns:r="http://schemas.openxmlformats.org/officeDocument/2006/relationships" id="314" r:id="R3f3d5a0fb9a54734"/>
    <p:sldId xmlns:r="http://schemas.openxmlformats.org/officeDocument/2006/relationships" id="315" r:id="R4d7c1342de404ebe"/>
    <p:sldId xmlns:r="http://schemas.openxmlformats.org/officeDocument/2006/relationships" id="316" r:id="R7d52a05719dc4274"/>
    <p:sldId xmlns:r="http://schemas.openxmlformats.org/officeDocument/2006/relationships" id="317" r:id="Rc925240c2a664557"/>
    <p:sldId xmlns:r="http://schemas.openxmlformats.org/officeDocument/2006/relationships" id="318" r:id="R99f0f62b71134daf"/>
    <p:sldId xmlns:r="http://schemas.openxmlformats.org/officeDocument/2006/relationships" id="319" r:id="Ra7e918e3983b47a1"/>
    <p:sldId xmlns:r="http://schemas.openxmlformats.org/officeDocument/2006/relationships" id="320" r:id="R6428f1ebb3e84f44"/>
    <p:sldId xmlns:r="http://schemas.openxmlformats.org/officeDocument/2006/relationships" id="321" r:id="R20a81af020da4a5e"/>
    <p:sldId xmlns:r="http://schemas.openxmlformats.org/officeDocument/2006/relationships" id="322" r:id="R3fd35936e34d4782"/>
    <p:sldId xmlns:r="http://schemas.openxmlformats.org/officeDocument/2006/relationships" id="323" r:id="R1ee8c56a13ca414e"/>
    <p:sldId xmlns:r="http://schemas.openxmlformats.org/officeDocument/2006/relationships" id="324" r:id="R786ef3c960de4628"/>
    <p:sldId xmlns:r="http://schemas.openxmlformats.org/officeDocument/2006/relationships" id="325" r:id="R7f74ac7706bb4078"/>
    <p:sldId xmlns:r="http://schemas.openxmlformats.org/officeDocument/2006/relationships" id="326" r:id="Ra416af35e73749b2"/>
    <p:sldId xmlns:r="http://schemas.openxmlformats.org/officeDocument/2006/relationships" id="327" r:id="R146eda9908de4ef3"/>
    <p:sldId xmlns:r="http://schemas.openxmlformats.org/officeDocument/2006/relationships" id="328" r:id="R32bfdfef02ee40ff"/>
    <p:sldId xmlns:r="http://schemas.openxmlformats.org/officeDocument/2006/relationships" id="329" r:id="R14b59035844a4429"/>
    <p:sldId xmlns:r="http://schemas.openxmlformats.org/officeDocument/2006/relationships" id="330" r:id="R9a63ccef70754487"/>
    <p:sldId xmlns:r="http://schemas.openxmlformats.org/officeDocument/2006/relationships" id="331" r:id="R3df17e578cdf475a"/>
    <p:sldId xmlns:r="http://schemas.openxmlformats.org/officeDocument/2006/relationships" id="332" r:id="Rccc93de3ee3f485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f908e0edcd49e6" /><Relationship Type="http://schemas.openxmlformats.org/officeDocument/2006/relationships/slideMaster" Target="/ppt/slideMasters/slideMaster1.xml" Id="R7db068f862244049" /><Relationship Type="http://schemas.openxmlformats.org/officeDocument/2006/relationships/notesMaster" Target="/ppt/notesMasters/notesMaster1.xml" Id="Rff0238b889cc4216" /><Relationship Type="http://schemas.openxmlformats.org/officeDocument/2006/relationships/presProps" Target="/ppt/presProps.xml" Id="Rc0285276445d4ce1" /><Relationship Type="http://schemas.openxmlformats.org/officeDocument/2006/relationships/tableStyles" Target="/ppt/tableStyles.xml" Id="R81e3d0e800174846" /><Relationship Type="http://schemas.openxmlformats.org/officeDocument/2006/relationships/slide" Target="/ppt/slides/slide1.xml" Id="Rfc643a0d7edb467d" /><Relationship Type="http://schemas.openxmlformats.org/officeDocument/2006/relationships/slide" Target="/ppt/slides/slide2.xml" Id="R9dc87607ee524aeb" /><Relationship Type="http://schemas.openxmlformats.org/officeDocument/2006/relationships/slide" Target="/ppt/slides/slide3.xml" Id="R250ca8bc60294c30" /><Relationship Type="http://schemas.openxmlformats.org/officeDocument/2006/relationships/slide" Target="/ppt/slides/slide4.xml" Id="R9dc386a6e8324c79" /><Relationship Type="http://schemas.openxmlformats.org/officeDocument/2006/relationships/slide" Target="/ppt/slides/slide5.xml" Id="R237a47edbd924b13" /><Relationship Type="http://schemas.openxmlformats.org/officeDocument/2006/relationships/slide" Target="/ppt/slides/slide6.xml" Id="R154c6189a08c4814" /><Relationship Type="http://schemas.openxmlformats.org/officeDocument/2006/relationships/slide" Target="/ppt/slides/slide7.xml" Id="R773cee69af894a63" /><Relationship Type="http://schemas.openxmlformats.org/officeDocument/2006/relationships/slide" Target="/ppt/slides/slide8.xml" Id="Rbd3c4c5364924b07" /><Relationship Type="http://schemas.openxmlformats.org/officeDocument/2006/relationships/slide" Target="/ppt/slides/slide9.xml" Id="R52cefcdee23c4273" /><Relationship Type="http://schemas.openxmlformats.org/officeDocument/2006/relationships/slide" Target="/ppt/slides/slide10.xml" Id="Rc508aef8047542ec" /><Relationship Type="http://schemas.openxmlformats.org/officeDocument/2006/relationships/slide" Target="/ppt/slides/slide11.xml" Id="Rc4f39a37dfd049b2" /><Relationship Type="http://schemas.openxmlformats.org/officeDocument/2006/relationships/slide" Target="/ppt/slides/slide12.xml" Id="Rdfdb2bd863b343cf" /><Relationship Type="http://schemas.openxmlformats.org/officeDocument/2006/relationships/slide" Target="/ppt/slides/slide13.xml" Id="R339987a4fe81402e" /><Relationship Type="http://schemas.openxmlformats.org/officeDocument/2006/relationships/slide" Target="/ppt/slides/slide14.xml" Id="Rd5e1a47f905c4d20" /><Relationship Type="http://schemas.openxmlformats.org/officeDocument/2006/relationships/slide" Target="/ppt/slides/slide15.xml" Id="Re8972b4e33f24a44" /><Relationship Type="http://schemas.openxmlformats.org/officeDocument/2006/relationships/slide" Target="/ppt/slides/slide16.xml" Id="R054241bf70844338" /><Relationship Type="http://schemas.openxmlformats.org/officeDocument/2006/relationships/slide" Target="/ppt/slides/slide17.xml" Id="R1edd6c5cf4454424" /><Relationship Type="http://schemas.openxmlformats.org/officeDocument/2006/relationships/slide" Target="/ppt/slides/slide18.xml" Id="Red5fae253b0a499c" /><Relationship Type="http://schemas.openxmlformats.org/officeDocument/2006/relationships/slide" Target="/ppt/slides/slide19.xml" Id="R9790977cc10e43b2" /><Relationship Type="http://schemas.openxmlformats.org/officeDocument/2006/relationships/slide" Target="/ppt/slides/slide20.xml" Id="R054ea3b0496d4e24" /><Relationship Type="http://schemas.openxmlformats.org/officeDocument/2006/relationships/slide" Target="/ppt/slides/slide21.xml" Id="R08698c4f2e054499" /><Relationship Type="http://schemas.openxmlformats.org/officeDocument/2006/relationships/slide" Target="/ppt/slides/slide22.xml" Id="R62972cb3a4944411" /><Relationship Type="http://schemas.openxmlformats.org/officeDocument/2006/relationships/slide" Target="/ppt/slides/slide23.xml" Id="R87b30b45e8e043ba" /><Relationship Type="http://schemas.openxmlformats.org/officeDocument/2006/relationships/slide" Target="/ppt/slides/slide24.xml" Id="R3e15377e03484609" /><Relationship Type="http://schemas.openxmlformats.org/officeDocument/2006/relationships/slide" Target="/ppt/slides/slide25.xml" Id="R55d24e120187494b" /><Relationship Type="http://schemas.openxmlformats.org/officeDocument/2006/relationships/slide" Target="/ppt/slides/slide26.xml" Id="R1e210437f12f4494" /><Relationship Type="http://schemas.openxmlformats.org/officeDocument/2006/relationships/slide" Target="/ppt/slides/slide27.xml" Id="R98e7669da8b34e45" /><Relationship Type="http://schemas.openxmlformats.org/officeDocument/2006/relationships/slide" Target="/ppt/slides/slide28.xml" Id="Rc660ad05079244a3" /><Relationship Type="http://schemas.openxmlformats.org/officeDocument/2006/relationships/slide" Target="/ppt/slides/slide29.xml" Id="R1cf9ee6695034eb9" /><Relationship Type="http://schemas.openxmlformats.org/officeDocument/2006/relationships/slide" Target="/ppt/slides/slide30.xml" Id="R8d7bf24c1c0143ff" /><Relationship Type="http://schemas.openxmlformats.org/officeDocument/2006/relationships/slide" Target="/ppt/slides/slide31.xml" Id="R8f0736e4a66545e3" /><Relationship Type="http://schemas.openxmlformats.org/officeDocument/2006/relationships/slide" Target="/ppt/slides/slide32.xml" Id="R49d240865e72495f" /><Relationship Type="http://schemas.openxmlformats.org/officeDocument/2006/relationships/slide" Target="/ppt/slides/slide33.xml" Id="Rfe1d245dada54ab8" /><Relationship Type="http://schemas.openxmlformats.org/officeDocument/2006/relationships/slide" Target="/ppt/slides/slide34.xml" Id="R8dfcde5f4e0b4eea" /><Relationship Type="http://schemas.openxmlformats.org/officeDocument/2006/relationships/slide" Target="/ppt/slides/slide35.xml" Id="R5927e20d7e7a4292" /><Relationship Type="http://schemas.openxmlformats.org/officeDocument/2006/relationships/slide" Target="/ppt/slides/slide36.xml" Id="R0c7dce9c279f42ce" /><Relationship Type="http://schemas.openxmlformats.org/officeDocument/2006/relationships/slide" Target="/ppt/slides/slide37.xml" Id="R169ecd9dad924e09" /><Relationship Type="http://schemas.openxmlformats.org/officeDocument/2006/relationships/slide" Target="/ppt/slides/slide38.xml" Id="R25c8b248d4fc4059" /><Relationship Type="http://schemas.openxmlformats.org/officeDocument/2006/relationships/slide" Target="/ppt/slides/slide39.xml" Id="R97c4866562194860" /><Relationship Type="http://schemas.openxmlformats.org/officeDocument/2006/relationships/slide" Target="/ppt/slides/slide40.xml" Id="R8170000e4f2149e4" /><Relationship Type="http://schemas.openxmlformats.org/officeDocument/2006/relationships/slide" Target="/ppt/slides/slide41.xml" Id="R80b8432e480d4ce6" /><Relationship Type="http://schemas.openxmlformats.org/officeDocument/2006/relationships/slide" Target="/ppt/slides/slide42.xml" Id="R354de7cced754ff3" /><Relationship Type="http://schemas.openxmlformats.org/officeDocument/2006/relationships/slide" Target="/ppt/slides/slide43.xml" Id="R4a1688a7696e4950" /><Relationship Type="http://schemas.openxmlformats.org/officeDocument/2006/relationships/slide" Target="/ppt/slides/slide44.xml" Id="R33d12d49cb504a78" /><Relationship Type="http://schemas.openxmlformats.org/officeDocument/2006/relationships/slide" Target="/ppt/slides/slide45.xml" Id="Ra45c5c5b8fae4644" /><Relationship Type="http://schemas.openxmlformats.org/officeDocument/2006/relationships/slide" Target="/ppt/slides/slide46.xml" Id="R243d1c0f3ec04664" /><Relationship Type="http://schemas.openxmlformats.org/officeDocument/2006/relationships/slide" Target="/ppt/slides/slide47.xml" Id="R5e48e0d136004049" /><Relationship Type="http://schemas.openxmlformats.org/officeDocument/2006/relationships/slide" Target="/ppt/slides/slide48.xml" Id="R70cbd8ebd1394401" /><Relationship Type="http://schemas.openxmlformats.org/officeDocument/2006/relationships/slide" Target="/ppt/slides/slide49.xml" Id="R14e91ad41d884d42" /><Relationship Type="http://schemas.openxmlformats.org/officeDocument/2006/relationships/slide" Target="/ppt/slides/slide50.xml" Id="R244d6c8ba00c4b22" /><Relationship Type="http://schemas.openxmlformats.org/officeDocument/2006/relationships/slide" Target="/ppt/slides/slide51.xml" Id="R00732a20d5b348e2" /><Relationship Type="http://schemas.openxmlformats.org/officeDocument/2006/relationships/slide" Target="/ppt/slides/slide52.xml" Id="R62d2c82d21e14c6b" /><Relationship Type="http://schemas.openxmlformats.org/officeDocument/2006/relationships/slide" Target="/ppt/slides/slide53.xml" Id="R3450edd5c9004e5c" /><Relationship Type="http://schemas.openxmlformats.org/officeDocument/2006/relationships/slide" Target="/ppt/slides/slide54.xml" Id="Re655f0aa05384812" /><Relationship Type="http://schemas.openxmlformats.org/officeDocument/2006/relationships/slide" Target="/ppt/slides/slide55.xml" Id="R9f80fd8b19464902" /><Relationship Type="http://schemas.openxmlformats.org/officeDocument/2006/relationships/slide" Target="/ppt/slides/slide56.xml" Id="R63681ed121904ba2" /><Relationship Type="http://schemas.openxmlformats.org/officeDocument/2006/relationships/slide" Target="/ppt/slides/slide57.xml" Id="R59e4ad5534df40af" /><Relationship Type="http://schemas.openxmlformats.org/officeDocument/2006/relationships/slide" Target="/ppt/slides/slide58.xml" Id="R69d8d2c3834b4b41" /><Relationship Type="http://schemas.openxmlformats.org/officeDocument/2006/relationships/slide" Target="/ppt/slides/slide59.xml" Id="R3f3d5a0fb9a54734" /><Relationship Type="http://schemas.openxmlformats.org/officeDocument/2006/relationships/slide" Target="/ppt/slides/slide60.xml" Id="R4d7c1342de404ebe" /><Relationship Type="http://schemas.openxmlformats.org/officeDocument/2006/relationships/slide" Target="/ppt/slides/slide61.xml" Id="R7d52a05719dc4274" /><Relationship Type="http://schemas.openxmlformats.org/officeDocument/2006/relationships/slide" Target="/ppt/slides/slide62.xml" Id="Rc925240c2a664557" /><Relationship Type="http://schemas.openxmlformats.org/officeDocument/2006/relationships/slide" Target="/ppt/slides/slide63.xml" Id="R99f0f62b71134daf" /><Relationship Type="http://schemas.openxmlformats.org/officeDocument/2006/relationships/slide" Target="/ppt/slides/slide64.xml" Id="Ra7e918e3983b47a1" /><Relationship Type="http://schemas.openxmlformats.org/officeDocument/2006/relationships/slide" Target="/ppt/slides/slide65.xml" Id="R6428f1ebb3e84f44" /><Relationship Type="http://schemas.openxmlformats.org/officeDocument/2006/relationships/slide" Target="/ppt/slides/slide66.xml" Id="R20a81af020da4a5e" /><Relationship Type="http://schemas.openxmlformats.org/officeDocument/2006/relationships/slide" Target="/ppt/slides/slide67.xml" Id="R3fd35936e34d4782" /><Relationship Type="http://schemas.openxmlformats.org/officeDocument/2006/relationships/slide" Target="/ppt/slides/slide68.xml" Id="R1ee8c56a13ca414e" /><Relationship Type="http://schemas.openxmlformats.org/officeDocument/2006/relationships/slide" Target="/ppt/slides/slide69.xml" Id="R786ef3c960de4628" /><Relationship Type="http://schemas.openxmlformats.org/officeDocument/2006/relationships/slide" Target="/ppt/slides/slide70.xml" Id="R7f74ac7706bb4078" /><Relationship Type="http://schemas.openxmlformats.org/officeDocument/2006/relationships/slide" Target="/ppt/slides/slide71.xml" Id="Ra416af35e73749b2" /><Relationship Type="http://schemas.openxmlformats.org/officeDocument/2006/relationships/slide" Target="/ppt/slides/slide72.xml" Id="R146eda9908de4ef3" /><Relationship Type="http://schemas.openxmlformats.org/officeDocument/2006/relationships/slide" Target="/ppt/slides/slide73.xml" Id="R32bfdfef02ee40ff" /><Relationship Type="http://schemas.openxmlformats.org/officeDocument/2006/relationships/slide" Target="/ppt/slides/slide74.xml" Id="R14b59035844a4429" /><Relationship Type="http://schemas.openxmlformats.org/officeDocument/2006/relationships/slide" Target="/ppt/slides/slide75.xml" Id="R9a63ccef70754487" /><Relationship Type="http://schemas.openxmlformats.org/officeDocument/2006/relationships/slide" Target="/ppt/slides/slide76.xml" Id="R3df17e578cdf475a" /><Relationship Type="http://schemas.openxmlformats.org/officeDocument/2006/relationships/slide" Target="/ppt/slides/slide77.xml" Id="Rccc93de3ee3f48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4c7adf103d64a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40d77232ac4e86" /><Relationship Type="http://schemas.openxmlformats.org/officeDocument/2006/relationships/notesMaster" Target="/ppt/notesMasters/notesMaster1.xml" Id="R932f6f8a43bc4a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eb1ec6c0284496" /><Relationship Type="http://schemas.openxmlformats.org/officeDocument/2006/relationships/notesMaster" Target="/ppt/notesMasters/notesMaster1.xml" Id="R104e617222b640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9e580b97cd4b0a" /><Relationship Type="http://schemas.openxmlformats.org/officeDocument/2006/relationships/notesMaster" Target="/ppt/notesMasters/notesMaster1.xml" Id="Rff29d96473bc495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b71e0c7fbe4b84" /><Relationship Type="http://schemas.openxmlformats.org/officeDocument/2006/relationships/notesMaster" Target="/ppt/notesMasters/notesMaster1.xml" Id="Rafc977de506742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61e86e896f48db" /><Relationship Type="http://schemas.openxmlformats.org/officeDocument/2006/relationships/notesMaster" Target="/ppt/notesMasters/notesMaster1.xml" Id="R0216196f9eee415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b905c64455045f0" /><Relationship Type="http://schemas.openxmlformats.org/officeDocument/2006/relationships/notesMaster" Target="/ppt/notesMasters/notesMaster1.xml" Id="Rbbea5c15de9d4d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dacf7afb22468c" /><Relationship Type="http://schemas.openxmlformats.org/officeDocument/2006/relationships/notesMaster" Target="/ppt/notesMasters/notesMaster1.xml" Id="R44f6516b829946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d2323b68744d77" /><Relationship Type="http://schemas.openxmlformats.org/officeDocument/2006/relationships/notesMaster" Target="/ppt/notesMasters/notesMaster1.xml" Id="R7243c89d649647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131bf0e4d34e19" /><Relationship Type="http://schemas.openxmlformats.org/officeDocument/2006/relationships/notesMaster" Target="/ppt/notesMasters/notesMaster1.xml" Id="R10dda98c39c642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aa85dbe7eb44ba" /><Relationship Type="http://schemas.openxmlformats.org/officeDocument/2006/relationships/notesMaster" Target="/ppt/notesMasters/notesMaster1.xml" Id="Rbe1b5596125143e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e222e4aab64ee3" /><Relationship Type="http://schemas.openxmlformats.org/officeDocument/2006/relationships/notesMaster" Target="/ppt/notesMasters/notesMaster1.xml" Id="Re367a72599544f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f774f3d00a348ab" /><Relationship Type="http://schemas.openxmlformats.org/officeDocument/2006/relationships/notesMaster" Target="/ppt/notesMasters/notesMaster1.xml" Id="Re2a340eefaf742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31d1ba7fd8a4d9c" /><Relationship Type="http://schemas.openxmlformats.org/officeDocument/2006/relationships/notesMaster" Target="/ppt/notesMasters/notesMaster1.xml" Id="R67264790c5a7430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d84735ff0f4100" /><Relationship Type="http://schemas.openxmlformats.org/officeDocument/2006/relationships/notesMaster" Target="/ppt/notesMasters/notesMaster1.xml" Id="Ra0cc13e1570648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6fe9fd7d584e9a" /><Relationship Type="http://schemas.openxmlformats.org/officeDocument/2006/relationships/notesMaster" Target="/ppt/notesMasters/notesMaster1.xml" Id="Rc9154d08b7d44f9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698236382a843db" /><Relationship Type="http://schemas.openxmlformats.org/officeDocument/2006/relationships/notesMaster" Target="/ppt/notesMasters/notesMaster1.xml" Id="R56a3220f88fc48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fc2d4105c04b7f" /><Relationship Type="http://schemas.openxmlformats.org/officeDocument/2006/relationships/notesMaster" Target="/ppt/notesMasters/notesMaster1.xml" Id="R908afa4acb204d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07562cb9c804208" /><Relationship Type="http://schemas.openxmlformats.org/officeDocument/2006/relationships/notesMaster" Target="/ppt/notesMasters/notesMaster1.xml" Id="Ree51db30493d4d6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722ba476f8c42c3" /><Relationship Type="http://schemas.openxmlformats.org/officeDocument/2006/relationships/notesMaster" Target="/ppt/notesMasters/notesMaster1.xml" Id="R1a249a228d5841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0e8350b79b04a73" /><Relationship Type="http://schemas.openxmlformats.org/officeDocument/2006/relationships/notesMaster" Target="/ppt/notesMasters/notesMaster1.xml" Id="R91167730b3b1493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b9e20bed38e4b7c" /><Relationship Type="http://schemas.openxmlformats.org/officeDocument/2006/relationships/notesMaster" Target="/ppt/notesMasters/notesMaster1.xml" Id="Rbf24bf6c56254c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cbf8a81213e482e" /><Relationship Type="http://schemas.openxmlformats.org/officeDocument/2006/relationships/notesMaster" Target="/ppt/notesMasters/notesMaster1.xml" Id="Reca6ac982f30449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bfcb04297784eee" /><Relationship Type="http://schemas.openxmlformats.org/officeDocument/2006/relationships/notesMaster" Target="/ppt/notesMasters/notesMaster1.xml" Id="R4bc42d1fc2c84df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bf244b5efce4fe9" /><Relationship Type="http://schemas.openxmlformats.org/officeDocument/2006/relationships/notesMaster" Target="/ppt/notesMasters/notesMaster1.xml" Id="Rf1c56eeccb7c47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c897b5b0528491f" /><Relationship Type="http://schemas.openxmlformats.org/officeDocument/2006/relationships/notesMaster" Target="/ppt/notesMasters/notesMaster1.xml" Id="R09edb39198934b5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7891c56708949c1" /><Relationship Type="http://schemas.openxmlformats.org/officeDocument/2006/relationships/notesMaster" Target="/ppt/notesMasters/notesMaster1.xml" Id="R24b34f12851a444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9a374fee0084ffd" /><Relationship Type="http://schemas.openxmlformats.org/officeDocument/2006/relationships/notesMaster" Target="/ppt/notesMasters/notesMaster1.xml" Id="R378c51d7e0cc497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99c9fd26b6488f" /><Relationship Type="http://schemas.openxmlformats.org/officeDocument/2006/relationships/notesMaster" Target="/ppt/notesMasters/notesMaster1.xml" Id="R77cc14184f07410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b6761ceafff4357" /><Relationship Type="http://schemas.openxmlformats.org/officeDocument/2006/relationships/notesMaster" Target="/ppt/notesMasters/notesMaster1.xml" Id="R74fae0f38b994c2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995ed41b0d24be9" /><Relationship Type="http://schemas.openxmlformats.org/officeDocument/2006/relationships/notesMaster" Target="/ppt/notesMasters/notesMaster1.xml" Id="Rdd1bb7fbf8d9461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5329503d5044a70" /><Relationship Type="http://schemas.openxmlformats.org/officeDocument/2006/relationships/notesMaster" Target="/ppt/notesMasters/notesMaster1.xml" Id="R3324d8951c314b4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5af0c792dd24d76" /><Relationship Type="http://schemas.openxmlformats.org/officeDocument/2006/relationships/notesMaster" Target="/ppt/notesMasters/notesMaster1.xml" Id="R75ae8d53c2bb4b3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0324176adca414c" /><Relationship Type="http://schemas.openxmlformats.org/officeDocument/2006/relationships/notesMaster" Target="/ppt/notesMasters/notesMaster1.xml" Id="R21cc4c7b5800436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724b02f5cd0489b" /><Relationship Type="http://schemas.openxmlformats.org/officeDocument/2006/relationships/notesMaster" Target="/ppt/notesMasters/notesMaster1.xml" Id="Rd6abec9656dd43c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5aa62f42c244276" /><Relationship Type="http://schemas.openxmlformats.org/officeDocument/2006/relationships/notesMaster" Target="/ppt/notesMasters/notesMaster1.xml" Id="Rc585dc48db4c438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58137fb39a4fbc" /><Relationship Type="http://schemas.openxmlformats.org/officeDocument/2006/relationships/notesMaster" Target="/ppt/notesMasters/notesMaster1.xml" Id="R3e8111742a2247c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0c4a55bf0741cf" /><Relationship Type="http://schemas.openxmlformats.org/officeDocument/2006/relationships/notesMaster" Target="/ppt/notesMasters/notesMaster1.xml" Id="Recf70bbf23d0403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bbeec1ac78a4e4c" /><Relationship Type="http://schemas.openxmlformats.org/officeDocument/2006/relationships/notesMaster" Target="/ppt/notesMasters/notesMaster1.xml" Id="Raccb16c43068495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e5d01cdaec74f0f" /><Relationship Type="http://schemas.openxmlformats.org/officeDocument/2006/relationships/notesMaster" Target="/ppt/notesMasters/notesMaster1.xml" Id="Rf6477acde52f409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9a57fffd2e64975" /><Relationship Type="http://schemas.openxmlformats.org/officeDocument/2006/relationships/notesMaster" Target="/ppt/notesMasters/notesMaster1.xml" Id="Ra609b997869a4a7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afa7cc894a44b1e" /><Relationship Type="http://schemas.openxmlformats.org/officeDocument/2006/relationships/notesMaster" Target="/ppt/notesMasters/notesMaster1.xml" Id="Recbbe65d5737495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0fb6673ed8c4304" /><Relationship Type="http://schemas.openxmlformats.org/officeDocument/2006/relationships/notesMaster" Target="/ppt/notesMasters/notesMaster1.xml" Id="Rf338de0cf8d444a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5eb40269fe84d44" /><Relationship Type="http://schemas.openxmlformats.org/officeDocument/2006/relationships/notesMaster" Target="/ppt/notesMasters/notesMaster1.xml" Id="R116dfa859dd441d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3095b0107f64aa2" /><Relationship Type="http://schemas.openxmlformats.org/officeDocument/2006/relationships/notesMaster" Target="/ppt/notesMasters/notesMaster1.xml" Id="R4fe29e4d16044f1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969f5d4c3594ae1" /><Relationship Type="http://schemas.openxmlformats.org/officeDocument/2006/relationships/notesMaster" Target="/ppt/notesMasters/notesMaster1.xml" Id="Ree4791226023413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aa3bd7d13fe4f8a" /><Relationship Type="http://schemas.openxmlformats.org/officeDocument/2006/relationships/notesMaster" Target="/ppt/notesMasters/notesMaster1.xml" Id="Ra1e9aadb8a5148c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42e5e4611d7476b" /><Relationship Type="http://schemas.openxmlformats.org/officeDocument/2006/relationships/notesMaster" Target="/ppt/notesMasters/notesMaster1.xml" Id="R35b1186e731e446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b59040d48c84d34" /><Relationship Type="http://schemas.openxmlformats.org/officeDocument/2006/relationships/notesMaster" Target="/ppt/notesMasters/notesMaster1.xml" Id="R0d27be2ce23b4e4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c38695f8dc347a7" /><Relationship Type="http://schemas.openxmlformats.org/officeDocument/2006/relationships/notesMaster" Target="/ppt/notesMasters/notesMaster1.xml" Id="R4a4443772e8d4ac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acf75d1f35842f4" /><Relationship Type="http://schemas.openxmlformats.org/officeDocument/2006/relationships/notesMaster" Target="/ppt/notesMasters/notesMaster1.xml" Id="Rba902de3de75415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105908e1bfa4d01" /><Relationship Type="http://schemas.openxmlformats.org/officeDocument/2006/relationships/notesMaster" Target="/ppt/notesMasters/notesMaster1.xml" Id="Rf170ee27e81b4dc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61aeabc7c3a46b0" /><Relationship Type="http://schemas.openxmlformats.org/officeDocument/2006/relationships/notesMaster" Target="/ppt/notesMasters/notesMaster1.xml" Id="R46af9554af04440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3a096f73e2c4520" /><Relationship Type="http://schemas.openxmlformats.org/officeDocument/2006/relationships/notesMaster" Target="/ppt/notesMasters/notesMaster1.xml" Id="Rbd3005e84d024d6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a58052e121f4121" /><Relationship Type="http://schemas.openxmlformats.org/officeDocument/2006/relationships/notesMaster" Target="/ppt/notesMasters/notesMaster1.xml" Id="R017c15b85afb4c4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55e9caeb46f40f7" /><Relationship Type="http://schemas.openxmlformats.org/officeDocument/2006/relationships/notesMaster" Target="/ppt/notesMasters/notesMaster1.xml" Id="R602ba7cec0e7429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c5c34f3d256434e" /><Relationship Type="http://schemas.openxmlformats.org/officeDocument/2006/relationships/notesMaster" Target="/ppt/notesMasters/notesMaster1.xml" Id="Rd2a41ec27e6b402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fded7c0295246c1" /><Relationship Type="http://schemas.openxmlformats.org/officeDocument/2006/relationships/notesMaster" Target="/ppt/notesMasters/notesMaster1.xml" Id="Rf912f11822984f1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f70aec369ef42b7" /><Relationship Type="http://schemas.openxmlformats.org/officeDocument/2006/relationships/notesMaster" Target="/ppt/notesMasters/notesMaster1.xml" Id="R65acc85c4bc7453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2c56e8058864c50" /><Relationship Type="http://schemas.openxmlformats.org/officeDocument/2006/relationships/notesMaster" Target="/ppt/notesMasters/notesMaster1.xml" Id="R321f55412929486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69d0370c0b9427c" /><Relationship Type="http://schemas.openxmlformats.org/officeDocument/2006/relationships/notesMaster" Target="/ppt/notesMasters/notesMaster1.xml" Id="R159d30d9908d49c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499f116c01e46e1" /><Relationship Type="http://schemas.openxmlformats.org/officeDocument/2006/relationships/notesMaster" Target="/ppt/notesMasters/notesMaster1.xml" Id="R9538b0cc631f48c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bfd3ce314a443b1" /><Relationship Type="http://schemas.openxmlformats.org/officeDocument/2006/relationships/notesMaster" Target="/ppt/notesMasters/notesMaster1.xml" Id="R89e05691cafb46f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27765fd9b424ba4" /><Relationship Type="http://schemas.openxmlformats.org/officeDocument/2006/relationships/notesMaster" Target="/ppt/notesMasters/notesMaster1.xml" Id="R1429e05f10f94bd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95876b692ca40bc" /><Relationship Type="http://schemas.openxmlformats.org/officeDocument/2006/relationships/notesMaster" Target="/ppt/notesMasters/notesMaster1.xml" Id="Rb5aa29fea8fd4d9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368146c5c624197" /><Relationship Type="http://schemas.openxmlformats.org/officeDocument/2006/relationships/notesMaster" Target="/ppt/notesMasters/notesMaster1.xml" Id="R1d249829087741f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72f4506ac0244a7" /><Relationship Type="http://schemas.openxmlformats.org/officeDocument/2006/relationships/notesMaster" Target="/ppt/notesMasters/notesMaster1.xml" Id="R768d9b6007ad45d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2977b375ea94fba" /><Relationship Type="http://schemas.openxmlformats.org/officeDocument/2006/relationships/notesMaster" Target="/ppt/notesMasters/notesMaster1.xml" Id="R46c101f33772457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ce31c11861e4c03" /><Relationship Type="http://schemas.openxmlformats.org/officeDocument/2006/relationships/notesMaster" Target="/ppt/notesMasters/notesMaster1.xml" Id="R6fd57443c9ed483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610b611681240a4" /><Relationship Type="http://schemas.openxmlformats.org/officeDocument/2006/relationships/notesMaster" Target="/ppt/notesMasters/notesMaster1.xml" Id="R319125f169eb4e8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3d580ec427148af" /><Relationship Type="http://schemas.openxmlformats.org/officeDocument/2006/relationships/notesMaster" Target="/ppt/notesMasters/notesMaster1.xml" Id="R5076870787af446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eacce435de74c0c" /><Relationship Type="http://schemas.openxmlformats.org/officeDocument/2006/relationships/notesMaster" Target="/ppt/notesMasters/notesMaster1.xml" Id="R18898f90838d419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8e50cfd58dc45e6" /><Relationship Type="http://schemas.openxmlformats.org/officeDocument/2006/relationships/notesMaster" Target="/ppt/notesMasters/notesMaster1.xml" Id="Rdc7faef4917948e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17e7e7c94164d16" /><Relationship Type="http://schemas.openxmlformats.org/officeDocument/2006/relationships/notesMaster" Target="/ppt/notesMasters/notesMaster1.xml" Id="Red46fa39d94b470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7bb7d29482941f5" /><Relationship Type="http://schemas.openxmlformats.org/officeDocument/2006/relationships/notesMaster" Target="/ppt/notesMasters/notesMaster1.xml" Id="R6db450f61f99467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2e72179ac7f499c" /><Relationship Type="http://schemas.openxmlformats.org/officeDocument/2006/relationships/notesMaster" Target="/ppt/notesMasters/notesMaster1.xml" Id="Rcdf47afdaadc477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68023dfc5274669" /><Relationship Type="http://schemas.openxmlformats.org/officeDocument/2006/relationships/notesMaster" Target="/ppt/notesMasters/notesMaster1.xml" Id="R8e6cfafbbfa6447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cd1bf1613c242c1" /><Relationship Type="http://schemas.openxmlformats.org/officeDocument/2006/relationships/notesMaster" Target="/ppt/notesMasters/notesMaster1.xml" Id="Rf332b72a02d741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missing aggregate result after correcting the label imbalance in the failed pilot.</a:t>
            </a:r>
          </a:p>
          <a:p xmlns:a="http://schemas.openxmlformats.org/drawingml/2006/main">
            <a:r>
              <a:t>Zero-shot mean log loss is 0.878. Balanced histories reduce it to 0.794-0.818 at k=2-6; later points do not show monotonic improvement.</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notebooks/results/expanded_balanced_summary.csv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799084b0aa54b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e962d42d104b1b" /><Relationship Type="http://schemas.openxmlformats.org/officeDocument/2006/relationships/slideLayout" Target="/ppt/slideLayouts/slideLayout1.xml" Id="R3bd59c71e27542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d59c71e27542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5c059822dd44f4" /><Relationship Type="http://schemas.openxmlformats.org/officeDocument/2006/relationships/notesSlide" Target="/ppt/notesSlides/notesSlide1.xml" Id="Rc451416cf84347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39a184e25b4397" /><Relationship Type="http://schemas.openxmlformats.org/officeDocument/2006/relationships/notesSlide" Target="/ppt/notesSlides/notesSlide2.xml" Id="Rc186c1c1185443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1e58573f5f4c92" /><Relationship Type="http://schemas.openxmlformats.org/officeDocument/2006/relationships/notesSlide" Target="/ppt/notesSlides/notesSlide3.xml" Id="Ra6230ac0913740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591e92302c14c01" /><Relationship Type="http://schemas.openxmlformats.org/officeDocument/2006/relationships/notesSlide" Target="/ppt/notesSlides/notesSlide4.xml" Id="R0ee696ad3ac342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f1b630eb9f74a61" /><Relationship Type="http://schemas.openxmlformats.org/officeDocument/2006/relationships/notesSlide" Target="/ppt/notesSlides/notesSlide5.xml" Id="R4adc61b640a74f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82adcb208844f6" /><Relationship Type="http://schemas.openxmlformats.org/officeDocument/2006/relationships/notesSlide" Target="/ppt/notesSlides/notesSlide6.xml" Id="Rd0ea7a58c8764c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4d3c7dff2c4cc8" /><Relationship Type="http://schemas.openxmlformats.org/officeDocument/2006/relationships/notesSlide" Target="/ppt/notesSlides/notesSlide7.xml" Id="Rb0ecc1b5c4af4b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4be4e76d5f46cf" /><Relationship Type="http://schemas.openxmlformats.org/officeDocument/2006/relationships/notesSlide" Target="/ppt/notesSlides/notesSlide8.xml" Id="Rbf3eac3f4f464b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33c52f6a3194f1a" /><Relationship Type="http://schemas.openxmlformats.org/officeDocument/2006/relationships/notesSlide" Target="/ppt/notesSlides/notesSlide9.xml" Id="R4a7e4f01789c47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801a21edc04be1" /><Relationship Type="http://schemas.openxmlformats.org/officeDocument/2006/relationships/notesSlide" Target="/ppt/notesSlides/notesSlide10.xml" Id="Ra62edb4ab665401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3dc0517c7d24de3" /><Relationship Type="http://schemas.openxmlformats.org/officeDocument/2006/relationships/notesSlide" Target="/ppt/notesSlides/notesSlide11.xml" Id="R249d40d42e9245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cbef213a7014d68" /><Relationship Type="http://schemas.openxmlformats.org/officeDocument/2006/relationships/notesSlide" Target="/ppt/notesSlides/notesSlide12.xml" Id="R34347e28ae0d4a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e878e0e9a9a4ba9" /><Relationship Type="http://schemas.openxmlformats.org/officeDocument/2006/relationships/notesSlide" Target="/ppt/notesSlides/notesSlide13.xml" Id="Rf4e6fc53a91742d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59052350561401f" /><Relationship Type="http://schemas.openxmlformats.org/officeDocument/2006/relationships/notesSlide" Target="/ppt/notesSlides/notesSlide14.xml" Id="R65a781fe950440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6315ca1315a4eab" /><Relationship Type="http://schemas.openxmlformats.org/officeDocument/2006/relationships/notesSlide" Target="/ppt/notesSlides/notesSlide15.xml" Id="R21c62f9f71294f4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f9f1c30152b4b4e" /><Relationship Type="http://schemas.openxmlformats.org/officeDocument/2006/relationships/notesSlide" Target="/ppt/notesSlides/notesSlide16.xml" Id="Rf936b3796e3c403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6a2bac4d8014263" /><Relationship Type="http://schemas.openxmlformats.org/officeDocument/2006/relationships/notesSlide" Target="/ppt/notesSlides/notesSlide17.xml" Id="R917995f341e94f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21c540aa72f4f9b" /><Relationship Type="http://schemas.openxmlformats.org/officeDocument/2006/relationships/notesSlide" Target="/ppt/notesSlides/notesSlide18.xml" Id="R1a55517951104a6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6f900442f7645d1" /><Relationship Type="http://schemas.openxmlformats.org/officeDocument/2006/relationships/notesSlide" Target="/ppt/notesSlides/notesSlide19.xml" Id="R79239e37c9b34f3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0bb76bdb4ef4d61" /><Relationship Type="http://schemas.openxmlformats.org/officeDocument/2006/relationships/notesSlide" Target="/ppt/notesSlides/notesSlide20.xml" Id="R7cb532b17bb3481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486c8281ea446c2" /><Relationship Type="http://schemas.openxmlformats.org/officeDocument/2006/relationships/notesSlide" Target="/ppt/notesSlides/notesSlide21.xml" Id="R5720cfe0a56b419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30150bdf6c24705" /><Relationship Type="http://schemas.openxmlformats.org/officeDocument/2006/relationships/notesSlide" Target="/ppt/notesSlides/notesSlide22.xml" Id="R94f36b6ae0414eb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884e69f95cc45aa" /><Relationship Type="http://schemas.openxmlformats.org/officeDocument/2006/relationships/notesSlide" Target="/ppt/notesSlides/notesSlide23.xml" Id="R1e537c945e0c4a0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c4f9cd059fe4a8f" /><Relationship Type="http://schemas.openxmlformats.org/officeDocument/2006/relationships/notesSlide" Target="/ppt/notesSlides/notesSlide24.xml" Id="R2e61bcdd003343b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be501eeb1e24224" /><Relationship Type="http://schemas.openxmlformats.org/officeDocument/2006/relationships/notesSlide" Target="/ppt/notesSlides/notesSlide25.xml" Id="R12352aaf855648f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f4597014f464614" /><Relationship Type="http://schemas.openxmlformats.org/officeDocument/2006/relationships/notesSlide" Target="/ppt/notesSlides/notesSlide26.xml" Id="Rabd4543dd969473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ca2dd025b5f485e" /><Relationship Type="http://schemas.openxmlformats.org/officeDocument/2006/relationships/notesSlide" Target="/ppt/notesSlides/notesSlide27.xml" Id="Ra7264f145f814d8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b681468aaff4b1e" /><Relationship Type="http://schemas.openxmlformats.org/officeDocument/2006/relationships/notesSlide" Target="/ppt/notesSlides/notesSlide28.xml" Id="Re6ea20ac620c400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5d9b7cf05274b04" /><Relationship Type="http://schemas.openxmlformats.org/officeDocument/2006/relationships/notesSlide" Target="/ppt/notesSlides/notesSlide29.xml" Id="R7534da3bde93401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38c493cb6fd4432" /><Relationship Type="http://schemas.openxmlformats.org/officeDocument/2006/relationships/notesSlide" Target="/ppt/notesSlides/notesSlide30.xml" Id="R85b9b55c521a42a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deb5a19c7dd45ac" /><Relationship Type="http://schemas.openxmlformats.org/officeDocument/2006/relationships/notesSlide" Target="/ppt/notesSlides/notesSlide31.xml" Id="Rd0315bf7b428495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ea01293afd24a7d" /><Relationship Type="http://schemas.openxmlformats.org/officeDocument/2006/relationships/image" Target="/ppt/media/image.png" Id="R7ee7f36081654ac7" /><Relationship Type="http://schemas.openxmlformats.org/officeDocument/2006/relationships/notesSlide" Target="/ppt/notesSlides/notesSlide32.xml" Id="R0b9df0f5193c4b0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f2864d0d79947ee" /><Relationship Type="http://schemas.openxmlformats.org/officeDocument/2006/relationships/image" Target="/ppt/media/image2.png" Id="R5d62c17ddae54ebb" /><Relationship Type="http://schemas.openxmlformats.org/officeDocument/2006/relationships/notesSlide" Target="/ppt/notesSlides/notesSlide33.xml" Id="Rb6d302d0f2aa444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e417a07a1b24371" /><Relationship Type="http://schemas.openxmlformats.org/officeDocument/2006/relationships/image" Target="/ppt/media/image3.png" Id="R8b414a7b5ed246a5" /><Relationship Type="http://schemas.openxmlformats.org/officeDocument/2006/relationships/image" Target="/ppt/media/image4.png" Id="R7c33606227444d5c" /><Relationship Type="http://schemas.openxmlformats.org/officeDocument/2006/relationships/notesSlide" Target="/ppt/notesSlides/notesSlide34.xml" Id="R1c6cf0eb63ac41a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aff8ede4066458b" /><Relationship Type="http://schemas.openxmlformats.org/officeDocument/2006/relationships/notesSlide" Target="/ppt/notesSlides/notesSlide35.xml" Id="R87dc21b222e34f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106f5d0b31b4829" /><Relationship Type="http://schemas.openxmlformats.org/officeDocument/2006/relationships/notesSlide" Target="/ppt/notesSlides/notesSlide36.xml" Id="R5820ced5ef2c408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dc78e4b594246cf" /><Relationship Type="http://schemas.openxmlformats.org/officeDocument/2006/relationships/notesSlide" Target="/ppt/notesSlides/notesSlide37.xml" Id="R17709de3646e41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ff42391d86e4240" /><Relationship Type="http://schemas.openxmlformats.org/officeDocument/2006/relationships/notesSlide" Target="/ppt/notesSlides/notesSlide38.xml" Id="Rfc8c53fa7b3342c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253070bd90d4f7c" /><Relationship Type="http://schemas.openxmlformats.org/officeDocument/2006/relationships/notesSlide" Target="/ppt/notesSlides/notesSlide39.xml" Id="R80477cc7ce9648b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a483a07e1054c91" /><Relationship Type="http://schemas.openxmlformats.org/officeDocument/2006/relationships/notesSlide" Target="/ppt/notesSlides/notesSlide40.xml" Id="R90c3de3630c6454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c67c24866ab4c6b" /><Relationship Type="http://schemas.openxmlformats.org/officeDocument/2006/relationships/notesSlide" Target="/ppt/notesSlides/notesSlide41.xml" Id="Reddb31565edd42e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7e12b0bbf954471" /><Relationship Type="http://schemas.openxmlformats.org/officeDocument/2006/relationships/notesSlide" Target="/ppt/notesSlides/notesSlide42.xml" Id="Rca6621ee44164b8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7d9d67d214a46e6" /><Relationship Type="http://schemas.openxmlformats.org/officeDocument/2006/relationships/notesSlide" Target="/ppt/notesSlides/notesSlide43.xml" Id="R6c7a0c0aff6c4df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aaecb3acd58414c" /><Relationship Type="http://schemas.openxmlformats.org/officeDocument/2006/relationships/notesSlide" Target="/ppt/notesSlides/notesSlide44.xml" Id="R4bb03749cd154ea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0b63cf252cd4806" /><Relationship Type="http://schemas.openxmlformats.org/officeDocument/2006/relationships/notesSlide" Target="/ppt/notesSlides/notesSlide45.xml" Id="Re47d0d6b159a4dc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baca3c46ef947b0" /><Relationship Type="http://schemas.openxmlformats.org/officeDocument/2006/relationships/notesSlide" Target="/ppt/notesSlides/notesSlide46.xml" Id="R54541df4e1704fd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c291c7c5b604c57" /><Relationship Type="http://schemas.openxmlformats.org/officeDocument/2006/relationships/notesSlide" Target="/ppt/notesSlides/notesSlide47.xml" Id="R154d5e3a75174e4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76db6f82d484c2c" /><Relationship Type="http://schemas.openxmlformats.org/officeDocument/2006/relationships/notesSlide" Target="/ppt/notesSlides/notesSlide48.xml" Id="Rd8fcd26abfc6490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f120c0d09954f1c" /><Relationship Type="http://schemas.openxmlformats.org/officeDocument/2006/relationships/notesSlide" Target="/ppt/notesSlides/notesSlide49.xml" Id="Rcdc760491a4d4b2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e3c843cf31af4e92" /><Relationship Type="http://schemas.openxmlformats.org/officeDocument/2006/relationships/image" Target="/ppt/media/image5.png" Id="Rd50f3be3d27f4ea9" /><Relationship Type="http://schemas.openxmlformats.org/officeDocument/2006/relationships/notesSlide" Target="/ppt/notesSlides/notesSlide50.xml" Id="R8ab656e06f8c495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0a0dd53b24a45e6" /><Relationship Type="http://schemas.openxmlformats.org/officeDocument/2006/relationships/notesSlide" Target="/ppt/notesSlides/notesSlide51.xml" Id="R6c0666c8fa4f4d1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03cf040f3614208" /><Relationship Type="http://schemas.openxmlformats.org/officeDocument/2006/relationships/image" Target="/ppt/media/image6.png" Id="Rd137609080a14e9e" /><Relationship Type="http://schemas.openxmlformats.org/officeDocument/2006/relationships/notesSlide" Target="/ppt/notesSlides/notesSlide52.xml" Id="Re262896aaae0442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b43173c270884f63" /><Relationship Type="http://schemas.openxmlformats.org/officeDocument/2006/relationships/image" Target="/ppt/media/image7.png" Id="R4794405fe28a481e" /><Relationship Type="http://schemas.openxmlformats.org/officeDocument/2006/relationships/notesSlide" Target="/ppt/notesSlides/notesSlide53.xml" Id="Ra0a73c328b324cc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ef65ecb07a848f6" /><Relationship Type="http://schemas.openxmlformats.org/officeDocument/2006/relationships/notesSlide" Target="/ppt/notesSlides/notesSlide54.xml" Id="Rd1775779b8974b7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86b67543e86d410b" /><Relationship Type="http://schemas.openxmlformats.org/officeDocument/2006/relationships/notesSlide" Target="/ppt/notesSlides/notesSlide55.xml" Id="R4d9d7cde7d9948f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d8f7fb0ed4a4eb3" /><Relationship Type="http://schemas.openxmlformats.org/officeDocument/2006/relationships/notesSlide" Target="/ppt/notesSlides/notesSlide56.xml" Id="R03cee29c9802420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d2783cfb80c4d56" /><Relationship Type="http://schemas.openxmlformats.org/officeDocument/2006/relationships/image" Target="/ppt/media/image8.png" Id="R51c282061eea4e83" /><Relationship Type="http://schemas.openxmlformats.org/officeDocument/2006/relationships/notesSlide" Target="/ppt/notesSlides/notesSlide57.xml" Id="R1070be313ec246b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f707eec61a14ca3" /><Relationship Type="http://schemas.openxmlformats.org/officeDocument/2006/relationships/notesSlide" Target="/ppt/notesSlides/notesSlide58.xml" Id="R6605cbfab06e460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6032d64c1f4d406b" /><Relationship Type="http://schemas.openxmlformats.org/officeDocument/2006/relationships/notesSlide" Target="/ppt/notesSlides/notesSlide59.xml" Id="R4223c251f38c46d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0a48d53aa564416" /><Relationship Type="http://schemas.openxmlformats.org/officeDocument/2006/relationships/notesSlide" Target="/ppt/notesSlides/notesSlide60.xml" Id="R5183b5d7b1b24c0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a3e596faeed846ca" /><Relationship Type="http://schemas.openxmlformats.org/officeDocument/2006/relationships/notesSlide" Target="/ppt/notesSlides/notesSlide61.xml" Id="R87ca7497002d470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05284cb2bc945f3" /><Relationship Type="http://schemas.openxmlformats.org/officeDocument/2006/relationships/notesSlide" Target="/ppt/notesSlides/notesSlide62.xml" Id="R0eafaa2aa877491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2960edc740994bd1" /><Relationship Type="http://schemas.openxmlformats.org/officeDocument/2006/relationships/notesSlide" Target="/ppt/notesSlides/notesSlide63.xml" Id="Re97f8f5493fd4ab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922d379160b4b83" /><Relationship Type="http://schemas.openxmlformats.org/officeDocument/2006/relationships/notesSlide" Target="/ppt/notesSlides/notesSlide64.xml" Id="Rac5311771b7a4b6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516be4b08414f11" /><Relationship Type="http://schemas.openxmlformats.org/officeDocument/2006/relationships/notesSlide" Target="/ppt/notesSlides/notesSlide65.xml" Id="Rdf0b2130d1e44a1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89513e8e458c411c" /><Relationship Type="http://schemas.openxmlformats.org/officeDocument/2006/relationships/notesSlide" Target="/ppt/notesSlides/notesSlide66.xml" Id="R73a796685b2a417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866aaa0468e341cf" /><Relationship Type="http://schemas.openxmlformats.org/officeDocument/2006/relationships/notesSlide" Target="/ppt/notesSlides/notesSlide67.xml" Id="Ra430f2a90e324c7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c1702929291f409e" /><Relationship Type="http://schemas.openxmlformats.org/officeDocument/2006/relationships/notesSlide" Target="/ppt/notesSlides/notesSlide68.xml" Id="R2c03a7e8b00b4d3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1c8dd25e1a7450e" /><Relationship Type="http://schemas.openxmlformats.org/officeDocument/2006/relationships/notesSlide" Target="/ppt/notesSlides/notesSlide69.xml" Id="Rd98ee5d36e6448a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60fcd4743b0444eb" /><Relationship Type="http://schemas.openxmlformats.org/officeDocument/2006/relationships/notesSlide" Target="/ppt/notesSlides/notesSlide70.xml" Id="R65ee5dcab68946d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63075f7bca34bad" /><Relationship Type="http://schemas.openxmlformats.org/officeDocument/2006/relationships/notesSlide" Target="/ppt/notesSlides/notesSlide71.xml" Id="Rd82136c37e7f45c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e734f18b5b64ac6" /><Relationship Type="http://schemas.openxmlformats.org/officeDocument/2006/relationships/notesSlide" Target="/ppt/notesSlides/notesSlide72.xml" Id="R57b4e5e5d973468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29092ffb2b04757" /><Relationship Type="http://schemas.openxmlformats.org/officeDocument/2006/relationships/notesSlide" Target="/ppt/notesSlides/notesSlide73.xml" Id="Rc839b3d3c218492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6ad0d5d23e24d33" /><Relationship Type="http://schemas.openxmlformats.org/officeDocument/2006/relationships/notesSlide" Target="/ppt/notesSlides/notesSlide74.xml" Id="R804c82a2840d4b7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f355a058c7e4a6c" /><Relationship Type="http://schemas.openxmlformats.org/officeDocument/2006/relationships/notesSlide" Target="/ppt/notesSlides/notesSlide75.xml" Id="R1bfcb50d2a5c486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92052a99de54c4b" /><Relationship Type="http://schemas.openxmlformats.org/officeDocument/2006/relationships/notesSlide" Target="/ppt/notesSlides/notesSlide76.xml" Id="Rbf3eb58fec27450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03a254e573148ab" /><Relationship Type="http://schemas.openxmlformats.org/officeDocument/2006/relationships/notesSlide" Target="/ppt/notesSlides/notesSlide77.xml" Id="Rdb7ea641dbb948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A86CF1-5CE1-4A10-B881-3C4EDB148CD5}"/>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E62FC1AD-8F4B-47CB-B72C-04CA7ED9062C}"/>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214BAEBA-61E6-4686-B129-0E731594B25E}"/>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18D5FEF3-998E-4436-B564-242871D637E5}"/>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B6AD723-144C-461C-83DD-BF895E184873}"/>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5F79090D-2578-4ED2-AF57-7D7CB361AFA6}"/>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9CF98E59-7832-4FA1-A988-42ED6580B352}"/>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20386044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380E8AC-5D18-46A9-85F8-37FEF952AFC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94FC195D-7CE0-4C8E-8B18-2C136807D75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BE748AEF-0359-4F71-AADA-C98F4673378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5F7A590-DF0A-43A7-BFCB-BCDECB84CE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D219A3B7-0C89-4ADF-9158-ED45554D03A2}"/>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C532174A-012C-4270-AF1C-4B943DFD8D88}"/>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AE178980-8E05-4EB1-8E80-0EFBB05C751B}"/>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6093BD81-7938-4DDE-9FC1-24596F8C16D7}"/>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832F98B7-CC0C-4D7A-ADDC-F56AE362DFF8}"/>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FA698471-F005-424C-BBAC-4B8D857D0D9B}"/>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7CA620F8-A0AE-4B09-986C-CA9B2A96019F}"/>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D0D136-8D82-4E6C-862C-8ACADD04C4BD}"/>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BAEA010C-2B3F-4824-9E7D-6D5199A7C5EA}"/>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A8D1AE10-5C59-4B69-8DDB-9EFEFEC080CC}"/>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C0C5FE80-F1AE-4D2A-9D74-904551329E9B}"/>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76B740DD-B710-4C8C-923B-E3A361DA61D7}"/>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1295A0FE-0143-4BDF-8342-83F509EC43BF}"/>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BAE4F2F0-2D58-468B-A59A-CF5EB3BA753C}"/>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78C31CA2-6670-4FB6-B8B4-1E2CE90EA4CC}"/>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9E0814CD-142A-4629-92EA-4ECF8D80694A}"/>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80726E0C-C070-433C-89D0-62D903587451}"/>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07938D05-560D-427B-8447-01696588A8EB}"/>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F9D443AC-F983-4F51-BC95-5C693070434E}"/>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AA5CC498-9B95-4F7B-AFDB-A4FEA3E02DF4}"/>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63470623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9DD40C-4F7A-4A1D-870B-2816EFDB9368}"/>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EA052EA4-10AC-4386-9463-0CC5097BD9DF}"/>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650E901F-4DEA-4440-B1E0-6397DE13FF6C}"/>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1D4919D4-7630-47A3-A7AC-0E907C6E7416}"/>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C343D092-BFEB-4CDB-90A5-8DBCB013B24E}"/>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7E6F708D-6495-46DC-9044-B30C58482E51}"/>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3AFEDF26-87B0-4581-9A68-A7986DCC0C18}"/>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035D37D9-AB24-456C-89F8-C5FBAF377EB1}"/>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8358126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AB3F25D-3B89-4DFD-9DCE-C7168F20B6D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8B50F189-EDB8-4790-AEED-17B8BFAAE6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F03CB827-CBAE-4412-8B8C-3961B4E831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1BE4B0-6B42-4088-AFAD-5D48642FFA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453547AC-29E4-4175-88C3-42F240C60D9C}"/>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0C928EEF-94B6-4B16-B198-C9C0F5111FAD}"/>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7A37CE54-710E-44ED-A975-4E1004017E6C}"/>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FA7D318B-440E-440B-8F3F-38695D7418C1}"/>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A478AE1-1EC3-4DAD-A6FD-519400F8AB05}"/>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26BD0525-16F8-4DDD-AACA-6DD8DCD517C6}"/>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76BFD44E-C017-4A62-A9F1-D4A45DA1A5A5}"/>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EC516563-969F-4E91-BD6B-27B04A56CB38}"/>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775FA4E-C290-49D4-B7FA-06704AFB62D1}"/>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718185A6-DE86-4CAA-8206-389299335723}"/>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DB98BF17-BB2F-4A9F-A623-8B64D89BBE7C}"/>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47904D3A-DCC8-414C-A6D5-7191F08482CC}"/>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C5C1ADC-F480-4685-9D06-35904BD83F7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5DD57C8-FBA8-4059-A7E1-1120F2FE5DA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5797860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1AE1170-C973-47A9-A036-227D469C0CC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401F11AF-E725-4C7C-833B-F21001D8693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F46DB0EB-46D8-4386-994E-27A6E71EC22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64B2F9-3D68-401A-B6E0-6A07A55C20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E8D7DEC1-5D8F-473D-9EC6-59D891264658}"/>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672FA8D5-8A01-4F29-868D-E4342BD42527}"/>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C447E82B-2E0E-4A9E-BD28-F393E966F1BB}"/>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783CD852-B3C0-44F8-AA93-11F79C75E850}"/>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CFA1B08-58FD-4932-A57A-1E201DA1A146}"/>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C8F79FCF-AC9D-4275-89CC-FB69FF182CF8}"/>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7EE92281-DBDF-4CA8-9322-5DF280ED6FD8}"/>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94351CCA-BF5F-49E7-9525-A7CBF8CF011A}"/>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BF2C6F5-AB65-4C3D-927D-E69CDD6A4DD3}"/>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42B5B630-DB57-4BF6-A211-5019450E7E76}"/>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4B714276-5B58-437F-B8F8-830CE0A30761}"/>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4E8D2ED4-241D-4AFA-B3B4-05CE15569121}"/>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7BFCF6C-340D-445E-AECC-5760A0D453E6}"/>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F743D18D-570C-401F-9582-5276B025E733}"/>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14A12667-206E-4F9C-A462-309012EB9867}"/>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9697BA92-CB2B-44BB-B156-C09E2D638A07}"/>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02BAD32-5024-40BD-9893-591C4BA4071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14CA199-61F8-4E80-A725-0D7462805DA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5318386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A732CF6-53FF-4833-B8BD-CE44256ADFA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D9D2F97F-9E06-49C8-A217-12314ABE8E4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2364667E-2A7E-46AB-BE23-9C93BA20F87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F09468-C363-44F1-8692-72879F18B7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35FD8393-954A-4AC3-A73B-44B8FE98D860}"/>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6669C6A0-56CB-4482-9FD6-535343D8FAF9}"/>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9D4D8AC4-F1FB-4CCA-AE9D-9BE257A3C32A}"/>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9CA9009C-BC58-4606-BD45-9FB56AB770C4}"/>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2D173BB3-306F-405A-AAFE-8896C98158D8}"/>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A761D6E4-A893-4E18-9F40-9FCF9427E667}"/>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1A78C736-5DE2-46FA-A5BD-78CB982B5D1B}"/>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509BF669-A5F2-4666-B0DC-CD03E1F91541}"/>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D7D835-89FE-4E6F-A40C-E8E61A627D0A}"/>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49535E75-25E1-4A12-8094-06F865662F44}"/>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A4C8B85B-EF00-41F4-9190-45D894269896}"/>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82F1B747-2956-4B73-AAEB-7B133E4DCB85}"/>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E533E999-7DE3-4C8A-9E31-225A9D2DC48B}"/>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705C3EB-44F2-48AB-8B39-377FE34C59DD}"/>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474433B3-5A96-432F-BEB8-23C9B85E4BB0}"/>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66BE9484-FE17-46CB-B15C-473924CCCE2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EE2330D1-0ABE-4924-9057-8E908BC26265}"/>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45A3AB13-79D3-41BA-B31E-48C662FE13D5}"/>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A1F32F9-A121-4DBF-B54C-4583574CA290}"/>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3509D4E1-EB17-40C8-9CC5-54FF700C7A68}"/>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64577FF6-5E19-4241-B6D5-96DD2210CF3F}"/>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41616FE3-734F-46B1-904C-C11C1DDB4862}"/>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86A8EB71-A9E3-4948-A2EA-34B4A96E4874}"/>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C2F5B43-3C0C-4CF1-84A5-9853DADABFBA}"/>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054BAAE3-E396-4B88-8E3E-8CD62AAB4BCC}"/>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7334641E-5E1D-46D7-A5A6-F3C83D69520E}"/>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A7189CF6-C093-4D17-B41A-25C3C2C5025A}"/>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9B8AC717-E303-450C-AE8F-64A8D3EE999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4DA3AA3-3320-4598-86FC-A620EA7DF62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5125484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7CCFC5B-FD8A-4F8E-8F19-FCA4EAB5437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7DCE8994-951E-4F37-BD18-A9C10FA5B91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A8CB1E28-38D8-4251-869D-05F937F37C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34A4E7-593C-4204-BA44-6A2D857CA9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A927CEF9-61A2-4118-B9F7-B1D21CD57BA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606A36DC-F840-4E62-A1E4-F8913C108F37}"/>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9A36E3F2-7D9B-4217-84F9-B1AAD1A0BF9A}"/>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34618D31-B0E1-4229-80FE-AC34CE52B1A0}"/>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0446BAA1-0D2A-40D7-9D47-DB1459749F42}"/>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FBA607E6-AD60-4711-B13D-2AF147AC86D1}"/>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19B0C657-97C9-447A-8F01-12AEB76B92A3}"/>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53E2C4DE-32A8-41B3-B8F5-2F2DD0CA2506}"/>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AEAAA61A-060E-4C05-85BC-BA27E4E79125}"/>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A020AF15-B001-4865-9F4A-C5802402EB4D}"/>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039EEBD2-7891-41A6-AEF2-F7F304D7C1B2}"/>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A5B5013-FCD5-47AA-A682-F064BCE168CA}"/>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EF1A7620-660F-4730-B1FB-139C157687C0}"/>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BBE5251E-9C5E-4CD2-B8D1-E7CF956BEECC}"/>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E5ECE12-05E3-4A38-B4FF-5D32C3E50837}"/>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14CADC-7666-409D-AA62-C5419CBA15B0}"/>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F154FDE8-D3DE-47EE-9D02-6B9A99D8E9EF}"/>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3AA90E03-D671-40FC-82C5-038B9E595C2A}"/>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C254224-2D5F-4499-AACB-48C658D5D440}"/>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4A16088-EDCA-489D-A7F7-85F454161699}"/>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E1D0013D-E719-421F-BA8B-443EA0D30993}"/>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638E8AB5-8250-4D7E-B7B1-28D120CBA539}"/>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6A2C9DD-8A61-4351-A7E8-3245C1186035}"/>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628A538-631C-40A9-9A9A-43008F35908D}"/>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E4FA3B36-99A8-48FD-9C03-BC0233E411E4}"/>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021321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0DE49CA-5561-4152-858C-DC17909CB9E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FA6E5E6A-3885-492E-A7C2-3C58BF03B559}"/>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3711D92B-D0A3-4FF5-95E9-896F3E254AB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BBBF8D-6E8D-404D-8175-DBD14F01370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11DD899F-9790-4739-B841-7FD466F935D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58EAC8D-5BD8-41E4-8FEF-AB9DC6F293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991947-48AB-4758-A130-2757113F253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6A92E2-AD3D-4A6A-AFB0-F74386A640A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C9354E1-8DD4-4319-BF4A-08C792ECC97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34B65D2-6E10-4D5E-8E9B-50A3DF2338A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8F86660-F404-4558-ACED-B4BB5B68AF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B3772E-CCFA-4128-80A4-F563731640C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2E5952-E30E-41BB-AF55-09D3DDBD86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2C4324-8FC1-48EA-9C55-ACD8F06F46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00238600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648F22A4-E184-47C6-945E-A1E8A93DDA9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DCE4C4DD-D5EE-4148-8438-6C8E9CEED14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F69AA2D2-0AA4-47EE-9E7A-D2896C831A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5F0BD2-D6E1-4556-B359-4E4C424C061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B4740CE3-214F-4193-8825-AFC24C3C61E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9A82E50-ECC3-4A41-A3FE-F1E5D7D9D9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D2708D-0440-4293-80F1-DFC05BC1E4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4D57029-4F83-4B97-8F9E-4A21759AEEF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08DAFB-A390-487D-AAE5-26AAB6C9F56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83E38F-A4C9-452B-B3C3-817B8FCBD36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679D4B7-2D89-40A7-9F86-E7D0FAA6FB9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12A434-05E0-47C9-8DD4-1AE87B9B7C5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17E5279-F17E-45A2-8EE8-68144851482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6E21DC4-D498-49F9-9412-7699942B6E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2D2DBA3-DD81-415F-9A27-9CC77681E43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10D319E3-271C-454A-8C8B-5493390B3CB9}"/>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D5B1E79-B047-4B2B-9146-C70546547639}"/>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7C14EBE-5268-45BF-AD8B-65DCC7DA058E}"/>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3D3C8BA-1D41-43E0-827F-F338728F7A30}"/>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8FD3546-4552-440A-91E6-949226AAF2DD}"/>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715AE73-EF0E-4FF6-AD74-CAAF5084A795}"/>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A55C05EB-5449-490A-94D7-3568BF7C9B63}"/>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04967C8-AE5A-408B-9530-A000145CE950}"/>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D6236C46-37FA-4879-B590-F8AABC7691B5}"/>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39574D5F-4F9A-4AEA-960A-1C92685DA7BC}"/>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FDF12648-9EE0-4450-BE85-BB70779F3225}"/>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8B3B96D-288B-483D-A11D-3BAC69115360}"/>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02828C48-025D-4F2D-9304-40F4783DD958}"/>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1AD114EE-176B-42A3-901F-FD41791B0730}"/>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A5A2C03C-DEAF-4732-820A-15AB1386DD56}"/>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3C2DA7E-653D-408F-B670-6C2856C1005D}"/>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06F097BC-7584-4E9B-8132-8E4F132DE86C}"/>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61318516-7216-46E3-BDD1-9ABC72F7A1D1}"/>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32B45E59-761D-4F0B-9430-3F65AB32A2B9}"/>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A2A8379-F5C3-468B-98FE-99015C039431}"/>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AA979019-C3EA-4015-9822-1639AF1F64DA}"/>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E279E8DD-1B03-4E4E-8CCD-EAB9DAC25B2C}"/>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177F8068-62FC-4CC0-A4A6-5012CF1B318F}"/>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1900272-AFED-4467-8C3C-A6FF00ED2680}"/>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3217C3E9-5416-4205-A294-D032A8B05CA5}"/>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9D7A10E1-8DD3-4FA0-9CE5-D891703A21C4}"/>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74263544-91CA-4E00-AC2B-AD82207CD6FF}"/>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E01EDFA-BE0A-4829-BED5-7A90271C4C5E}"/>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D004C579-3356-409D-B5A3-ED59C2907D90}"/>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499D5857-6AAB-49CD-9315-F7B242779AA5}"/>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950CBDA4-E85B-4FAB-A080-21DA21D81600}"/>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11686000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1C286A41-87C2-4C27-A72D-25AC151C1A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D2ADE16C-68AA-42F8-A465-4477D2C4C9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FC2A9FF-7CAB-4168-81A0-B440FD9D1E3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249E11-45E9-473B-AB9C-CC861BBAA7A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62E51EA0-78AB-49B8-B324-BB65289BB73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17B488-5BD9-49F5-B801-7CCBAD55B1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FD1FD9B-0155-43DC-9BC8-701158F0796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7D0266-F9FC-4A63-927B-5107542080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D5E72B0-69FD-48DF-B033-BAC01FA28A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37DDB4-506C-499E-995A-2459F4EC90E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B2FD1A0-79F1-4A53-8E01-C98180895B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2C4D91-09E0-4233-BC46-79DE09AA83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915A0E-4CB4-4314-B5A8-BECB4BCD3DC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59E40D-06EB-47F2-9ED2-92514E2FBB6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A285C93-06BA-441A-81E0-CB8260DF4E8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63904264-7A68-4C95-9E8B-563421F8C1FF}"/>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6F6150B-4B34-4A7B-9A80-EBFCA1C425AE}"/>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20C46C5-2E80-4DC9-956F-4F3EBED5B0D5}"/>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82CAC23-EFC3-4A57-94A8-127B359820A1}"/>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8CFE9C6-6BAF-4A3E-94C9-682338803DBD}"/>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63390A2-D92B-4EAA-84D2-E1BFD18E485B}"/>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66E25A3-1B37-44B7-9F15-BBC8363FB7E7}"/>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7903A6-9384-4683-8378-544F9AE35EC0}"/>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3B56A834-D97E-42FC-8B90-57F1D4FDF802}"/>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4597DA29-86C6-46B4-972D-32A55DCDF4A5}"/>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4D03E7E-7E61-4E59-96BE-2E8C1F307DAD}"/>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D31207F-0221-474E-8FA4-327EC24AA1B3}"/>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F2C858A0-B9E6-4B5F-9654-53043E303CA3}"/>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A04F9E5-CFE5-4DB9-B4EB-4EF47F74EE77}"/>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DC46C53-7F32-4F94-97FB-E36BDD8D986F}"/>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596340C-7D67-404A-BC79-74013D41A31C}"/>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BE71FCDA-999F-409B-8BA8-440BB4968716}"/>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D55CC219-5C70-4968-A7A7-771C99C449C2}"/>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FC3FD38C-04F8-478F-B127-6130CA4A1C19}"/>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F15557B1-D494-4EB8-A2A2-B2B5CD578671}"/>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45812F62-C90C-4821-8465-2ECFA9CE3AC6}"/>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1A5B2560-3496-459F-A271-66A0462F60B9}"/>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26A134E2-4031-4C60-8D16-EED202D91BF9}"/>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39E5363-BD2B-4662-A1B8-0C2E33C177D7}"/>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FEAEC14F-2DA4-40D8-8FFC-560788BA4B2F}"/>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3EF2DDBB-E97B-45DC-916A-A623C6CD966B}"/>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B8D6F30-3F0E-4C1A-A2D9-67B57A29ACD1}"/>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0228BBF-F985-46BF-A6AF-1CD58C2BE4D9}"/>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ECDBED89-8C43-4285-9A03-3A01E75FBA3D}"/>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2583C3AB-375E-47A6-8127-C7464B6B78CE}"/>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3F9F5D93-D0D1-41DB-AF26-1B1CA422D240}"/>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50E8A8C-B219-40D4-8980-F3E38F4B6BB7}"/>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560C6CD3-B32E-4455-9A23-FEF8ADCA7B4A}"/>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79BC88CC-D655-4FD3-8423-B9F898E72FCC}"/>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B6C56EE3-1945-42BA-860F-736245DE3218}"/>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A3C249E7-4507-4C65-99EE-476DC9D63945}"/>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E68F00A9-12AD-4862-9E0A-72E20819159A}"/>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78CAF8B4-5350-422D-97F5-72BF05E7D07A}"/>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3DD19F1C-5273-4E5C-A4B2-D37A2CF55341}"/>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13B54CA0-FF29-4083-ADB1-3C6E9DEF67E6}"/>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D653EB6C-DDF3-4774-9F25-B4444C3F680D}"/>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87E95706-7B40-4847-A910-2EFEF0B43CA4}"/>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13B265B7-07D5-492C-896D-0FB0BF372CEB}"/>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2C521E5B-FB8F-4CA7-93BC-70183E9DB6FD}"/>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80630E0C-6413-4D34-8D23-0ECF0BF67E3B}"/>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A741C7FE-5139-4669-A0A2-A46EFE2B7BEF}"/>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D88DBA2F-3267-451E-959A-ED818B3F9D61}"/>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A4C4DC7A-2864-4971-86AB-D0A2EDE43219}"/>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414F764A-3D30-432C-8B03-43B025A3823A}"/>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40D875B8-030F-4BFD-AD3F-C3E0ACFBD723}"/>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89744448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0CFBBE8E-71DE-4636-A209-4CDA6668200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5E56612C-D172-4B7B-BA1C-6DEADD0C1EF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297A607-4F08-40E9-85E3-CA7E23093CC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1EAB76-2CB9-446A-9B76-7DB75C30EAB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2AB464E0-8552-462B-97AF-6C8CB4D2E3E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2A4119-9E8B-4B20-90B5-059A48DDF4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07584D-5E72-420E-9255-54EA05AEFD1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9FA19-06B3-46E2-96B7-F7101639AE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A7D35B2-3374-47AE-8A7A-B3BB5D1ED81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50FCA8-2862-4BF9-A91A-2167AD1DA8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8004227-2647-4046-A50C-7D7FA206511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A3FD25-F325-46FF-8840-C594629C59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EA3C3E0-2053-4651-A82E-D196437C5A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9F91A2-4D38-4C1F-BF5F-34C92AB68BE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942D9DB-1241-4BA6-8301-20A44648E1D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CEAE8117-3F28-48C1-B1B0-3C7F74F6E08A}"/>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DC2CF8BF-50FF-47C6-B71A-00B226F2F389}"/>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07D98AC5-BFCF-483C-B57A-F83321B89E76}"/>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98566C5-F78B-4B28-A35E-26747F3792EB}"/>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7BA7682C-CBFE-4C36-9F1C-74E35739D823}"/>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550C4A90-2CD0-4E38-81AB-A693675E07A0}"/>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2FA55FA0-762F-4E19-A558-6E647AF54E3D}"/>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2735968A-7038-4AE5-A671-CEE56BA81651}"/>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DF29CA7E-9386-40AB-A60C-69E3A9933ED8}"/>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F86094A6-6A51-4891-B407-E4BDB5D27621}"/>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84CF2A1D-6E7E-4756-9A83-250EA2484EE2}"/>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9AD9B225-72F0-4098-9318-F7ED4B221E12}"/>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3C8131E3-D726-4497-89B1-60A5A4B0A84B}"/>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427737E8-082C-4832-AEAB-08D9A82A06D2}"/>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25BCB48C-59F1-44C9-8EFC-62FCBD03E54E}"/>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20E76996-1D53-455F-B624-04C15099308E}"/>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90C92059-64AF-41E7-A6C7-8B6520460114}"/>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D8D2BB59-2F64-48A8-B085-5EA3EBD485A2}"/>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F1B188AB-9DBC-48CD-A150-C14C1135D734}"/>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5285CD79-7A31-41F5-B7AE-FAB09297391C}"/>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2A4894B9-904E-42AB-9522-8C6B6A8FD063}"/>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881C4050-4608-4B68-8146-B96335FB2638}"/>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3A662A1-514B-4BAB-B985-B9D042793080}"/>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1951A7AC-3FC0-4F84-8C9D-3B0BF2FED829}"/>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058CD1C1-DD49-4EEA-B409-EB7C1EAE9B6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EE37BD97-B886-4903-B3C0-001BEAEB492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52254498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8E745B2B-8213-4FD4-996A-88868E4C01C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5FE4CAED-FF32-4785-86B0-D7AEF21B80C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E432A79-69B3-4F4B-AA19-878C17320B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F85809-88EA-43EF-BD1F-025134011C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57565570-6BAA-44C9-A8ED-D48A9D22093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0B93DCD-6178-4A1B-A589-50DBD0DA3E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DFEB956-4349-4010-A9A0-2187EA9242B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859002-70C5-4A09-989B-F1DB210105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1021602-E389-4BFC-A98C-1CAF17D0073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CEEEAD-24ED-4D3A-8ABE-314C1DF424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80355CB-01D2-4E90-95F7-D55929E607D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CD26A2-B22B-4BB1-9CFF-F4D13F49F5B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C2D121C-8C4A-4180-A0EF-46C7EAF13A3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E2B75C-3062-4C81-B8BE-151F98EC4F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77856DB-B15D-4AF0-B0A7-E11C064FBCF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7DF41CC3-05D1-4169-B786-6E3EDE77EAFD}"/>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450913FB-79EC-4469-A0C9-E423F9AE5B9F}"/>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54094F59-451A-4D08-9E65-DEAEC1E4CD9F}"/>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DD620970-ED5D-436C-A0FE-09D62FE48351}"/>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3849686-3D90-4A87-8A8B-A15C96A0EDC5}"/>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CB1432D3-D2B4-4AC5-BA50-EE29D78355EC}"/>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D519C427-AE86-4A0B-9A00-6D2A71889289}"/>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B736FC6C-79AA-4678-BF5F-F878240E25AD}"/>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E3F1FCB-4A20-4017-B449-A4E4755B611A}"/>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2238DEA8-F255-465D-A56D-C93A568B4004}"/>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9A5CDC8-D8A3-4FAD-84DB-6EDA812A6AF5}"/>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177712A9-B663-45B4-A386-969479F5797D}"/>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0610800-DDD5-442F-8B64-B27382AD05FD}"/>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B3515FFB-B262-439B-9BD8-14856713EE8E}"/>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BE22EA0-7DAD-48A8-AD86-43BE9B06594F}"/>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BCBE5C64-BDF3-470F-909D-4577C175A1BA}"/>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0FFEA72-BB1E-4EEB-BAAA-B96954026062}"/>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46A13CF5-3EE6-40F5-BF34-17E6841DA17E}"/>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6C575988-DA8A-423E-84CB-D1B5892CF8E0}"/>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8C715DC9-7930-4D7F-BB9F-F278B553D313}"/>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A82C0425-DB3F-4079-910F-F183B425C570}"/>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0D8DCEF7-7E76-472A-846F-625AF24717D7}"/>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542B60C-2EC5-4AD2-ADD3-9BCAF5B6EC5D}"/>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C2F1B313-3A98-42AA-A76E-B7F5BED7E069}"/>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6D29BD91-7C9E-4F3C-85F0-FFAF42497E89}"/>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59549ABB-B687-4E63-853A-1804C62F60F9}"/>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D3C48E59-EB3B-4621-B1D5-09EC6372969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D9F5FCD-7E63-4A75-BFC2-ED04E60AE0B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4585124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8DEFF594-250E-487B-9FFF-AE358DE917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514809D3-9904-4EB7-AD9D-72C2114917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DC340B8-9447-4B15-85CE-6CA3296499E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12F4A4-7015-4B1F-9CA0-52DF0498F26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298D8750-6E28-40A1-BFE0-61F3C312300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824AE2-3594-4C1D-BC57-347A73E41CD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3C494A3-C27A-4BA7-8799-22A7CF0EDB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7A8014-D445-4BA0-AB2C-64C6760DCE1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E9027D4-C803-4920-A6B6-06B92017B2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30417B-E43C-47AD-A8B2-8F977F20BFB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9285D57-65E4-4105-822F-24535BFBE5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C8243C3-82C2-4001-AA92-7CF26C49FC8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AE16140-3A0C-4C67-98FB-1BE4144B8BD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4C0548-CC74-48FD-BB08-8C4031F1DB7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37DF134-FD96-4398-AD93-22C7C11F594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02FEE8AE-164B-498E-B0C8-DA0E238C6CCA}"/>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BE0226CC-BAEF-4FC0-BE2F-A10A4E4357F8}"/>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9F090C3-3A48-40B3-9BC3-9B1399F4C80A}"/>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51D3AE4-BD4E-4D2F-8AAD-76E187B6FBCF}"/>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B4B00BB-7958-4DC0-81FA-22680B03A593}"/>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DAC4259A-6F90-446D-B393-B2E4C5E5E26D}"/>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7753BFBA-FC99-4086-9537-3488EDB7631F}"/>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544B917F-9547-463A-8CF2-F11076083328}"/>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1F2EE001-BB12-4C25-8197-EE7EF15C24E0}"/>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EEA123D4-08EB-452C-A833-5C13F99491A4}"/>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18ED839E-0579-4FD5-9185-54952370B251}"/>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9DA76CDA-AB7C-4E5E-8178-189C45EDB2F5}"/>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895BCFE5-1E5D-4439-BF9E-5731308B13B0}"/>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B732B402-9CBF-4CE4-BA23-6443B91509EE}"/>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CD1C2954-8C67-4EE6-93E2-1AA6CDAE3E66}"/>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A5561976-6686-4918-8338-4C8E7F2A47AB}"/>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3995F96B-B523-4CAF-BA51-618B5AAE1981}"/>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1D219816-3F9D-4B2E-AF1E-A7A891E0346A}"/>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32254F23-0D07-43FB-AB0A-175F11E97D30}"/>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FB0B6785-256B-4698-B176-3084CE3CE107}"/>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B3B406AF-1205-44F0-877A-626573DEC944}"/>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5FE87174-7930-4D5E-BD21-40F365217B84}"/>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74205781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9D1C43E-DB5E-4B80-9CD0-7449DFA08B2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FA89FC37-6956-4672-AF6A-9628DA22E0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F05192B-6FC0-420B-9529-98BC7A18884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3F4BD9-A2A6-47B2-84E7-747C4D1874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447CB9A1-9974-41DD-AF73-76D82CE0C25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06ACE3-0B99-45AB-860A-3EB21D47E8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1DF516-F08B-4E87-9C87-94CFB2785C5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E2A7B0-7714-4A97-AB3F-74BBB2310D8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81654C5-ADC2-436D-B8C5-8DFB9D68EF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C84277F-25AB-455D-AC07-B12FFFB7D23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C93459-4EE6-4392-BA5A-808CACD1A5D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AE434D2-006D-44CB-9E9F-83EFA82C8D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500012F-C2A7-410A-A59D-91A66DFCFC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57DE10-5A70-4EBE-8144-94886A3B1C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E3BF78B-5DC5-44E4-8F43-3E8351D1BC2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187D1C01-2954-42FD-8C60-2BBABB8F6F02}"/>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F986581-8C63-4AE2-8C9A-52AFE037B6B8}"/>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41B73663-C9F0-44F8-98C7-EBB103084F13}"/>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FC58400-4C15-45F6-BD45-9A05247A0498}"/>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2A9684C3-6208-40AB-A24D-9308B1D94794}"/>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689D047A-62F5-48C3-AD70-C68278397655}"/>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B8075A9F-C5E7-4714-A0EF-ED9E89726A9F}"/>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43E67C15-AA49-4E03-99D6-43012CEF155F}"/>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0515E01F-80D7-4105-BA45-37D120A9CA0D}"/>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07AF7586-7111-4790-BD34-8E66CCCEA190}"/>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FFAFF252-571E-4CD3-984A-F072ED75AA28}"/>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D0F4A908-CD3C-4D73-A3FA-6DC70000B65C}"/>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BEAD5B56-1025-4C5A-97C5-44640BBCE123}"/>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7ED49512-F537-4A73-A65A-40D143C00912}"/>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4203D270-B5F7-4B91-8837-8DDB0DE15E65}"/>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23725269-3A16-419C-9298-8823D10BE008}"/>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171FEAF8-B047-480A-A8A5-E4212E78C2A4}"/>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4F1A409-60A9-4689-B0C9-DB37FF412632}"/>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2610278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CA258B31-813C-4F85-92D0-7CA1D6DAD73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6545CDDD-D53B-47C3-B7C1-9741494F3DC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FD5078F-03C3-4176-9270-FB5CBE31B41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1381FE-2C44-4E10-B98C-0673167EDF7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72860028-6080-4CEE-80BE-0FA5DED286D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09602E-B1E9-478C-9C16-0BBA0193E3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DDF3843-220B-4E0C-A0C0-03243B360D7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49FCDD-E645-41C3-A5CC-8AF40BE728C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34D4A3-F1A2-48B2-AE7F-68A59EC50CB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DBBBD7-E6C7-4523-86ED-0B0B51AF82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B43F782-AC58-4AEA-97D5-307E541814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3E4244-C333-4D0F-A3EA-91555C467AD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11D5874-9A90-40FB-8415-DCAC4ADE1DA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C156153-C895-41DE-9693-6D506F89D05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AD44F7-9BAB-4B59-BC9E-64CCD23127B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D6A11469-643D-4F55-8AC9-2B2C9F87269B}"/>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46A16A88-E7B5-478F-8780-E8094594EE16}"/>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B4B662F2-7983-4BD3-8765-EDE7045F7035}"/>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C9606179-FE9D-4796-944C-AAA410383C7E}"/>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A27A259-31EB-44CE-99A0-731408E925ED}"/>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F89DD405-5A04-4FB8-AB80-4410C96A42DF}"/>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E728E9B-4944-4D2A-A302-A541366BA85D}"/>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1F8A8D36-1D5D-4C3B-AB12-C88DC25C6609}"/>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5DFF642-5D9C-4D0D-9FB2-99DA4FCE4A51}"/>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331B2AD0-1B39-4248-B7F1-F74C4E2E6BEE}"/>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FF4D9426-C9EC-4500-8007-C218B1F1CD79}"/>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B6003428-10AD-4E61-947E-AE955A8F9407}"/>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42A3501-56B9-4868-904C-4A7946225A94}"/>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D3F1F2E0-2629-44C8-9D06-FF96E61A512E}"/>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C40F868-D66C-437D-A328-CA7BA1FCA3AC}"/>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ECD2A8FA-4317-415F-A0E3-2046D52A4804}"/>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B6B04BE-ADCD-44E2-AF5D-E6C9EE4A787A}"/>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07E0B5BC-3887-479A-B94C-66DDE40B8DCE}"/>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B7DB6988-1D8C-48E1-B9A3-33D39FB719CA}"/>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155D1096-B035-46AD-8E84-2E8CB506EC0B}"/>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4B1349E-BA3C-401A-A502-F8E3AE6DF386}"/>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3FD8AB14-0FDF-4CC7-9458-BE1651D68D7E}"/>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FB05309-16C4-4ADF-B733-7AAF861D4B88}"/>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295DE9D6-0C47-4EE8-84FC-C007B07E6B37}"/>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6C7101FD-C92F-4336-B9F5-AA94245B135C}"/>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CB92347C-68C0-40B4-9608-669E4321E51A}"/>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7686AB56-006B-4E60-AADC-C11C1B31CB36}"/>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740C892-AAA5-4DE8-BDB4-BAE7C81632DA}"/>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3D46113F-08F6-405E-BE59-9EC2D5361DA6}"/>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0F555C52-8B08-47CC-B5C1-5E396C1F875F}"/>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EF92775E-9441-4702-B5E8-8C35C45DBFB3}"/>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E01297E-4B69-470E-AEFE-42EE349286CC}"/>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F571A8D3-6E0D-4565-9508-52D742196B08}"/>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880F4F66-EDFE-4A5A-BD75-6546E6522F0B}"/>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BF1E3D1E-99EA-40BA-B945-002CFAEF06C9}"/>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FF906D07-9EF2-4DA6-BB41-FD25C97F5630}"/>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39C772A3-AE9F-4700-9DCA-5DCA7950F097}"/>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B0ED6111-E8BC-43AA-A505-88BEDA95DB0F}"/>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EDA32511-D3CE-4D24-8052-B0AA4D3CDE77}"/>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83EE30CF-22F1-4972-8D06-B3C6E49FF16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B55406B-0D1D-40F1-A4DD-FF117C830EE0}"/>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56048565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29FDAA0-8237-47C1-BC4F-F2E5FD486C25}"/>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6B238108-CB7B-42AE-8523-6F2DD6C76EC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79E2803F-A73D-466C-9A95-7AF5D4C63AD0}"/>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76FE97-3781-41A4-BADF-7B1C1804C9B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81F6C167-6542-4D0D-B54B-48064F1321A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3981AB5-A7D2-4ABC-9A98-18AAB1259A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5285F7B-6779-4066-8B65-3EBCA1F67AA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FDDB01-0F93-4EF6-AE05-0C371DA1A1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EAF01A-9998-4D13-A382-47F9809269F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CC2340-DEAF-46F0-8499-0A20942C635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89174A-6FD1-4367-B740-5E96AD5D74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6E67DB7-024D-4CD5-80F6-3DF75B21469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AFFB11E-0605-4332-85DE-2229FAC81B4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A269E5D-5981-4DA0-94BA-2441D36274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54207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5923583-377F-49CD-B2AC-EB84BFA787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E210C645-9885-4F12-8303-F44621B741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0FF0E03D-305C-4DAC-A2E0-50797739C39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E3F97B-FEB3-43D7-95F0-A72F051220F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AF746905-5777-46EB-91BC-AAC803E73DD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37D287-0D58-4F44-B8E1-EDC1EFE92AC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D0EB21-2AF2-4E72-8BAF-26201C76C7D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49EE69-A29F-417F-8405-8196760D124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18A1882-1741-4E7C-BF36-5F95F8E26D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572C46-3596-4DB6-85B9-46B3766443E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7D7998-CB7B-4FB5-B9FD-C1BAFDB4E6D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AA8036-93A6-4191-BE3B-1B647C6D0A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D5AF6F9-FBB8-462B-9FC5-BAEA912304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2CF064-E3BE-4BC7-8A26-01A4DC1471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7D8827D-B352-4FF5-BBBA-021D56CC0359}"/>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F42732AF-AC7A-4C72-A2E8-9120AD5AF7F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80ABA3A0-369E-4AF1-B10C-F5F9FAECAF18}"/>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E3BBC6DC-FDC9-4951-8D80-36CBCA7D98E9}"/>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3EB74F7A-3741-4979-ABA3-1BBEAAC10769}"/>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6B2BED3-FF07-4DF5-8532-6863A516EEB0}"/>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26FD87-D27F-41DA-B988-C0C3AF6E011D}"/>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E141063F-C875-4E28-B328-054E62A4E13A}"/>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24BC1182-161D-4AE6-B2F3-513BAD826F02}"/>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4158B124-40DD-4745-9241-0C287142283A}"/>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CF5F7CA6-9C88-420F-A4F6-703B07447E22}"/>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FCF41B1-2E61-4346-9506-15123795D6E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2D9BA10-CA12-49AC-B3DA-BD3D56B23D50}"/>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4736349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38F67875-D5DC-432D-8E24-77A859D678D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6B32A78E-C17D-437D-A60B-FFAF9DB363C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74A013A7-45DD-4792-8205-0C993470900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7A88B8-B377-410D-B0AC-E64FB0D0939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6B75DF29-7FA1-4C22-8073-E34AEFD9BE5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5456657-E155-4B1A-A251-96B547EB63B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0F5EB5-832C-44E5-928B-3267FE3C45A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54A2D97-406A-4054-9227-0C03CA4BB5F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7A026D8-C4D6-481A-B8A5-2F1216B9FB6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47619D5-EC08-47D1-8236-2E78B8D5F91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0784C50-EE05-4CB2-AD97-85CBC6C659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4794509-26FE-48C0-92BE-C92B42764D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34ACE8E-2198-4FC5-916C-54A96E29491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B5E4E2-B4AD-4FAB-94BA-46C1A19DE24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5754B9-37CE-4452-8E51-72ED39F97ADF}"/>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D962A205-5BCF-4F0E-9F37-256D0ED5DA54}"/>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6C43244F-CB97-4B41-B257-E0AAB38A8B0B}"/>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B4C6A649-58A4-49D2-9711-EE9CECDAB295}"/>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28785F10-9A67-4A0E-979F-79380796CE29}"/>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0C8AAF3-55EC-4967-BB1A-DB53EAECD9FD}"/>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A454A76-01A9-4264-9072-31BBA59D3DC6}"/>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89828E12-9678-4A76-8A8B-99E7B1B99CFD}"/>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F2DEB645-DD6D-4445-B9D3-9AED87E1D37B}"/>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5D3DAD15-261F-4163-B969-0DEA2F28180B}"/>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3843F67E-7807-4C6A-AB5A-47CDEA120FC1}"/>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58F4C99-A471-476D-A294-5F6D788F3CD0}"/>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A8206C8-345B-4C05-8ED7-7DE30B721FA8}"/>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3488E43F-4C4E-4147-8831-7A9655DD6D11}"/>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12F69781-C50E-4C8F-A4FE-62CA48780657}"/>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F513F978-3623-411C-A46B-7C7339647E8F}"/>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9E0AE42B-9834-4613-968A-248A55B84F3F}"/>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35E320D-4A33-4EC3-BA4E-E642F56223EC}"/>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9FF482B-0F90-40F4-A513-9E304243924A}"/>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92E118A4-4436-49DE-B960-2782FE3F8DDB}"/>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274D060B-D89A-4441-B36C-E9027BAA3334}"/>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73DFE16C-D577-4BB0-B1BA-3EFF1857DBC7}"/>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45A41A52-ADB7-4719-8975-BAC62B224832}"/>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953E5B3-FD9F-4CB8-BAF3-BE22B2171D2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0CC5AE3-3556-4EA3-9112-62833B40AD50}"/>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5919109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D7D1F16-351C-4887-BCD1-B7120CD2E86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8F7AA7FB-7734-4C30-8A5C-FB2582D052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10812A92-20EC-4E7F-B7DD-32A04D92E6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948590A-E062-4BB6-A9B1-02EBB3E07B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63C6E656-9CD3-4839-AD6D-A3FD07053B9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0D33F1-654A-4914-A9CC-BB1BF7F24B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2F51684-CDEB-4E34-92EF-0637A2A8067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C4FC7E-0284-49FF-A585-A36D7BBFB3E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3CC909-A979-4F48-B419-3E52A3144B0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64F805-FE24-4C63-9D92-B9DECEC4BFD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027D02-DDD4-4F2E-A1C3-44523074A49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9361FF4-850E-4707-82B7-2CA46690C1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CE8663-65FF-4D0A-B3E0-EE8F77F517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FCE2A2F-5376-4E0E-B586-2EAA52EF2DB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592E8D6-33FC-409F-B35A-971960E2B20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377B1A2C-A7E8-449E-9A36-CA06579284A1}"/>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104D14EC-7FAE-4B99-AF99-F6730C312630}"/>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D75FBBA5-C05A-4CED-9B37-BB98FDE441D2}"/>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C8F7156-25EC-4305-AD5F-B60C1758270E}"/>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8F4F95AE-8256-4AD2-8A22-5D5CA0599A86}"/>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68112113-12A9-4F43-9F6C-19D979B6D18B}"/>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C4D0555E-9212-456A-9714-4BA13309841A}"/>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BAE372E-0872-4470-94A5-F62BBFECEB9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65800894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25B8FCD-7BB6-48EA-88F8-71599DF661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D17A21CF-75A1-4256-B958-E91226E2BF9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4EDB6B69-97A0-448C-B08C-EA54308247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569B8A-27A5-46E1-AC0F-8B8494ABCB2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46E5A8BE-8E7E-447F-B4D6-D07C187282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B0E8AD8-A5D8-4101-AE64-8617991CD8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D2BC96D-DF4B-4278-B228-DDD10B033BC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F70A8B-3E85-430D-BF34-DC8C72FADC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B3C42BF-AEC2-4B1E-83F3-FBC6EEF129E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F4E5F0-D85C-41FE-810E-A954382A5D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A9EABA-D88A-4806-B1C7-CF7786908A3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9FFFF2-9754-4DAD-8ADB-13443E3D86E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657C64F-9298-4A41-8923-0F6D210F0E4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4942E1C-9123-40A1-8337-AA13AA53BD0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C8E8512-6477-4095-9E34-78EDC9C3B0D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4F3B3D0E-B321-4869-ADE5-FEA63FD65E22}"/>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494F5C03-862A-4720-9D2A-C63D4187D5FA}"/>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93B8CB41-51CA-49EB-9D6C-C4714FF4DE67}"/>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8010204D-B9BD-4A96-B2C5-FB315049BAFD}"/>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70EEE54E-76AA-44C4-9F4A-8EE60CE0BEC3}"/>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78D9B3D6-C03F-4985-9E87-409D9DD3D7D7}"/>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0165D601-C23A-4DB2-A932-898D112A8600}"/>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60E2820D-858A-4C6A-94A5-B1656D030056}"/>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B87FFD9B-E3A2-4F84-9020-63B90D2646C6}"/>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4ED2D03D-998D-4319-A00E-A06310E5756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9A12F73-652C-453F-9E2D-C1E2EA6FDEA3}"/>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51070079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9CF20FE-26AC-4A6D-B2A1-0E367955FD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923275AD-1EB4-4765-98CA-5C9B76774F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31C9C317-6CA7-4751-BD06-59D7D4DCD3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EDE407-CAA9-4DFE-85F8-03E012C8ABE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C1BE8331-055B-4463-9D7C-F2A94792767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5BBD67-49FF-4C71-9950-4991A824408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C280BC-8DA1-46E4-A7EE-656DA629C7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3897216-46F0-42FA-855D-AB241B10691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88A0E4-1243-4FDD-97A0-90BCEA3ED6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C8E71B-96F8-414D-8FF8-612F4A49A7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363376-3200-44C1-A2C1-CEFC24D65E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F61766-4B24-4C1E-9D7F-6EE7757AC2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7D09799-BF2D-42D8-A965-7F267074FBC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65B6F47-382A-4F1E-A556-92A93B3D8C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C037A4F-28A5-432F-A6DB-AEF2B6457D2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95781BD7-68C9-4BEF-983E-32DE145B6C4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9495C606-6929-4747-AA83-1477F868BE2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324A5AA-DC6E-463F-B4F5-C3931B29F2E0}"/>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0B7BD5C3-D4AF-4279-A09A-56819B67B1F7}"/>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C466300E-D202-4916-993B-DA8A7922A5FD}"/>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8BEAEB7-4D69-4091-B437-E9570BC0ACE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BFBFBC4C-C201-4346-840B-64C0F1A688F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305AAC0A-2ACA-4196-8F13-DB34B0228F29}"/>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A68C255-A36D-4B9C-81F2-DED0CC0B1BF4}"/>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8F7D9A9E-A9CF-4F73-BF41-97C325C266F5}"/>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1299D0EC-1A5E-43D2-B380-C3048A86AF4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6FFA4C6-B69C-478C-AFF9-C03D34F714E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1A4DCFA-E83A-4363-9081-F7D35456D61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897018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C5098DF-0331-4819-8F8B-5A8DF28B4FC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53179A07-4FB1-4B17-9F2C-FF0FFB6984DC}"/>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F43F1F6C-3898-4F92-9494-7DD539C20F90}"/>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1E9C6C7-34AE-48AF-9B51-66177B906CA5}"/>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C31B460C-B062-4FD9-B835-FE9846D1D9AF}"/>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AC9B768C-6043-4F5B-A441-0087C5CC5A80}"/>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7701DF8E-0652-4E12-8669-CD7E9AABF66E}"/>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C90C745E-7377-49F5-8B63-2782EA50CD23}"/>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63BEA5A-7B41-43AC-8596-E0AE28EE0F6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95078E9D-1429-45F5-8F5B-554312FEFDB7}"/>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7434EE6-6DCD-43E6-A305-E550B6753C07}"/>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F05DB530-19F8-480D-873F-C609B6025290}"/>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AF61FA1C-14FF-4EF1-A8BE-A9261FBF64D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541AD624-E4D6-404D-9D48-46D424C0A3E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0DF0F9AC-CC26-42B9-8970-DAFE16D8A193}"/>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8B2823A6-CCBD-4990-B29C-7877C7BAF24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218FED7-0B52-4E6E-B884-D2A707E49386}"/>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3F6ABD6B-B649-4E67-98F6-EAC352B50284}"/>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FF368CD-8C49-4F79-A7A2-0DF36FCD7E0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FA866311-43EC-4E97-ABC0-F387C0A45B2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9E3AE30-A06B-4F1F-A764-322FBED06793}"/>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2F9AF73B-A02B-489A-9C9B-59B844B8ED0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851D083-F845-495D-A772-8F78763385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7D30737F-F241-4629-9A60-936B544ADBC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ADEDA92-B6F0-4DA7-8A0A-99F3BFEB681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62C2790E-9756-49A9-AB03-AFFC1A49B41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5AFD6EA-3256-4A9A-870C-7501CADC053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656A0DE0-2D1F-4755-ABE5-56937214CC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F4D6B82-2B6A-40AA-8033-6A1F41964E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5B82D982-D32D-43C8-B1C2-413CCABEDF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835B61A-D40D-4A5F-B183-3E7F671FC6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014223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9F1BAE6-0837-4F8E-ACC7-6E0DB93E6B6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71B03757-0F49-4522-ADD1-1F86AB6CA15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70359AB3-92FE-43BC-AE57-E76ACBE60F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948240-7FEB-484F-9F15-97186F21BF3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50162FE-20DC-45C7-B2EE-8AF93724DF8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EA86DD-082F-4EA1-A02E-ED9382B636F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F8FC72F-5C6A-4F95-90FA-670C6CE21F8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9ED16E-8E49-4F0F-BE1C-A46C911C27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0E17BAA-3E4B-45BF-874D-D44D267C04C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B19D52-9749-4733-AF3B-387DEFA5BAB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296CB66-9615-4292-96C5-48169268A90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B7C2C2-67DD-4EA1-B871-E87D3579CA8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32A5F2-40B4-4CFF-98D5-7FADFE6F680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22F676F-1791-4204-838B-2E9CCEF5773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043C80C-657A-4A02-9C87-EA173DF64C8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48CAD2F4-DD62-499E-B245-CE93D5D2ED1B}"/>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E90D4DBB-D61F-4916-8F59-182432F8519B}"/>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0BCF85EB-5DCB-45E5-9A52-1B2A181DD1C3}"/>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C3C7A3D4-FC87-42A5-A0AD-BAA27CCD8869}"/>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5748F84-A5A4-4FE1-9B8E-C0F427188519}"/>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86127C8D-669A-460B-A70C-03EB20DEB1E5}"/>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933DF16A-81DF-4FAB-9845-A25D1B60AC21}"/>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7D09769-D568-4C06-A0B8-6808E494130F}"/>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1B352EEA-7D03-49A0-91E4-43D141C8EB9A}"/>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91365602-12F1-4D21-BC6F-FDA80AE069CE}"/>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F736814-4D23-44A2-BEE3-0E8082FBD669}"/>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90CBF016-E7A4-44E1-B81E-EBC5EB421F4A}"/>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6939296-A3E9-4401-84A4-8A18B07CDA4E}"/>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5B20D23-BF19-471F-B635-03E3505B11F2}"/>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0987540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85F5804-B40C-40F0-B399-485192D2BF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28E1BC11-1654-4E0C-ADB7-866646FC65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CD05CC45-AC9D-4D84-A87C-CB3D4A63376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38397A7-2AFD-4721-A010-F3B07493389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A4E25D78-71D5-48EC-A499-78C657C01B0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8B06D4-62B3-4FB9-8BF7-D10EF940BF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2BDDE0B-D3C7-48C5-A89C-A535A2F27C3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AA374A-1248-428D-8A07-D79CF05967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D1C6891-0527-421D-AAAE-45F937E6AB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976AF84-D04B-48BC-BAC8-80E8174146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5D1670-3ECC-4E80-A366-991950AD9C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103F30-A46A-4692-AFA4-A3CDEBAD605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50ED0D1-9425-408E-93BA-046A3558BC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B130C0-3941-4CB4-8B7B-0C17BC04D96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B71A12C-258E-43E9-919E-A33D7039913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8F07EDAB-AFD7-43BB-846E-F2F5377356C3}"/>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4CAAB5BD-9437-4BFC-8885-F4342A7268A8}"/>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ABD30FFD-FB71-4179-977D-6F45325BBB15}"/>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E93CC6A-AC6E-4A92-8DAA-EE71BB2FDE83}"/>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A789C58E-A9DC-44DB-B40C-BD4C5619A78E}"/>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5AA461ED-9A2A-43E4-BD6F-4BDEC3E1AB0E}"/>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6826366-D68E-4D72-A803-BA16FB461DBC}"/>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DDC00FE4-8412-4468-95AE-B48368BFE0E2}"/>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6084AA39-3F44-4CD2-85F8-73D428296234}"/>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EC0C971-2158-4A6C-A80A-533DADA9E7D2}"/>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0626404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F28A536-468E-4048-98E3-35F9782F15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FA99EAF1-41F9-4143-A1EC-F454143E183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90586B02-C030-4A93-91C1-D21F764B51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068BD7-D893-41CD-8C5E-6BB1E789EC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5297645-43BA-4425-97E8-CF22FFBEE7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4E829B-F599-44E1-B3D6-6061CF68376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167483-3DCC-4049-9674-38AFC2C6F53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DC624D-632B-463A-9E68-DFDB227BDF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5902224-C430-4E48-BC8B-1CD8522C09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DD419A8-2B97-4333-AADC-E5F9E8FEDE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CB60B19-AF89-4911-898B-07C628FA324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2BA254C-32E1-4C61-AD85-C61E6611A8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D23A18-7A48-44CD-876A-E48A194363E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62DB7E-F918-4C99-8D9E-C2DD7A770B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5892AF-04E1-471C-8EF9-080F8F2D276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DC33A3C3-B12E-4190-8D4B-5649CD41F1B4}"/>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C8533A67-BBFA-4DF0-9B14-61DD7A797310}"/>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53F5A588-5A6D-4151-B651-CFE6C282D1F5}"/>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10AF5BD-15FC-4DDB-8018-F4FF413CF6A5}"/>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90DEF9F0-EF64-4C70-94E3-FDBE2BCC9F7E}"/>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EDE4429A-E4C0-44C0-A996-B0FD187EFF6A}"/>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297F9DF-9823-4BC6-9FC9-456ADB45A090}"/>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80469841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E900917-0F52-4BDF-80DA-8FA39C405A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3D6E6094-0227-4468-BEA9-782F154CBA7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C479427F-4CC9-4148-B3C0-02DB30C4234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A302272-8D4D-4000-876A-2E54119C609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A2EE819C-3B41-449C-B5F2-C8987FB7C97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739C03-C893-41BE-A80F-366B251BCDA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2BC88D-91E5-466E-988B-5519E9143D4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C84CFC-BC32-4485-804B-E1C86CC7F0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AB013F1-AEE1-40ED-B237-45E2DBBF43F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282CDC-FCB6-496C-A45D-20BDCC29E6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26FA01C-CC8B-40EC-8066-46BF8CB7753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8A9806-776F-4DB2-AA3B-6EFFC071C35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BB836A-E006-47BA-904F-50B217964C5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43F7030-5164-4AB2-A85B-A2BC0AD2D85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9439207-B27D-4AE7-988E-A2D10DCEF3EF}"/>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FC700E8-B44A-43E2-BCB3-393C9994DB9F}"/>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411AFC81-2359-4D29-94A7-A4623B86916C}"/>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D2F5318F-9DEA-4BD5-A8B0-4975B28B24B2}"/>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FF7D9C-722D-4406-A79E-A29030424E1C}"/>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BFF0962B-D146-4253-B435-0412DF09BA78}"/>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5BEE728E-DCA5-4143-90E7-9D52345079AF}"/>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E2ACAF21-EE2D-4C39-B921-4AD47B59A9ED}"/>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745097F-6EF1-424B-953B-39E03BB040A4}"/>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F34FBD4C-5109-445C-970E-18E385377D6F}"/>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EBCCE4D3-260E-42EE-B17E-8AF5BE89C072}"/>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021BFC92-C651-4302-8F32-26336098E372}"/>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804BC53-0A29-48A5-BD75-0F6E9034E0D8}"/>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7E3CCDD7-D7C2-4368-8F58-26B4CD94A12F}"/>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DE0F1393-B40D-49E4-A267-780CB500A5E5}"/>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5673429A-65F8-42DA-9E66-9693FE6EA129}"/>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E79AB8A-BA13-4DEF-A8A1-C895FAEA3CDD}"/>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28E5CDC-D6C3-44E2-BC62-D4718D0A2FD7}"/>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67875977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8F4229-9214-4C17-A542-CB4B8C0701A3}"/>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B6CD88B5-3CF4-4BA5-BB72-55F31F699B7F}"/>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C2ABC3E6-2642-42F2-BFAF-24482B8D8140}"/>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7A8175-EB32-4405-A139-4B8A76D798B8}"/>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A8A73C9C-2F40-4A35-9994-CE2C7FF4B5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DBC561-4DC8-4CB3-B421-89CD17CD126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B3EE35-5D65-4903-BB98-C41C29D39F7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8540E3-0BFF-4408-AFD7-D6A16C4A99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9765EC-0F98-4567-A4DB-B5F866B8EFC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13BD16-4A86-4050-810F-1EC89407102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8911A53-629E-49EB-9EAB-CBC3CBAA14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B28D1FB-AB8C-4389-AC08-8A64910756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111E1A8-84E0-4E0E-B088-6D79FE0179C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E1097E4-36E5-4723-A873-9F90C876FC5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202084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5368813D-8D48-4BFB-9B50-6D79CCAACD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3B2A0127-32D2-41F1-BBA3-E1486F3A275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CB5F0730-5424-4A85-A581-8CF1D31F6E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9A99A5-E510-4EF8-A4CE-A4D97910432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FBB58BAF-D15C-4D58-A157-B4BBA2FE90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FA5E10-3159-4AFF-B239-98582A7CA87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2F4F14-8749-48BE-B6D7-8166E2319AB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0C29D2-F26F-473E-B9CD-24B99EBACED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C9105B0-E3E2-4F8B-B071-8A649D08E82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3E0094B-CD1D-49B6-BA0B-A059AA6A2D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59D7D06-277B-4339-BCEF-401E1082E13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99B645-C9D5-4603-B15C-0982FFDCEA9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0E004B-D2EF-453C-98C7-C3549129B6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5D36EE-CCFD-4EB5-AF08-B5FCFB5DC6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929DC01-4B0A-4781-9838-46948A12FE7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5F91B6B8-6FDA-4230-8F26-01EC06D51072}"/>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AE17228E-0C8E-4266-B284-71B515F3C36D}"/>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53CFAC46-FCB2-46B8-80C4-1E70155282D1}"/>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4BD68AAA-9810-424D-9D7E-9CE1C2908141}"/>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98524674-CC99-44C4-B7CB-D5C630959D40}"/>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6246A3F1-092B-4CDF-9637-399661312D76}"/>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48EFAD13-357B-4FCB-A6EC-3F8FE2B8F559}"/>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B61C15A-E1BB-4DDB-A78F-DBA9ED7D7624}"/>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9A2952A7-2FBF-4B12-9ADB-247D7FDBC134}"/>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8775DF01-1710-4048-8FDF-9CC71E0EB16A}"/>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74508145-49FC-4E75-A20B-143C4BCB4777}"/>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46BDA2B-BD2B-49E2-BE84-3A2580EEB76D}"/>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121839CD-988E-40B8-83AD-53F42F6E2A6F}"/>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2E9BC2C5-217F-4873-9B35-86B71D8E9D48}"/>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9EC4BB35-6018-4C62-81F7-41D3FC0B2836}"/>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F450501-6D46-4939-BB85-D0AC64B9A8B0}"/>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8B121B15-0404-48A7-96A0-D4D7F4563A62}"/>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9B8A28EC-E8D9-47A5-8288-7D7B712FBBED}"/>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CD9A5083-3152-48BE-85A5-23713357B096}"/>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E536C6D-E3F9-439E-AD9E-37D62E0550BF}"/>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79E17F1A-B026-4036-BD3E-45ED22E694E3}"/>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03356150-A933-42B2-8D4E-52A601E9AA31}"/>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275396A8-C942-4083-B86F-127402461BBF}"/>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2190214-2933-436D-99A1-1993A67E4EA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8F2A89FD-9C55-4513-8ED8-A2D9799E602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39004236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B5A2F1C-9FD1-4249-B352-D24D222413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82238C0B-EC8B-4AE5-8BF0-E8B248DAD78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D3354558-AD1B-4799-A177-4170107B470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B2B30E-349E-49FA-9E1D-C9A545B06E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645AA0EA-2CBA-48FC-A8CB-294A6827BF0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715040D-7307-464C-98B1-3D8E237655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97B04D-DC5E-4B2F-BAE8-A6E968BA81C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7501A4F-73DF-43B6-9527-A61DAE5AB17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02906F9-CC38-4582-97AE-67722AD1F7E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5186F1-B4D9-472A-8320-CEE5AF62E86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D5B78FE-49E5-4018-B82C-1DEE9828AE5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627E6C-38C0-4073-B122-323963F661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D513260-F7B6-4B9C-AAAF-358AA4BEEE9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A94D11-4014-4DF4-B7B5-FCB7872580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106263F-1007-475A-AC63-93E736A2BBA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ED6F48B2-10A8-4907-94C8-4C9869758E30}"/>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A43E54BB-D3F6-47B8-8456-62D90420D777}"/>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554F7302-6E5F-4209-BA27-080F44504D3C}"/>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CA646149-7938-40E6-9E98-B4F6451FF40A}"/>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9C2639C5-E4F6-41F3-9BA4-92D062A28DD2}"/>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C22E42E-763C-468B-8817-9883EFD70122}"/>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1DE8538-1C70-4755-86B9-DA3C820DB655}"/>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9A5A8A7-CEE9-4164-86F0-AE1B4AA7689D}"/>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8608619-9A3A-49B8-B5D9-4AE25FF43B26}"/>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4FD51BC-566B-4A67-9B3B-4B9ECDF2E167}"/>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4A761DB-2F73-4B31-B421-A700822EBE24}"/>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00BF986B-12F1-4D3A-B297-6B128A14EAC1}"/>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991AFF06-0E12-484B-B1BB-5DD8EA601175}"/>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197E38B0-ED36-4962-9590-BF0C0109B132}"/>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5613987B-0B23-470B-8DE6-22221B1994B2}"/>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5BC9A3B0-6875-4806-8016-8A813E52BA32}"/>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39A11630-D675-44ED-A19B-52605278DBC5}"/>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EDBDAE0-276B-40E6-8F09-699B56DECD0A}"/>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924EBBFB-0D0A-4FA4-BC99-6B78D7A97D50}"/>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01650680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E90FF89-3D48-41ED-AF96-2DCAA40937E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0BFE4CA4-15BB-4ED9-A883-52BD254DB2E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5C4B7BAF-1D3F-416B-8DB6-6785B1E7046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148CF00-22E8-45B2-891F-6AACA8D1BE7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78B62C3F-728B-4B4A-AD7E-74EA811A9D0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BCBB1D-C8CB-444A-853F-CEA73BB28CC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A26553-94BF-4477-AC9A-DA1674CC796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1B691E-E2CC-42E3-AD8A-74C4F46C83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E78452-6CE9-4608-AB36-C7E64CEB1D8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4BA02E-E243-4DD5-AC61-FE48CEB6C92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95C059E-66FA-4A21-9F41-C73FFED76D4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8E8C1A-48D6-4E32-BD93-8FD0011DC35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50DAEB4-8B6A-4547-BD4F-8AB8B40F772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CE13D0-6CF7-477A-99FC-377743B38A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DA9B9D7-B272-4AAF-B8B2-7912ABEA064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6EBFE761-6C4B-4FB3-BDF9-0061516DD3E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B9960B67-E612-40F0-A66A-20E4AE8D4142}"/>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7AEB174-5D78-46B9-9FAE-50E1042C027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AE72B36E-6C1F-49E6-B0CB-97518C4AB5FA}"/>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6B37AF7F-39F5-4630-A2ED-C5996C293B04}"/>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1B46B4D-631E-4210-AA6D-DBAF34A45FC9}"/>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6B72D308-FFCB-4D27-8084-D8C781CA2C2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7A7543E3-B106-4A07-802E-D3326833C20B}"/>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3A693D8-FA37-40D8-9C04-2758AC0E8337}"/>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2167BFB3-9428-49B9-9680-D685CDFE817E}"/>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A5DE33D9-BBBF-4C4A-A61F-ABA16775ECD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8CC784A-A75C-4966-A517-0292EFD6B4B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FD58C6F-0885-43C1-8FF3-CC12188DF25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71192039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94DE1A7-61BC-44CE-99B6-0BA22F96D30D}"/>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8902FC2D-DEF1-409E-A004-82E1673F23CD}"/>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65A40F20-1077-44A5-8FFB-453125FCD3F1}"/>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DD3C87-E734-4429-95E7-337EBEEBA1BA}"/>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2D0564AD-F298-4CDB-974A-F4BB5FAAF2AE}"/>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10A3A3D8-76F1-476E-9009-312FEB499E8E}"/>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958AD6BE-38BC-4B8B-8F3B-A7673C6A2B29}"/>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BB71A88F-8519-4662-83C0-CA6DF02C004F}"/>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CB283E7-0295-4D51-9D76-7685A5B797E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5AEDDF3-0290-429B-AEA0-C1650032142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247ECEA7-2484-4F20-BDB2-2343F865D5DD}"/>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D0AAABFE-1EC8-417C-9608-2D36C9B46B1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F43BACA-6C01-49A7-B9AD-2823E36EF4A5}"/>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B23E74B1-304F-41EA-9101-711E32A9929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7BA295E-7522-44FB-8BDA-1451F0FA4B99}"/>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4967BD31-16C3-46F0-B546-A789205BF2A0}"/>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5C6D82C4-9542-4581-B6D7-E0D43CB95A84}"/>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431B5C98-3FD3-421F-832F-8A56DFFA389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428585F5-16BA-45DA-89FA-C3AAE7C1F5C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E6B845C5-9F71-4BED-A362-D301AEE96A5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F27220A-6A41-4EFA-B48E-04DAC6497A2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2A89301D-AF2F-4508-91EB-2E6487256AD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AB3F4C9-8402-4139-8DD2-382BF52C549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5E76C218-0CC3-4696-A2DC-1FBE07BF14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D4F6539-4440-4195-9FDC-F00251FD0A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231527A-9BB9-454D-85C9-825FCA9C581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C6710C6-5AE1-4E86-B9D3-824E1B53452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71978434-8488-4795-848B-A35B9016700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7BC35D6-4DB9-4909-BE10-5DA17C8CD8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99E958A1-EE54-452A-982C-C432C16EAD3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454BD24-244D-4FE5-9D66-1BA268A963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7327639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CD811E9-2E8B-459F-9B60-00F96F7B8A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19DCB2F2-801E-419F-96D8-3D52FD87B8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979D206D-9795-4828-8C2A-44D27EE2AAD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8761D7-E8EF-4B88-BB6C-500208F5A04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E600417F-A580-4267-8522-A9C7A637E1C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E35E2B8-6658-43ED-B951-E08209F5B0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C74C06-ABAB-4705-9C08-E0D2DE33749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2F539F-3BF9-4374-949F-8F22C4975B0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5B5609-EEAD-4021-9B54-60D2005F81B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2D4D78-1376-4601-817A-B588F0FA84F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292AB3-73E5-4459-933E-775597E8C6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69652D-4FD1-4DF7-94C5-14B98E8B3BA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8EFF1A-D75C-4B03-A339-CFB5D0CD09D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428441-D129-4BFE-AF36-25D5CA3BFA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BCE0E5D-8ABE-4181-9CF5-592F3153B11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CF66E86A-F0F2-4D33-9A98-82D058E0897A}"/>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ee7f36081654ac7"/>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A0FE049-1DF6-4C1D-997D-3520EB11F27F}"/>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CA1DE33-34EB-4332-BCC6-1DAE5CA36A27}"/>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E7FA7BB9-2160-4904-955E-82974E2916D1}"/>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309D2B89-A72C-4961-B15A-88B60FA625DA}"/>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70EF488D-441D-417A-AE25-E891E66D19DE}"/>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7D420BE-73D2-41F1-8911-6EEAADFF3D2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207798307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9C556E-62E5-4740-8969-B145145573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reveals an early average gain, not steady improvement</a:t>
            </a:r>
          </a:p>
        </p:txBody>
      </p:sp>
      <p:sp>
        <p:nvSpPr>
          <p:cNvPr id="2" name="">
            <a:extLst xmlns:a="http://schemas.openxmlformats.org/drawingml/2006/main">
              <a:ext uri="{FF2B5EF4-FFF2-40B4-BE49-F238E27FC236}">
                <a16:creationId xmlns:a16="http://schemas.microsoft.com/office/drawing/2014/main" id="{EA22D87B-F641-43EA-9A1A-E4845B3B67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balanced learning curve</a:t>
            </a:r>
          </a:p>
        </p:txBody>
      </p:sp>
      <p:sp>
        <p:nvSpPr>
          <p:cNvPr id="3" name="">
            <a:extLst xmlns:a="http://schemas.openxmlformats.org/drawingml/2006/main">
              <a:ext uri="{FF2B5EF4-FFF2-40B4-BE49-F238E27FC236}">
                <a16:creationId xmlns:a16="http://schemas.microsoft.com/office/drawing/2014/main" id="{A11CAFD9-6098-49BF-A652-99AC1739D7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8653DC-3211-403C-97E4-880D1D88CB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3364D1A5-FEBB-4462-BC79-B06ADEA4A4D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5D9B9E-60E7-41EE-B287-C1DBA6F9E6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410437-60B8-4088-82CC-8F0B03CF601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FA1895-9FE0-406B-91EC-44E4F045094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7A19B9A-491F-450C-B0BF-8641EA4CE9E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2C53A0-B4E6-4EDC-898A-A324C154D2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BF2B9C3-0D06-4C81-93CB-031B95D1CD0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EA8CB9-D594-42FB-834B-37FEDEA5C47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A45F8E4-E68F-401F-9455-EBE15EDE113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EAED96B-9F08-4845-87C3-274300A070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FDDF51-AFBC-4362-9F1D-370499EDCBE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24 fixed balanced targets / 3 balanced history draws</a:t>
            </a:r>
          </a:p>
        </p:txBody>
      </p:sp>
      <p:sp>
        <p:nvSpPr>
          <p:cNvPr id="16" name="">
            <a:extLst xmlns:a="http://schemas.openxmlformats.org/drawingml/2006/main">
              <a:ext uri="{FF2B5EF4-FFF2-40B4-BE49-F238E27FC236}">
                <a16:creationId xmlns:a16="http://schemas.microsoft.com/office/drawing/2014/main" id="{97F489F1-CC0E-4DF5-A3C5-5F4598153004}"/>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F1D050CE-220B-4CC1-B761-3C0565F2870F}"/>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d62c17ddae54ebb"/>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94E5D907-77B4-4C52-8259-DDACE142DA2F}"/>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0" name="">
            <a:extLst xmlns:a="http://schemas.openxmlformats.org/drawingml/2006/main">
              <a:ext uri="{FF2B5EF4-FFF2-40B4-BE49-F238E27FC236}">
                <a16:creationId xmlns:a16="http://schemas.microsoft.com/office/drawing/2014/main" id="{FDB7A9EE-42FA-4792-B014-3E6EF6A23583}"/>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C44CB32-A5D4-477C-90CF-E3187475EDC6}"/>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On average, 2-6 examples help relative to zero-shot; longer histories do not yield a stable additional gain.</a:t>
            </a:r>
          </a:p>
        </p:txBody>
      </p:sp>
    </p:spTree>
    <p:extLst>
      <p:ext uri="{BB962C8B-B14F-4D97-AF65-F5344CB8AC3E}">
        <p14:creationId xmlns:p14="http://schemas.microsoft.com/office/powerpoint/2010/main" val="20395226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EDA6B9F-EABA-4067-A210-90972CF23CA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same average hides participant-level differences</a:t>
            </a:r>
          </a:p>
        </p:txBody>
      </p:sp>
      <p:sp>
        <p:nvSpPr>
          <p:cNvPr id="2" name="">
            <a:extLst xmlns:a="http://schemas.openxmlformats.org/drawingml/2006/main">
              <a:ext uri="{FF2B5EF4-FFF2-40B4-BE49-F238E27FC236}">
                <a16:creationId xmlns:a16="http://schemas.microsoft.com/office/drawing/2014/main" id="{9C57139A-4537-4660-B1A1-4550062E3FC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6917FD9F-74F6-4EEA-977F-FEC4C1659C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2C051F-552D-4939-952A-1EF6F3A2427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079EBDB7-D20C-4398-8E01-869591B7EF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A6B793-B677-496F-93EA-D6D20468A3F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545D60C-691A-492E-8E89-5B3634F73AB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8082EA6-E151-4C38-B9D9-FEA11496B0B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1C93B9E-033A-413C-BCB5-205D563023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7B4E70A-65BC-4019-90F7-2F4635BFF99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D772844-040B-4388-86BB-E217131F44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C14695-39B3-4F4B-829D-EFD4E48E891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02AFCA2-0E54-4567-AB17-C55F07DD0E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9567D12-3F8F-4E50-8E7C-B1F2380644E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C6000EC-9321-46DF-9C9E-5AE03DBDDC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70C2DD7C-83A7-484A-B542-7793B84E3D20}"/>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3F537866-88DB-4233-A443-1D29E16E8F26}"/>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2F430452-DAAE-4423-9DF5-2F8F83595003}"/>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AB02DAC7-0597-4902-94C7-6A257469882F}"/>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8b414a7b5ed246a5"/>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7c33606227444d5c"/>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364C6ECC-5DE5-4D80-B4C1-CFC9305DDF22}"/>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6C5FDC68-6742-46B3-A0DD-5701AC4FC39E}"/>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5D7853A4-16BA-4AB9-81C0-58EFB02E1105}"/>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44F73F6-3F19-46D0-BDFA-BE0033689A46}"/>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2B8085E9-6B9B-4B80-8B1C-8DDACE0C99D4}"/>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FF4978B-A8C4-49D0-84EF-C4281BF79F81}"/>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57A23FAF-7EBD-4A86-AE4B-D170760E437D}"/>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F787846-1B92-40CF-B429-8C41937C42C8}"/>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9A159F7E-A8D7-467F-97E4-E2A3FA563771}"/>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6A0094D-D840-455E-A7E6-5388984D043B}"/>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38785386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EBD611-F80A-430B-863D-B385C001B457}"/>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5BFD37DA-B728-496F-AF26-E6F273C4D722}"/>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CF02061C-DC7A-4775-864E-2DFC82642C64}"/>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3E3167-8AA2-4C60-AC11-B6DB1C3C2D7C}"/>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2B499999-0279-4F99-B77E-26A522CC28A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CED1B3-5EDC-4A9F-8AD0-5C2B4BD305D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14E29E-95C4-4C9C-B34E-960CB34F4D6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D62D50-A753-402B-AA4A-FFE0D96249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F2B4D58-A69E-4AA3-998E-4797B90CB0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EEFF8D-5DDB-4B78-937E-1E9A6FF6A37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AA69080-30FB-4ADD-A612-6C1DC054AA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ADBA23-0E35-4702-B7D9-FF9CF15D8F9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1588FC4-A981-4733-8978-8A90B45D6C1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3B67A10-2A91-4090-8036-32692D6CD5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05264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33CDD7A-2562-4F60-AA4C-176FC68570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9DD5E603-6ABF-4CD9-8BCE-6196F22F1F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50C5B8BB-641F-471E-9DCB-B170B195A1E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3493E2-A966-4A19-BDD8-14792BABC40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7C8890F9-9CC0-4B3A-8C1B-3607D309941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E3197-AFC5-4ED2-B0CD-B190937F54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E0074B-4080-49E8-ABD0-9CC41DA9196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9833CC1-9561-4AA5-9476-15118802B14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6CEB427-5BE9-44D4-87EA-29137A77E2F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DF2724-6BCA-4677-B2ED-55F66B7AFBB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464607B-E490-48E8-855D-D2CF9D3882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32CF44A-915C-42A3-BE7E-D1D11CE015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C6D16EC-85FC-4433-B5EF-2264F4CF02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E9728BF-235D-49F1-8AFA-536530129C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2D4E7B-7E05-44F1-96B8-D6356A5CCB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6A5FE783-3924-40CD-BEAD-B2EAC5473544}"/>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C7095CF0-2CC1-4532-A9FD-37538BAEBF18}"/>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EB2E0C86-6A7C-4122-9822-A258C3F1387F}"/>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509DF8A3-F805-4438-B41A-4CA695B97821}"/>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B36ECC0-96BA-4585-8E64-27A2190AB648}"/>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2F82C466-3421-4F19-ADD7-ED662FD3C6DF}"/>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8ED5E83C-5206-4DC1-9C75-6D4C9BA95059}"/>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A874E2A6-616E-40A2-B608-F20F6C99CD5D}"/>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34A085E-9178-4B73-BFB2-0D863AA58B77}"/>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17D297E7-1C9B-41CB-B91D-D0BAA316CB8B}"/>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259F1D48-A16D-450E-B345-92F164EB8CA3}"/>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919ACBBD-2D02-431C-8C60-40DA996FB91D}"/>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D8C91B6-DA70-4B86-9514-4A7812E4F987}"/>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446733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83FA5EA-E210-460C-B938-AEA8B2D39DD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4FD20CB2-459C-426E-85F9-137E3CD5C2E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7E31F3FD-84E9-40FD-8FB4-11721AA29D0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D578E5-ECA8-4DB8-A24B-8C2F1C133D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50FC80F5-3763-42BD-9EE3-1A0F9A9C23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D9D7599-D06F-4C5E-8F59-B4CCD5E8B4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9B28E3-1EA3-4B64-9509-97701516604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2AA626-ED09-43F6-B3C4-55A91EBAFB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1EA20B-EA8A-4C89-A43F-82BFC3AE016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6DEFBD-5CEC-4C6C-BC44-5509EAB850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14B8F4-6BF8-4949-BB8F-C6FD5CA31B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5447A7B-30F0-4397-965D-3C01F5651F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BA9B2E6-CBA2-440D-8477-328D246B36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BBBE3F-63FD-4598-8FD3-018426D8E9E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9614EEE-B24F-42B4-84DB-6B84E603179B}"/>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21629D09-96FC-4E08-BF52-47BF3019984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1794C41B-0610-4E5A-91DF-AD7F554AA9DE}"/>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43A10DC3-C61F-437B-98D4-3453A9EAD7DB}"/>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B752A2CF-25FC-401F-A86A-7F1AE4978B8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1B66F8D-5AEC-45AC-BAD4-804D62D19CA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5566287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39610F6-B453-49C7-8B76-F80CD6B5749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260ADC1A-42E5-4831-B864-A133FEFC1C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30F46CCB-71BC-4739-A394-CA08CD7BCA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AA653B6-D54B-4E52-AB13-AE200D8915B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B1C8ABBE-DB0F-4487-B913-06C74E095F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BB245B-DF46-4E16-A323-A8F4F9457A7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3C57A3-7C4E-4E04-95BE-8B895C3C061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EA68D8-7859-47B5-9C4A-2E2CC250A52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983CB1-A898-462B-8523-BE95E970F63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D38E4D-7E9B-4B55-92BF-DC6CC93D9EE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8FBB7EC-7A23-4BB6-80EC-DAB7300CDFB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4A5628-8800-45B5-B9AA-6D484701C5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1154B9F-7FF0-464F-A8EF-B3E72C136CC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B74993-6923-4D97-B837-8E7428DEC7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D63CEA0-0280-4334-B906-AEBB7D574D0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05562695-79FF-4B7D-9BB8-52836DA8414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A8F61DEB-0225-4D32-9CAB-41D85214BAC5}"/>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05C3634-AB79-4090-83E0-50D1CFD5DA45}"/>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68B6AF59-446A-4F52-87B3-70CFC5BE58FC}"/>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B752BA75-B206-4635-9698-968926E0160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49468D-887A-4BC0-AF8C-5DBF0E8A7B8F}"/>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A51FFB09-71BB-4BE6-8E20-D9E50D7CEE78}"/>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6F7DF225-A11C-4261-8A69-15D808D97DEB}"/>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593EECE-4C5A-45BA-A913-DAFEB489E19D}"/>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40B403B0-60B5-4ECA-A96C-1A90B11B8991}"/>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72D01916-ABB7-4713-94DE-D98D9F0257E6}"/>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3EDDB74-B171-4718-B850-DF987023B35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52201B7-A917-451C-BBBB-EE3690DCB23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67093627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8F8BDE7-98D8-4A85-B4FA-70842E09AFF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B95A3271-BF65-492F-81E8-0336900E1E0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465E6348-F63D-459B-8016-318D7C73EF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40473F-2A5D-4735-8471-EEFB937D827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CE06A1BF-587D-49EE-B7A3-E7A2B58B7D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72E0C80-AA57-4054-A2C6-278395A8984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AA170FF-B612-4AB7-9EC0-70098C522C1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4E06EB7-0478-49F5-86B1-1F8A6F833A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76F14A2-72DC-46DC-A38C-9BEC232B8E0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8048DB-5760-4F9A-BC5B-A0A6D0E7B5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FC683FC-0CB9-4D6A-B7BC-9F43E7716EA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44A87F-0371-4915-9974-E6B0F32AD4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ECA5F7-8A8B-49BA-94D0-F43C4F112AD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243DA1-B3AF-4107-A7EF-8E0B995491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B489E7-8F58-4FEA-B406-20C0C517AA6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08709174-C985-4284-B262-18DC01C0E51B}"/>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7501630D-169C-4B92-82D4-FEC9F6B9C33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C0005C7-3820-42A9-A80A-34E9DE7C42C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8F1EAA4B-A72D-4571-A0E7-8C4442E09D34}"/>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6D3E420C-5F85-46E0-B3D3-6FF3379C61F9}"/>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8EC7BEE-82E4-4C85-94F4-67E08644FA7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54B5F722-5719-473B-AD5E-C2005BCB71E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C1F0B115-108C-48A8-A42A-FE99489BF44A}"/>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4FB4DD4-42A5-44FA-A08A-6D9F228E3A0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325C5E08-A68A-420C-B3C2-C6655F18B605}"/>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D21990C8-0B9A-4688-9255-5D62CBDB9811}"/>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7B479E6-0212-401F-8819-F28A2CA0AC5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F450983-7513-4DDC-B567-6C14E3D4F54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75727259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C0FCA1D-61CF-4F52-B285-20B7FBDD5C8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52D2B4B9-2069-46A8-892B-92278CAAB1C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2164093C-DB57-4CF9-859D-5F5A772F620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14AB04-4D92-4257-B71D-6617F67AD7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5EAF1C9C-34C9-4E1C-9E94-B18F90A204C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F838C2C-39B2-45D0-9988-22357BE4B3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AB5303C-820F-4AE7-9B3D-CA5AFF257D6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87E299C-5675-49CF-9770-373455AFDCE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27750F7-3AD1-4743-8092-CC9C1E2AFB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0CD7F5-A4C1-4AA0-8354-950F78030A0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D141D0B-3074-43DC-9CF1-80CC5D2948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A08439-2952-4017-BB95-42150603099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F491611-2F57-42DC-9B7C-F36123574D0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E9BC71-759F-4B4D-A6C8-97371F2762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525154C-46C9-4738-9221-E4CCE378DA17}"/>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46764BC8-887E-4A0D-8C1F-03BBC81E6E64}"/>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C8038F4C-6B9D-4B3A-94D2-6D7F7B3B54CC}"/>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B9EF5B7C-78B0-4546-8A1D-0497CAADCDCD}"/>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1DB01079-735F-47CF-A27F-76A41167DBF3}"/>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DCE39BE9-F73F-4DC3-B5D8-3132ABDEC08C}"/>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B322B63E-A454-4B74-9DEE-5805B7C4A5E2}"/>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30D7ABDD-5E38-4504-8652-4C00E3E81EF1}"/>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5514D6-4305-406A-AC67-6F5771F4DB05}"/>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1B1FCBA0-FCD5-47F0-A25B-F7BE2D597AC1}"/>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931658B7-157B-4A2D-9206-BE4C84113B1C}"/>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0D669DD9-0FE3-4B9B-95DD-9E7BE6E29389}"/>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0F7BF99-DF97-44F4-BB93-964D8F5AC17F}"/>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EEC73B4B-B509-4717-A529-9AB2A6ACCC66}"/>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747DACA3-562D-418F-B3AD-B34FF4A3C5B2}"/>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744C3593-4CB1-4AAB-95D5-D3A720600EEB}"/>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4116833-FAE0-4EED-BC6F-C6619CB11530}"/>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B7150F8-2904-4346-B4CD-9D797ECDEF25}"/>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18992220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BEDF08-BB2F-4AC0-BB4D-6511A52FE1DA}"/>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E02DC6DA-A74C-4275-9636-8C7CE8D54E13}"/>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48790BD-121F-4462-B2DE-4EFEEFFB540C}"/>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5FD27AFB-64F3-4809-95A8-845BA819BE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159EFF8-E694-48AE-8329-514C4C5B24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6289E677-40AE-4A7B-9C08-A37AB62A826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8E651B1-821A-4097-8815-D07E88AEBB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F7243FD3-9E4E-49F8-8447-2DD5CDBFD71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2B2F01-946F-498F-A30F-75722871377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23EAEDB6-FBBA-4F04-85F9-F9CA85185D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2F5406-740C-46A9-B644-4B48EA6E5C2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F7D5D230-B317-40F4-B984-061FAF12CA1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42920E4-1DDA-4381-A319-A6EF1652A2B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0055856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D75FE4C-E9AA-4FC3-98EC-5E22AC384A9B}"/>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CFE1C8CB-66D1-4EEB-9553-DED243E81893}"/>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9D587075-2A79-454F-A9AC-DC2B0C935A0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5C37D2-DD75-43EC-B661-9AF1A9C07D8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75CB3158-CFD6-4A57-BC3D-2BA62C08C9C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99836D-E02A-4BCF-B3E1-299CC25A54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A99EA4-2671-4DBC-9C94-7741427E6DE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1FF675-1E49-40B5-BC71-B145EC46707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5AB6AF-A84E-4BC4-AC9C-ED985CFB153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3490DF-9402-4335-A378-8F95962B0B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76EA3C7-52CC-462A-A2DC-1BF0109409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290C0F-DB3A-48DA-9AE5-A8C29731103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FA31059-88E5-42FD-980B-741B0A9ACDD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B83DA7-1497-4FBB-B7B2-DEDE79CF558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5411157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7F50D36-E250-4A4B-9F6D-16CDE2688C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604DD537-1162-4F74-BCCA-2DECBB5636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AA6C0BDF-51F1-4605-ADD3-F9229FF2A60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50E10A-F5A0-4F8B-BE56-E5E5CFFF1EB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169BA012-355E-4F0B-8450-79922E24804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9DFE88E-97FF-43EF-990E-6F2CF68FE2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09BCA71-C5D3-4DEF-899B-6310802BB4C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9650ADE-797F-4E46-B06A-4EEDC8F2F7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9C2C598-D04B-4180-8338-C9EEEEF4C35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16FCD74-476E-4759-9196-449CA1450D7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A7BDFFC-B15C-4705-9765-8385020ADC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3CF507B-AFD3-4604-A720-D88D35BA2C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6341C6B-C2F6-456C-89D7-177A431DB1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7A68AF-A823-4BCB-9F4E-38B3CCB52A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BB7E36-EEDC-429C-9FC7-2DBD7817002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207075F3-0279-4D75-861C-CD74D5576996}"/>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EC1F97ED-01AB-43B2-A267-C037EA2AB5F6}"/>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0C18CB85-D510-4891-9D41-7C5559BD4340}"/>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D80A7FD-099B-487E-9BAF-AE30382DA806}"/>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C3FD774B-D03E-4591-BE55-608E39A7589B}"/>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1F637AE4-DF59-48AA-95E2-DF42C266EBB2}"/>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25955B36-0410-4D74-8CC4-2EEAD3A3D5AC}"/>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1CEB9979-CFC8-4FDB-A14B-2DCCAEA1C0E8}"/>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96088BC-E72F-49E9-9CEB-19114B3C7340}"/>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3AB59984-8BED-408E-A0C5-7589849EA33E}"/>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344843F3-A068-45C4-A2D4-3414EEC1AA00}"/>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D048062E-DDBF-4A65-BEAA-8C03B45CD14E}"/>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EF65EA4-CA46-4E39-9C90-E403AEFFBBB3}"/>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85371590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9EDDB1E-3B5C-4701-8F13-61E01A3D79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32B47F90-850D-4573-A0EB-1B4706BA511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5553DD17-0F94-405D-9904-4C0AE981CA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7A048B-59BA-49B4-8FEC-74A5F5ADBEA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D72D5221-B517-49C4-9BB1-B2E84D0D7C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2BC716C-2E05-4F69-BA75-B7535FBF44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9D720FB-C65C-47B3-BD20-575BE4A9F61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8D5960B-3E61-4A3F-99DF-9835D357D1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9BC5854-329A-4AE9-A1F5-6DA3EFDE926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970567-40A8-431C-A4D3-80D7158225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6D24D11-475D-42F9-B27C-8A384167CA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F12A33-C067-46EB-A466-09289E9F26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61E6FA4-3B14-4F81-9225-174310F5CE9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D739A06-CEC0-4037-919C-B316B487F22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EC9685B-9772-413F-ADF7-BCF45F9CD14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3B41AA95-5F76-4894-B943-4FA6AFC9EB66}"/>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81B14A49-39CC-4B7F-AB09-70B282C36FAC}"/>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9196947E-45F2-4ABB-BBFE-EA2BAAB84D43}"/>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5E3CE28C-3A0F-4338-A95C-5FAB9C30007F}"/>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72A29A26-9DDD-4B01-B796-4F1722D64504}"/>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358D2BB8-D813-4F44-A1EB-2B029472DD2D}"/>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E9AEE96-FAC6-4138-B224-F60CDBFA3655}"/>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A458DCA8-48BE-44C8-B3CE-06B58BFC5AB4}"/>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B2A7DADB-FEB8-4C25-90CF-49AA4BB2CB15}"/>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6469FA3F-02E0-486E-AED4-392521E50ED8}"/>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1546C445-6528-4D7E-A81B-6A8F418FFF92}"/>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731EACB8-BE2B-4253-B1CE-40198106FD05}"/>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CE3615C2-1B59-43BB-9262-2ECC8C8A7C6E}"/>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A9583A0-0FF7-4C92-956C-016E49B988CC}"/>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61656211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F01DAFD-91E9-4482-8BE8-44619FB283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E4B19F74-EAB2-44A7-8BE6-AC2A9253C8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71AE1853-EC07-4DF5-82A3-7BC47AEF66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38F01E-7257-4934-A88E-5A02D9AFA3B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0F360270-E51C-4DFE-B374-1683670B594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C7E14E-A472-49AF-A1FE-FFE32276E86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954AE7-78FD-45A9-9256-E0C6B352606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EB0CA8-2922-4760-9DE4-E31D11CDA7F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FA25BB-2E31-406D-A945-7BE8BB8D7CF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D144D2-0A5C-4EE6-8BBA-79583EC26F3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735D90-1F34-49C0-8675-397CAA46AE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F789778-3DDC-45E7-9B6D-35B0AFAD2A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52CB990-CD00-40AD-96F0-AF53067791E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78844A-E1FB-4D34-AD5C-C529FA8D124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ACC568-6900-41B3-9B68-D76490ED99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0177A84F-176F-49FD-89D6-6A45DD434BAA}"/>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A6FB57A0-0292-4973-B057-BEBD4E012F4A}"/>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8246916-A056-48A4-B327-242D22AC587B}"/>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7489707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52ABFF5-71B2-401E-A50F-EC657F7A1BE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1E96B38F-4547-4EDF-8BDD-F3569946A58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BF50BD27-3CB9-4F75-8E2D-0DFDE94451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07F2BD-5D87-4ED9-B635-5AB7F9D6212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BE9E6F2C-2784-46B9-B3D1-227E8ADA919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281F15-7191-4A2A-BB8E-DF792C5F344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71E05BA-9682-4520-B737-1BD2038D48F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D24617-4A02-4C4D-AF7F-876CBD8CAA3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C6A143A-11A0-4A88-9686-3ADE7FD427A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C5C8C58-DC7B-4E20-9A18-2AD8A3A9720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4227454-655B-46B4-8DA4-1D1AAC733DD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B41AA35-06E8-4D6F-BA22-252DE70E4A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FB0F96-2D4A-4601-88B7-6C4201CAF09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F09AD6-BC9F-4F02-A12C-A4C14F505C0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ACBB93-B421-4604-B43E-ED0CA974E1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1C783F0D-A619-47F0-A8D2-13E3DC16B1FE}"/>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AF95DACE-00A5-4BCB-B7CC-70CCD90917DA}"/>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531A805-CF99-467E-8BD4-1BF267EB5397}"/>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BD1A7CC3-D19F-46E2-B5F9-E71FBF109D1E}"/>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9DC5193E-8661-4A69-B2C1-F15C1339E764}"/>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1653F525-3970-4F77-9082-1C9D8FB3C12F}"/>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8AD0AA8-9007-4CDA-97F3-0815EB30BA52}"/>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71507765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A867AC-56DB-4571-B30C-189AD05B6D2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6AA9F9C6-027A-473A-BF38-C049427F187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73874D22-0F39-49B7-BD19-AA092B04D6B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B3E740-358D-4CAB-9188-ADD933DAD8B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AEEBAC2E-E062-49BE-A7BE-CCD37B662DE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A8ADD8F-0AAF-4D27-821E-09DAB886BEF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2937F1C-1F92-4C9B-A19C-ED34326E449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FAF819-5D48-46FC-B7BA-872E3317A6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F7BF5CE-B4C2-42A4-97AB-8C8C41B40E9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97F7030-519C-48DE-9942-461993FC113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1BE80EA-EDAB-4D51-B632-6D81EEA61F0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13F0FF-D0D6-4B52-91E6-CE9D465AB17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0AC5C3-8C30-4F70-BF2E-F7B98CB9916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91A95B6-0344-400F-8EF2-055339A263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A7F8EDD-4BF0-4229-A07F-F402E3A2D0F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0508D903-FB03-48C6-A266-E2E0D7437BCE}"/>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A613C994-11A0-42F1-8EE5-4CD7B70B8E6A}"/>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F3C36B04-EC90-46AC-8FA6-DA70EE86A231}"/>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E3FC0156-9C60-4DE9-9745-0D02391C4413}"/>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0911BD48-F23A-42E4-9678-8D8912976A0E}"/>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C2D18360-158C-4C39-BD79-691D915A129A}"/>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8B3CF4FA-28E2-48FF-B94D-E2BFD8E9CD39}"/>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D3146A42-2523-4308-8585-0647185F8E9C}"/>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FACEF52D-81A3-4F93-AA28-B02BFDCF78F0}"/>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6730FEB4-CB43-4910-A68F-86071DC4F677}"/>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F279B92E-D7F8-43E1-BBF6-0791C4EB0713}"/>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CFAEA794-64F4-4091-A1F9-4700CBDF4675}"/>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9A1CBAAE-CE70-4E92-9495-4A1147D309E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0703BFC-A8C5-4B4B-BF95-31012B2D218D}"/>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30270694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231DAC5-0E61-40A4-AB7F-78824B162F2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FBECA8B2-E6DF-4CCF-92B5-9856A11CA43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6E7A3B34-9C54-45BA-BE62-988FA0B4570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52905D-3E30-4897-94C6-CA49C3AA89B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2E25B65C-B3B0-40C1-AB1D-B40CD082512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3B646CB-9436-42A6-A894-04F449E40A7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5CFEBBC-520C-4AC2-99E5-E1B8BB86F4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8721EC-FA0B-4D9F-AC3A-FD7147ADD01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60BE9A-A9D4-45F5-80EB-81151469663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FA2AFC-0EB1-4353-B527-5DDCA61DC4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7F54051-6996-4ABC-8031-603D894943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42C1C3-BF9E-4D3A-8CD3-C21D4355D94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CBA4F2-F0AA-455A-AA8E-4D31ACFF35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DBFEB5-34B7-408C-A6B0-F05D8459FF6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C87C4F0-77E2-4F10-90F8-0738D23CD5F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3244F7DD-5504-434B-99DF-55BD57C367EC}"/>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EAEA0D6F-3F41-4E5C-A54F-5B2D1F156C05}"/>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10192C31-9E15-44CE-991C-7389BCDFF30A}"/>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2054F322-A186-4414-AD7D-DEE9C2581828}"/>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8829BF69-6A33-4C89-B658-9C3555B87064}"/>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49184D8E-7781-4A56-9B36-E727D70DEC17}"/>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81123BA9-1594-4FC0-8483-912D8004E368}"/>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9A5A68F6-3DC4-45E7-95CE-12CEB92EC6A5}"/>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A9868A78-2DB6-47B8-B606-B943A1C1B746}"/>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5827AA25-5DC9-425E-B4FC-FA9081B1CD3B}"/>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4E9A111B-845E-414C-AB61-3B7973EB2C24}"/>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0ECDC0D9-E398-4515-B2A8-B2AF97B364DE}"/>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AA17D83F-B30C-4432-AD22-EDFA4EC00FAC}"/>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4B96DE57-68F6-446D-BBF8-C921B08F2B46}"/>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29433EDB-88D1-4AB6-921D-7CF126A268F7}"/>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5A719B33-6AC6-459B-BB2E-5C6F257D3E15}"/>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57B77780-8D28-4AEB-9459-ED33FC693AD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FB75CAD-72C0-4547-AAA8-022899275D29}"/>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7935510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DB64AE8-9F9C-4DB5-8065-6B2A4379D7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13C472A3-76ED-46ED-B89A-DA7CB8ECBF7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8EA1DBF6-994D-479F-A2E2-F1DA063B7A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DEE69F-5408-48C9-9834-88AC9C988C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D7C8876B-5071-4D53-A345-80E63AC1649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4385EE-C81C-4527-9136-E8FBD2394B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B984CB8-36B7-423A-BB73-E1D1A57E69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BC48EF-9A5E-43B3-938E-E4677C42633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68F573-3DA3-450F-9BEF-FF0EC0273EF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DA743C-F03F-4BBD-A903-DE31756E934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B4DF6D-79B1-4194-B7E4-FC773626BFD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28AEF2-04CF-4938-BBAF-CE3B588DFE7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2A52CC-B4B3-4939-95D9-31AE0A99CBD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6F2D4B-B09A-486A-9F94-D06A0A2C419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0EB1322-9D0B-4ED3-A05D-C18D5D07F58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9007CA78-2636-4781-A767-AA9D5CCC6B49}"/>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4BD89702-FB37-4247-923A-015641EF5E4B}"/>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08D39AD-0507-4D44-9177-DC3B167A45AA}"/>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BF0E4339-336F-4B0E-A0F3-1500CAE27151}"/>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1B4B3F6-EC72-4854-A9BE-78A4D2799E4E}"/>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E26437FC-2459-4F37-AD69-8812660245BC}"/>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3882AA1-F50C-4B61-8E61-93669B244311}"/>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4ECE2FF0-C39A-4B43-B34B-9287ED3C0FA4}"/>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8A050889-27EC-4754-BC36-EF375D5ED7DA}"/>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703513F3-05E4-4DCA-A7CF-A2DBE18715B5}"/>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CE6760AE-7BEE-4FF3-98EE-A7AC3CEA5DA9}"/>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A83C4DB9-F8A5-4817-BEDE-25E8E86AC783}"/>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2A7C787E-72E4-4741-B39F-6BE04BE0B798}"/>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69491FE7-DB1B-4D9B-8CD0-9DF04E94794E}"/>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D68F1DB1-90DC-4B0E-859D-6C645494B9A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5F2D81D-5EDE-438D-AF9E-327A7003776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46963110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F2796C9-457C-4742-9B11-989163B7D8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8D322EA7-EB2A-4F33-AB1B-D3DA3B03076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DCB6D430-B457-418F-9E92-699711B83BF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16A0C8-5EE2-4B19-8B24-BE5D5098690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7ABE116A-9D29-41BC-841A-80FBCE39A2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DAA4E8-F0D1-4B26-8B53-AC0A27FA2A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18E79A1-1D4B-46B5-A505-E407BD37A81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2737FA-FF3F-4A32-A0B3-4B6EF7B024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736AE5-89B4-4B78-804F-96A9BD6BA4A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9BC3C1-1477-4A30-9953-DAB0303F58C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9EB9886-0535-4CD9-AE05-995E690BA4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546589-0942-4903-8B18-EBF3A7B5C1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7547EE-EFC3-47DF-B0F2-8F97F835856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044D0D-ECA4-4E36-BD8D-2421D0D78C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4985C23-8049-4FD6-9113-43C95FB917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F2717E8B-1202-41AB-906C-8A61010A994D}"/>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d50f3be3d27f4ea9"/>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6939D36-0084-46F8-ACEE-EB19BDBC192A}"/>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7EA11C6D-4A19-4AAE-A6CA-53E2C7160D86}"/>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335F7668-60CA-4B55-8C5C-BC3681AA6A04}"/>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A5FB53A6-A726-4DAB-8E5B-776E9DAFF70A}"/>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02C46D55-C58A-47FE-B138-B4E7F4AB7436}"/>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6B1F667F-9EBF-4188-A60F-6309E313A96D}"/>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BF55C3F1-846D-44AA-A260-EFE7E541EEE1}"/>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EDF8372-C8AD-4E6D-9994-C44DAFB55994}"/>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27827571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5A3B214-B6C8-443F-9F7A-3B3A4A783E0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4BC0D984-B7B4-4ABA-A527-C3BC0F73E68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BA245108-DB48-4B1B-8971-14526A25B8B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334F3C-51D4-4CA1-A5C3-223CD71D099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A9A11716-7819-4A82-8B12-5A3218A4B5F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35519E6-E161-4759-B475-F4B8BB7FFE6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F1AD3C1-EB44-47D1-9590-82DB07D79EE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24F2E8-CA9B-4F12-9080-2623B7A69FF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7D9C10-8C5F-498A-BCFB-4148AC083E7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38B1EA-22E2-43AF-875D-43449A7E46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9D32DB-DCA1-4EAA-80EB-DE1CAFFC59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43C0772-A079-4D6C-A7F0-A40B0FE3342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4615E43-F4F1-493A-9658-1460F3CD8C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BDF9BED-2C01-488A-B65C-A3EA08D388E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BE26CC2-ECF5-41EB-984B-DAC77F8FBB3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F0681EB8-3C7C-4642-B342-39724BB53239}"/>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00A1ECAF-63F8-4FD3-8AA2-454C8DFD9E93}"/>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956D2B20-C0ED-41BC-8B00-F75FC26E78A8}"/>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E57CF37-2AF9-4C55-9ACC-861A0BFC3111}"/>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540AA857-AA73-4F02-B9B5-A372980B78E2}"/>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9624FB3-9AE9-4CFE-B5E4-025670A26C08}"/>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36589F13-B09B-4203-A938-5BF86C80225F}"/>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5AABE71C-78DE-4E4E-952A-6F00EBBDDF73}"/>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05FCD15-C6F1-4B9C-8037-DD0FBC9A5F7C}"/>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ABE8643B-FA8A-4B65-8D85-0FC1D93EA5DD}"/>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8CE0295-7A33-49CA-B571-C8A3A846A021}"/>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1970DC85-BA20-438C-B434-37878747D188}"/>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8DF6E29C-7F38-4F9D-956D-AA580F65D53A}"/>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878C0CD-ECDA-4F55-9454-D163CD50DF34}"/>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F9042B7E-5145-4548-A5CA-F8CD1B09B13B}"/>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F4F3CEB-0FE0-4452-89DD-AC09C964EE9C}"/>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9BFE053A-F988-4325-B50C-B79440C9B243}"/>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264C44B6-2290-4A60-A96F-55FEE9ED54D3}"/>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0FDB760-872D-4260-B3F3-88A812256568}"/>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FED2CCC5-8695-41E2-89A0-7EA07BC54375}"/>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9E1829A3-07F2-4207-A75F-2C6E5173E82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A9E7C7F-8986-4260-8C94-E8C6B11E5E1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88297994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8225EB8-3A8F-4C64-B6A8-9327858579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F52B06A3-EEAC-48B2-84A4-FCF92BC6A2E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D5845850-8A69-4600-AA3A-758F478F1B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195066F-BCAF-450A-A60E-7ACD05A684E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C5D851E1-FF43-4E5D-99E7-18ABD8822EF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1DB87C-ADB8-47A0-AEA0-0D8CC28040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F1EAC3E-6CAC-49E1-ACE5-37BC1B8A7D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FA05F1-3F8B-46CA-B2F0-B1984D4959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3F8DEB0-FF59-4D16-8268-F61C7F6D30C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A1546F-4926-4899-B3E1-693D4575A1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6AEF908-24E1-4062-BE4A-BEF206F152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87BAD1-EDD2-4D01-ABB3-BAD1570441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45F258-F61E-4DC3-BCCE-3BEF7AF29E3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178E6F-D336-4557-9EA3-F625ABCD63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CC415AF-D221-4968-BDE7-13EE67CFD07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137609080a14e9e"/>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82519170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29E944C-7051-40C1-815B-0F7F86D084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34251FEF-0389-458B-8097-F19DC8EDA08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0B68A25E-BCBB-44AD-A90C-4E19071746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2377F5-5995-48AE-9D25-CC110929709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A282FB77-B8FC-417E-AF9E-E1C5DAE62F1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44A516A-902A-4EE6-9667-E163E99DF3C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9ACDB73-4571-48C8-BF84-0C412E3B73A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F135FE-13AA-4B94-958B-21E6E4FBC6F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CF44792-7737-4026-85D9-8A7A8B5BFCD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923409-C920-4FB7-8FDC-518326D53A5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75E9FD-1F49-4754-AB16-27504E7919B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CC335F-4606-42FF-B5C7-A4692FE0FA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B3EA53C-2FDA-4E10-BE28-0FCCC64C372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30EDC6C-FB01-41FA-9A90-4EDCED18A9B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D5FDF29-BC08-41C8-990C-390224E9C9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DFD83BE8-33F9-4EDA-B2DE-21B1395BE5FE}"/>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794405fe28a481e"/>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7781AB3-5F68-480E-95CF-F52AF6478D9A}"/>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AD9D4248-FCEF-470D-8431-947E2FD99501}"/>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ED47ECB5-DF41-4101-8B29-58E251648765}"/>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80079469-2B2F-464E-A414-02D363745EC8}"/>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4C3162B5-B785-440C-A1A6-B04E53A0FA21}"/>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22A9FF5-94AB-43A9-BB57-C05C0DAC6723}"/>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592A0E04-9652-4DA5-AD80-D14C3DF2A985}"/>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E0A880D-95E0-4D1D-9741-E137BA6749CA}"/>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2E9C71FF-54BE-4CA8-9C90-2CA5BB0EA05C}"/>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7D46E982-4686-400C-BF8C-DADA9CFABAC6}"/>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9605485-5536-4B50-AFB0-EA7F9D39CE4C}"/>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62420607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66005657-0B7C-465A-868D-2A5316DF27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F2D4A08B-BA59-47BF-9138-924121225AB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43B13604-9FAD-446F-8C58-7F62533C34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5D3AE51-B4C3-4244-9473-20F1CB30231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A408765D-203A-48D5-8241-5B725B731C5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CA3B6F5-51A2-4204-81CF-4A86D6ECDB2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F96D0A-A0A4-4238-BDD9-02AA3EE8983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5F4272-9C6D-4B66-840B-5FBB54A91F1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29A442-597B-40A9-AFE1-324FA3CFE5F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54557E-643C-4FD1-A5AF-EFBB675D02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D3B3CDA-4B88-4547-864B-F44FF531E3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9779F3-918B-46F1-B077-8D6170137E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8FCD95-9C37-4CEC-8459-4FF33D574A9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00A8E23-6875-426C-A827-4BE181CB8F8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0E66D5-0A8A-40A7-B96E-FBCB70442DD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16E94A76-74A9-42E5-BDF2-DA8ADD5BDFD6}"/>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960B4DC3-CEDE-4118-9483-BDE4DBD3F14A}"/>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6E22C9AF-0CEC-4328-A6F6-DD91C07A2831}"/>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5AE073-B975-42B6-A1AF-C80442BB2E58}"/>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C2E9AF37-FDDA-46E5-B75A-38E256820AD1}"/>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43FA45D-1F45-4329-BCF2-64B9ABA0AF78}"/>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1D403000-8F6A-4FF9-ADD5-A19F4ABB4A84}"/>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F3DA740-7D57-4D64-8179-9CA6850CED77}"/>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3AD0D04-D9C9-4F4B-A77F-2935F5F00D10}"/>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F22029B-F883-43ED-927A-2073F22B8F02}"/>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12D8E88-E451-4BAA-9FC6-7DDE3F261F8A}"/>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7A6E1245-F146-493B-91D7-F0A5E272DFBC}"/>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674DDFAA-AB8D-43B1-9902-79D0A32EA1F8}"/>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0D4F9364-5314-4B47-8A64-E0F5C7D505B5}"/>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66BB714B-69CA-4127-B1B2-A65D3A4A749D}"/>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27A59623-E60A-4A28-9144-D8A084E1C7BE}"/>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DF3B51CF-61F6-4553-ABCD-51E2D600A502}"/>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285DAC8E-1CF2-415C-BF6F-B412F5E02EC5}"/>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A1095C4C-6481-47D8-9C17-2F0A012D5B97}"/>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1AFD8A2C-EB1F-4105-B813-97CE83E21826}"/>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90552927-5F35-4FB5-966C-C140D8D370CD}"/>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90AA723-DAB8-4DAD-959D-9D2C74273593}"/>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9B143CF0-AEDC-4E3A-9EBB-B8AD6F614DB9}"/>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687F3D73-D407-4925-A059-E56B6041A7F6}"/>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7FDD8542-4ECD-43B8-92A6-E63A1F81975C}"/>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809EA584-03C2-4C0C-86A2-86CECECCD40F}"/>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0682E6FF-4069-44E8-912C-823644281604}"/>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ADB5611C-522E-4BC9-813E-F07D15F22661}"/>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14FCC3B6-F8CA-4377-A55D-F49AA28C34D6}"/>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3701ABCC-B46B-4281-83A6-C4D4E63CC542}"/>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62FDD4C2-81C4-4F1F-A8D7-BEB13879F4DF}"/>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BA1B50B-7432-4D4C-BB7C-262B865EECC6}"/>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493C14FF-0DC1-4171-A0B3-263DA180E5E7}"/>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2338C51B-614D-4775-AD47-EA478D96FD05}"/>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80661567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5FD55750-C48F-44F5-BC65-BF31BFC177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3D9B53A4-104A-4424-969E-A2EDAC13C41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EC199E9A-6FFD-4D74-B0F5-6E3D9BD207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586CB1-9665-43EF-8B72-0B1837F494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9C63C1B0-BA4D-4670-9AB8-45BC410E5E1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6F8295-8655-47FE-BA62-2A2646C28E7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4E26ECD-6CA9-42A1-9B43-B4AC15CB3EE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3AFAA66-1F9B-4EC5-8706-7051271FCFE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95EBA7F-AB7E-40A5-BB8F-15D50FBC619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49E7E8-CA46-402A-89DD-2EC4727C8C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B159861-5BAB-4791-9275-F27D24AAEDC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5ACB93-D8EC-46CB-8430-BF6361FB68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998552-D610-4489-A3C4-D35C3C8D3E3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1EEAA4-10E6-4C1F-AC87-5205D9443D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93AE101-1A4B-4D26-A443-FFD5230A6C5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1BE50319-8E41-4A4E-B387-40198307C8CA}"/>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31012ADD-26DF-4410-B71D-3895DB168A76}"/>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980EB8FC-94D9-40A8-8A85-CD5E33BC0DBD}"/>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C1E00A0C-E774-4C6F-B213-491D329E518E}"/>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1002B220-6603-40CF-B353-E725E86A7242}"/>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4AC7B4CA-F274-4CB6-86AF-F90780B57DE1}"/>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8092858B-476F-4966-9A6C-A3F18658C545}"/>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A630F3A4-5674-4851-B2D3-5D4818FC4599}"/>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BF1AD796-3FB9-4DDE-A6D4-975D6F0B7FCD}"/>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7F51FE09-CFF9-4D5E-93B9-5B1BB4358553}"/>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EB7C8E99-164E-42FF-8DA2-76356F14BA70}"/>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03C4AE24-A557-4487-8892-6B361AF18892}"/>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691FCF19-32E5-4AE8-9DE7-493B72F8CA4D}"/>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50A4D43C-820B-4C22-9383-F0CBEF5DC15B}"/>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316FCADF-1336-4836-A1A2-23D571A27CF7}"/>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49CC991A-09F5-4D08-94CA-3070FD530454}"/>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B6F03BF0-6279-4953-ADA7-F34105A464EB}"/>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FF97E8A5-2F70-426B-B7EB-FEE1EA3F85FF}"/>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1F1B0F3B-6D59-4C9C-B51D-2007BCD41726}"/>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8C616546-463F-4C2E-BB5B-848CC0E9D6D3}"/>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8D980F14-2DBF-4C22-8E61-B9D943C25D3A}"/>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9B75B651-D301-4B1C-9F82-B67B56B7CF98}"/>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7F76C51B-CD34-40C2-9EA7-3AAE21D5BABA}"/>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74E491E8-C6FB-4F0F-B26B-15D1C0FD1710}"/>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E3A66A40-55CD-4831-B62C-E26532139D2B}"/>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64A315A2-F2C7-462D-8D9A-B7AD494162AD}"/>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3BD91A47-2325-4F3B-9A48-56750A990BAA}"/>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9779B848-7A68-4686-85DC-DE3D2EC80404}"/>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73923D7D-2FFB-4E0F-A53C-FB96C4D5FB55}"/>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3C0DC566-8F2A-4BE3-9CC3-A6C46687DA4A}"/>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C8A1FCFE-D5C2-455C-B115-3EC3B5094A0A}"/>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10A2E749-3414-4F7F-8787-8ADDA8079299}"/>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E0AF2144-D012-4E2F-A9A6-FE2A3BE7E938}"/>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738297B8-D247-49A0-B59F-0B8A3949C979}"/>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5A6FE377-D262-468D-84DB-0EB30621C4AF}"/>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C46B096D-F006-4765-B026-5362F9B5B91A}"/>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E69A858B-EB0B-465F-8265-20075C59AF21}"/>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A5C689BD-3916-466A-90A3-B5D47D6F354B}"/>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3B5856EC-96BB-4B54-A452-E67AB27DB944}"/>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55D6C162-249A-40C0-9BE3-F185D7A78300}"/>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2138A4AD-C85A-4661-ACAE-DA25089A0E8E}"/>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6A22EDA0-12D2-4CDE-98DD-3FC11A8AB4FF}"/>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89BE74B7-EB50-4321-929A-B9278BCD7D29}"/>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26C95F7C-5475-4CF7-BD51-FF6B60178187}"/>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33A959CC-6F20-4EC5-8F92-6105B494BFFA}"/>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81213C7C-455C-499F-BF25-AD092DE00D65}"/>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BEA8808B-669D-406E-A326-4C9AF7D3BC4E}"/>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E4F7471C-8419-4320-AD19-F98DF2837DA1}"/>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B5714919-B138-4C4C-9FAA-BDADD9FEDB8F}"/>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66290EEE-BE89-44F3-9FA1-B84179163568}"/>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6F67EE68-EFA7-4953-A30B-8F8033DDF0DE}"/>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3BE449E8-C20E-41A9-AAD2-F156690E8ED5}"/>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6308D224-3371-48EE-8FE3-447CDB5837A2}"/>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61C5750A-A319-47E1-B034-3541AFFA8672}"/>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89247161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7272F8F-11A9-4C9D-934A-4EA21A848FB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399C4C58-D9B6-4DCA-B3C7-42C60B51C3F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D8C95A2F-3408-4356-A1E9-B4363A37E3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D29AA3-5444-4353-A802-B67959347B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803D8FF3-280E-47F2-8134-EC4CF9948DA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6CB754-3E5D-458C-A5DF-CA6890EBF3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7A4AB5-88FB-41C8-AF12-5FB2C93138C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0756952-5098-4218-A55B-5651E8C265D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308938A-9670-49AC-8004-DFD9C996792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53EB65-9C29-491C-87E0-BC3D0030F4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501FB3E-8BB0-4AC0-9401-B2AC466147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CD64062-8A2C-419D-BE7D-3C3702B818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2ECEA3E-F308-4EEE-BCC6-7720B9FCA59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4285125-F5F6-44D0-B640-A2322A0922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DADBD28-99A5-4090-9701-4ACB41C0528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2B014262-E4FB-4C52-843C-E69803275891}"/>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9CF4F439-37A9-4CFB-AD14-E393B0B7B42E}"/>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80AFD514-253A-4A10-870B-2DBB93EDACBC}"/>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576F7AD-D4C7-43AA-A851-75FC24AED72D}"/>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91149412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5020819-7A4D-4E52-B761-18DEAA4881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7DA8CC26-98CF-41E3-983A-E6B4622D8E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E1B1B47E-5184-498A-B8B5-E558008976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040933-343A-4294-97B8-0EBB0C1F257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51A5D170-A986-43C1-8DF7-5DE14D5EFD9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5125DF-3A37-4431-A898-77053321762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CCB939A-EAEA-4D17-901E-A28191ECADF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372BD9D-78BF-4BF5-B296-383DBE6DC6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A1D8BE0-A2D1-4F4D-B0BF-2A02B921D15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5C2CD98-F335-447A-AE2B-702AB5D340B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384216-3CBB-493D-B817-30888C521A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5DC74F-3715-4AE2-84C9-D5B05EB87E8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79772FD-BF58-44CF-BBD2-8B8DA1F7526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97974C-A3F8-4E70-B274-786E40E77F5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3AED349-30A5-4150-9615-6C39E411FFE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51c282061eea4e83"/>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605EFCF8-34A6-43CB-BC8D-4D0F5A1711C5}"/>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2E4A3701-F161-4506-8385-DEFF2933CAB6}"/>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CF30FE7B-AA52-4B4B-8B51-8D50149F5C84}"/>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F300BEEB-D48F-42F8-8748-F48CDC6E6020}"/>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E0F485E7-741E-44F2-880C-5860BF52249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79C1F84-A032-4608-B5B0-D63D61485153}"/>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32939229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3C580BB-934D-42F0-9921-4FD327074EB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71305452-829D-476E-A905-6F363AF9F50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764FFA4F-4AEA-4AB4-8AEE-F96008DC0749}"/>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0B4490-EB84-491B-8764-BD357705E60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62120DBA-4F68-4AC5-99EA-94687E019B7F}"/>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77550DC4-48DA-442C-AF94-E1C3DE9114B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D36DBAC1-B607-48BD-98A8-385E096E5982}"/>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15EAD14D-B68B-46C0-8255-619CA51D7821}"/>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018F88E-4020-4520-BC67-EFDE32753919}"/>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1D5DF5A9-6494-4A7E-B66D-651197E9823A}"/>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B87058CA-79DA-4982-B1C9-47DB81B57FB5}"/>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902D6A3E-597F-4412-838E-DA0E848A0706}"/>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2A221653-0F48-4CD1-8EBA-A823B637E440}"/>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C874D9AC-1F08-4B24-90A1-87805E272F4C}"/>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A8F653CA-B394-48C3-9C37-BBC0966B73EF}"/>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16612E78-ACD0-472B-A96C-1DA6DAFDADF7}"/>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5DBEB40D-BA03-49FB-B568-1E7CD3941730}"/>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3A06530D-E769-4FEF-B996-0FBBEA919BA6}"/>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D5961819-866A-4E37-8C94-8D4309041F1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F14B6980-6A5F-4C81-A2B4-17021506218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7B4A781-32F0-4B17-AFD1-3AFA3CEEA71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50DBBE06-A6F2-420E-9BA6-A1C5DC5122E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347DDC7-E230-465C-AA48-8C2D6E834A3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196E9C58-EA58-4FA9-81A5-A9D4D1E1EC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9E8F0DE-483C-4CB5-8955-A1C1B9395D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58706C1C-5BE5-4F6B-9C78-57D66C0FACD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8CDE99-DD7E-4FB5-B417-72C45281BE4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3316718D-A21C-497F-92F9-51752A0C328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5A9AB79-53DA-490C-B85A-03D95340F16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1429C159-2135-43F3-9F26-1B9386B728D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69A0028-1895-4810-85AD-4BC91DCAC9F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6737289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E3716FE-1C24-407F-8E64-DE7416D093E2}"/>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5710B486-164D-4D6F-8302-D190AE35ACDF}"/>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1F925FFC-BC57-4996-92E6-A9FCCA33662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D37E96-DF34-4B43-B4AB-6785B1994137}"/>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84DB97AD-F484-4D66-8284-FFA7456C609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3B749C-A748-421F-A314-E4E9B8A649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820F8CF-B94D-4B83-8247-C186558CCB5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CA5C88C-5834-4177-8FA8-041C6C2C8C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B148F8-B79A-4E53-B137-C1E4CD4AD81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7A81C03-0721-49D1-ADCE-1F3D9CAB32A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D5FCC34-16B9-40F8-8E80-03C2DB7D334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F5ABDDA-2A73-4DB1-A24C-D50412D4E9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5B82D8-FC2D-4161-8095-FDFAC79993B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F0ACEA-34A0-4D88-A959-69342453696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16698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009CC23-C5E0-4FD5-ACBA-CBAACA1E3C9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E5D7F7E3-DC8C-493E-9615-78A6735F285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923D3F89-5CB4-4CFA-954E-404711E1533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00348C-0E00-456B-8E6C-998418ADED4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F4C99768-8711-4C2B-915C-7F7F25B1B3A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434089B-AEB2-4745-99F3-7F9BB1AB3B4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650CA4D-D9B3-4355-A363-34A14729CE6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B172C7-A79F-4418-9A72-B420B4E5AC3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C2C5C11-2D1A-463F-9CF0-B41E86AB83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B020B5-833B-4531-AA52-91278D46A34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4C2E17-C238-4D2A-8370-5E877FB7D0B7}"/>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BE4771D-931F-4702-8110-9E21F83A5CD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8BF2478-C91E-4313-95B0-F2A7EEE7CD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EE0FE2-3C80-4B56-840B-5DF18D086A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97F52BC-E2F6-489F-9ED6-65DC74B0742D}"/>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97C93908-62FC-4E49-B081-46A65C15B5C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2EBC51BD-AC5F-49CA-966F-2918E021EC1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F259FDB7-0B49-423A-8B49-3925A8A15372}"/>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8F789071-8F9D-4454-919A-64312851582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8256DE7-22F2-4DAF-8F5A-B4BE66E112D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96572296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E467271-8043-4BCD-AF7C-BE901848367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CBF4C830-1C00-4C88-B2BA-95FC3C7BBF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ECFED031-0C0E-4D47-A7C4-866C7BD470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117FAD-CD72-4EBF-AC31-350D3B0504E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0A4AB5B1-AB07-4520-A702-44F9A09A96B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AE5346-C203-447E-9720-0DECC26BB06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013C42-5648-4B42-9941-9F2F6821933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EE3E91-7D3B-462C-9125-81F89B28F0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EB16364-2288-468B-AFC7-28CED361E4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92032E3-9A68-4469-A47F-B77923544E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40CC552-EEBE-478F-90F4-2412F7A18D3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36FB3AD-48B2-49A6-ADB5-6DEB65A6F3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9EDFAD7-EFA9-4746-931F-9A726D5C63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144DFA-57DE-4310-A171-7E13B80588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7E615AC-5DDE-4BE3-B3F0-393ABD8A8A1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782397DB-7F58-495E-8035-F34C13C6055B}"/>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20254728-694C-4D77-97E0-B4A260E8263D}"/>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7CD22E6E-162C-49DC-9A02-CFAD5E0BF498}"/>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DACA8DE5-68B2-4FEE-8773-00319CBACAB6}"/>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185C54F-F9D7-4022-A7AD-CB3B5257EAFC}"/>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D3CFD3EB-6409-459A-B03A-EB5AD96F21C7}"/>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4213E133-F28B-4559-ADD3-4D796311C5AF}"/>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C51020C9-227A-48FD-AC87-1A29E42F97A3}"/>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3CFC018-6E4D-49FA-8100-743D6D6AC09E}"/>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4ECE6B9A-0C52-49CA-95A7-293E3ADB3910}"/>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9C348923-6BA2-47B1-98A7-D61EF97784A9}"/>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D8AB9269-703A-43AA-A380-9D103F0D15BB}"/>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4296B4F-8F9A-4770-B163-D2C68EBAAFC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ABEA6D2-6017-47C7-8D93-52A22C0E562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6176701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A333CC4-B5CE-4627-AABC-D530A6FF53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747E9125-F93F-47DF-8F49-907F77E548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FB6900EA-ED78-48EC-8316-E89C403E4B4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6DB576C-F314-4296-8642-2C4E8167DE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3FA06639-E207-4CA5-B72C-512E9AB39BF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AD185A-9616-48B3-BD07-F375BF425A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1B2460-DC06-4069-9DA0-2F3C85A08D7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42ED94-4973-40EB-B1E2-74078DB63AC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BC3BEBF-39A4-4DFB-B291-A4EB6652DBF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4F45C5-C46E-463C-8EE2-CF6DFBC33AA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A078DD-E4E3-4DED-9CA7-03C00311E64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C2A8C70-29CE-4AA2-8CAD-50CE68E58D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475B60-1B90-4C87-931B-C3F95BCA01E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11BA7E-4CCF-4EA8-9FCC-066DA103603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F098B7-EFC6-40D0-960E-E6D28F962285}"/>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AE089BAE-0715-4230-92A2-1A028EBF1B3B}"/>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0E976CB2-4091-4243-BC71-3A2EF20855BE}"/>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FB88A06-A58F-426C-85B3-C118F920617B}"/>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791DE62B-8FE2-4E21-9679-0146C124D62F}"/>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AE460EF0-E4B9-4478-8A80-CB7797B22A7C}"/>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2CE36AA-2F4A-4631-B61C-569CE6331A37}"/>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AD077277-D0C1-4E17-951C-93CAEFFEBDE6}"/>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5C231969-9851-4CCB-8346-864DB11D6553}"/>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BFBC5E3-58CF-4C1B-B6A0-D1A3C470A20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BD8A19A-2685-415E-A34F-2F5EAD93103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03979599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FBB98865-FFF7-414D-9EF1-C66FFBA31FF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DC7E89BC-2BA7-4E21-B0F0-7FAEAC79520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14DE798E-5071-4DDF-98CD-DCC6B88EB3D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0A1F29-1F1B-44F3-ADDA-11160705CAD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130FAFAB-3DA2-4C33-8072-3DE074D89BC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4C3818-3537-49DB-9E86-F9388A8F7A1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A13515-2A91-4FAA-AA5E-7BA02BA4FB3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1079C5-C0E1-4352-B070-70DB9F2EBD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314DFC-A4BF-476C-9FDA-E62E5F95FC4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D2C9BC-34B2-4754-ACAD-AF4DFD7A6CB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7B1EB25-FD0C-4048-9097-6AAE9DF6663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5BB6DB-382B-4A29-A3DE-5315AB90267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ED21B2-3F9F-47DD-9179-FC156ECBC3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FD08E0-9492-483C-BF12-7DC08B3EF2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C36E67-0F97-4BD6-98DC-88012751673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1D308C35-7915-457F-A7C4-F1C9FED3031D}"/>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0F82E6BA-49CA-42D2-9BA9-6BF5D5F2B7EC}"/>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CF138CDE-9FF9-4EC4-B0FD-E25AF3B4E91D}"/>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7F9BE6FC-1D9E-4423-AAA9-160D402133AD}"/>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7205B571-9C5C-42F9-9CDA-ADD79AB760AF}"/>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1B3FB71F-2AF7-435A-8A04-BCE0EFFA881E}"/>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588D4382-979E-4388-B8ED-FBD0D4A5342C}"/>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BDB08D7-9987-4661-A27C-1E6DD79DE24D}"/>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BCD247A-B4F6-4541-A948-E2D5D4581A42}"/>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9DE2C43-E8B0-4BF2-8FBA-7CC78844F516}"/>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084A393C-583C-4968-B977-B4479F1E6C58}"/>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27569DC1-5E20-48E7-AAF4-C1C72ACAB098}"/>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C9DB96E0-DD90-476D-B244-57FE40FF9ADE}"/>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B1CAC496-C55C-46DA-B8D4-666D1E863D7D}"/>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C97D496-9690-4282-B646-1A2E20E6D970}"/>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CCC6CE19-9514-4E9C-8145-2FEC6DA403E8}"/>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224D9EE2-518D-42CF-A24E-9F2B6EBE61F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7DBB6E7-1283-4516-9332-5DC99D52407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204379586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D2523A-ACF9-4FA7-B97E-DA10DFBDCB9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A10FF416-F0E5-4B74-B365-CEA59E19D31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028DD2D1-4847-486E-B847-C5277BF1A2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83B7CE-3FAD-492C-B67F-ADACEE8C6C8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6A71C304-4320-4DE4-8FBF-43BDDE2CA5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6EA5E67-E535-4AF4-A1DC-F750AE7FC6B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4F22BE-1813-4607-A53A-A3A8AC8A0C3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334ED86-8EB0-40C2-85CE-B4C08AD263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F81C2C4-4F5F-4CD7-82D0-92683B93FAD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B4AA3A-DC22-4208-8DF8-14EDC129EE2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45AD0B-2A3E-454E-83F1-D26B356B96F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512557A-4BC8-41FF-A005-1D500A7797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6FA8119-E87E-4433-9D8C-53AAFAEE3EA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9567F0-365B-4C93-9674-89F10418F94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4A7657-1D6D-4381-AF82-1F050AE0CB87}"/>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6FAB4C92-E625-42DD-9835-F0FFFC63F9EB}"/>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CFD905D2-0B89-4610-80BE-4DCE328FBC3C}"/>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C329E653-AD62-49D8-8B3A-F3EEE16EA41F}"/>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BF28247F-8DFB-4F89-9593-C8E21A252C5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05F1EC9-1346-407F-B289-46F34E7A5BB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567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710C568-02A0-436C-90BB-1C0798EBB33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7DF64BD9-FC98-498F-BD91-06BA61E9D04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F9C2F5B9-ABD3-488D-BD8B-E64B3B7AA2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7FC4EA-C60A-4EE5-B484-4C7777C60E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DCE9AF57-6FD1-4A49-90B0-6387EB29097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22EEDB-0C81-4B09-86C7-07C8C484F51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56DAA70-C7CF-4E4D-BF06-1336DF32269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A76ACE-BB88-4E36-BF6A-F1580943A6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8FF7AFA-3CEC-416E-8493-D98B9C5BC6E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7E4755-D77C-4681-AFC6-79C62EA0D05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13F72C-30F7-457B-A048-267DF217B93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AFE859-1F37-48ED-BE68-47B1CFF2CA6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CB105BA-47B2-4EE2-9EDA-2F04FBF611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2EE61B-5236-44E8-AD0D-F05D9AF8337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6C8225-83B0-4287-B9EF-10BCB57D1C3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8FB02F63-F723-4B0B-B4B1-A1038CAABE4D}"/>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50376575-6ED9-422D-9907-702E64941A2A}"/>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3C50DB65-E0B7-4F65-BD28-B79CCC639DCA}"/>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B14DA0A-6E80-400D-A663-62F593CAF7B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23077E88-CDCD-4170-9C02-81731DEE1C94}"/>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DD02515F-E674-4889-B690-996DA660C59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53CC71C-B75E-427E-98F9-FFFFC794D03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12704882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4357D80-3A8A-4FF3-BC1D-69A71C9A235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CB4A6C15-0D7C-4206-B73E-98E2D793D0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0E5ECC20-1688-4E02-9695-1FC80B6649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2F8FE2-63D5-4AFB-8C66-84F149618A6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615CC6EB-6576-464C-B716-F608D93121B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D97A1C-7B27-4758-824E-DD38AA9CC6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1CF6E1-0387-4788-A3AC-B2C521456F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4E8528B-902C-471B-8E81-D01307D6303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8965CE3-98AE-4D1A-918B-49409D6E608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9AAC4D-740D-40A2-9F15-53DC16D73C5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48C9D4B-ABF8-4DF6-AC15-E60FC536CB9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B524791-9316-4B58-9843-970F5A7AAF1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1B3F845-D5A6-43E5-B84F-07BF48E07DA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12214A-19DF-4BE0-AD9C-123AB515DB3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263ADF-4199-498C-A40A-56700CB1D5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0394B661-C352-42C7-8E8E-BE5BFC9E66CD}"/>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6B5EB611-884B-4188-A76A-08B914622274}"/>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80900885-608F-495E-88AF-DEC3F32FACEF}"/>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0A6E19A0-500A-4C1D-BD2E-D364FDFF89F5}"/>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69547E6D-7277-4BD0-8592-F3D28556E6F7}"/>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D6481F59-5526-4988-B2F1-C840F93846E1}"/>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EC10D70D-ED0B-4650-BE3E-5AFD38FA3B71}"/>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7EF9DB0-7824-47D5-AAE6-EB8FFA79DC76}"/>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C0DE7CF6-9DEE-4336-B316-3F953F09701D}"/>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314B1905-1246-4702-A634-AAAA2CA8330D}"/>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2441EAE4-17EA-44A2-A549-38F1FE4A8A81}"/>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64E4783-7694-4EC5-8A65-D5E2099C0F41}"/>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F73D5DCE-AF58-4D11-810C-EA00B34B14B4}"/>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D7BEB41E-FA0B-4341-BB19-9119AAAEF02C}"/>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B2ADC37F-041B-4ED3-A146-1C35FBE5BE00}"/>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558DFC1-6C15-4DEF-826B-54E4F4100D8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93B6875-3C16-42EA-A0AD-19AEBD5B7AD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70594350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3F49E70-E66C-4736-942C-64273885A9A5}"/>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5282EFC1-AC40-48F6-82D9-0CB8F80F99B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6FC9DCC5-7E60-452A-974E-D0BBC1E26B86}"/>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9DC97C-F64A-4BF8-BAC9-E6D1E38BDB7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7A27A2D8-043E-45C2-AF7F-657A0656BAA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C5DDAE-D3F5-424A-AD12-DB8EC67E57F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E2FD084-965A-4D84-90BD-F8C091D6D5F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7697FD-CF9F-4ADE-9091-F408D99F6D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4A5D87A-65D5-4CFF-B438-9824D373599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F9DB0F-2D3B-4A51-A1C9-5AECDA4895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6C1EF62-2B66-4E25-A68F-E832589D539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689A68E-4B3E-4BD5-A288-AE409195B95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3282FB1-0EA2-4A13-8BDD-149DFF485CC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E42209-E535-4AF5-8A29-6073F0E96C4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45213862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BE9E4A82-F711-4B43-A23B-9BF39D92CE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E729E806-E01D-43E3-B196-EAC803958B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E806CD4B-54D6-4652-8DD9-DE94FE17583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AEA504-F186-4EA7-969E-B23C9E8063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6C6FF91A-6207-4DE0-AF5C-6BBDF457229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EC61A4F-7966-49D2-AAD6-15E6811240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2882F35-1FF2-4661-A794-F65E6C08E56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961A60-9701-4F8E-8987-A15364746F8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030584F-CB1E-4AFB-A8B2-CE75A84B515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3F41400-2F59-49DD-9AAC-C09978D0846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91952CF-5F63-4672-A46E-3F708415AE2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3166FF-2F2D-491B-98C7-9222D26ECC9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AA14340-2FBA-42FD-8066-2C3AB995906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739866-D124-4A0C-B106-118BC5D75D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6B23553-9BFB-4A76-8053-0D827DD3437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2D7C2875-ED5D-46B8-B33F-0AD9AA735C40}"/>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4A201FAA-07F4-4CF1-8A84-D4A809CB34AB}"/>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21231E2B-0F4B-4385-8997-791A230B5599}"/>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8FFB3CAE-7540-469E-9B74-52351F534619}"/>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C3A863D5-46BC-4DE4-89D0-36E68B66D04D}"/>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55661027-42EE-4332-A6F7-038F968B3CED}"/>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FBF706D-D7C5-4406-A863-06D425C0DD28}"/>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B11C9F5C-B67C-44C0-A752-A8BD493572ED}"/>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FF233E53-B8C3-48AC-B651-17F7E69E59B1}"/>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914E3ECA-5620-41AD-BAB9-52D5634754AE}"/>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F1B7E472-4F7E-4213-A173-1758DF6E32D1}"/>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CFC4669B-2DBA-4AEE-9D69-5E6329A109EB}"/>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2B48BBD3-2E41-4150-A601-23E0565FC2C1}"/>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99BBE88-E05A-4EAC-A2D2-F28839248B11}"/>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189B5DFE-F780-4F8D-948D-B25C2F77E0B0}"/>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A4F0F63-4FD3-4EBD-BDF0-402B898F6993}"/>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D1ABA3DF-FD40-44B8-9FFA-7328FC46C081}"/>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A9F74C9-897D-486D-AB40-44BDF67DCAE5}"/>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6DD6D470-12A5-4A19-87CF-1DEDFFB93DB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122018F-88A6-4032-B376-B7CE243496C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9152126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F074906-599B-4440-B48B-7F8A8870FE7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D00C6385-AD4E-437E-A06C-B17DCE04E0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1D27C726-D543-4D8B-878E-4EA779E61B8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0E0CB5-A710-4964-A989-0F65A25E19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B0A7269F-0709-446F-AD69-14E5A9D099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AF0953-7E7E-4F6A-A521-3E2D742470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7E6651-76FF-44B3-A1B1-7AF721EC47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248185-7E1F-4F5A-BD4D-139BA5FD735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F0C4683-0054-4E9B-B5A2-00511E08014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32F1F7-AA94-4B5B-92A4-730E7F7044B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93F2C1B-82FC-4AF6-8791-F8D41E08B9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AD8891-EEC3-4395-BDE2-34D01E2F95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F5C244-D011-4A05-A054-9D4C804A0D1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466C689-1AA3-4629-93C8-5DE83881FF2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A65D3AB-EA82-4424-A89E-F202F698792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FA22B791-BB6B-4FA7-90CD-1949062B6DD1}"/>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FBBED10F-DE8A-4E7F-ADBF-5348BEB30B4A}"/>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15CDB004-A954-4570-B10A-717F46A45D3D}"/>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595E65B-3E27-4F5C-BA4A-3A6A6373687D}"/>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510411E9-5C33-4500-A236-E2E83998D869}"/>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610CEDAD-419C-46EB-9FA0-070EA8BBEA90}"/>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0DC0427B-91A6-4CC4-B797-F00E00888383}"/>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9344A4FA-9131-4781-9662-EBD333691387}"/>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5B8D8F92-FF9D-403C-81A5-89DAF14E84D4}"/>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E801720C-6307-43F4-9EFE-FEC83C76D7AD}"/>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62F07138-3D41-459E-93AF-6549F297D6FA}"/>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C79A80C9-7AB5-494B-9A91-7AFDC4C0861B}"/>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69DDEB86-907C-4637-82C1-0AFE92791A8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473BD49-7A37-4CFC-9301-7B9454DC302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77098174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4EC50A4-F4A7-42D6-B521-8976089B795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A74904C8-6AEA-4B2C-92AE-26F53DC621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EBF40FD8-F042-4488-859F-6852597129E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E7F65D-EB3B-4928-9490-A332FD063A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BFD6829A-78F8-40DA-9F43-A99A305B375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7A8F87-5FF0-4983-A38D-627CFB973FC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BAA8310-5CDD-4238-B2F7-7FF6AA4BCE7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3A3DFB-D616-41AA-978D-8B48F8A3E6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B980379-66B6-40DB-8C57-20A71C8C42F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0C33768-66B0-43F1-9D43-64D2CE5E8E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CD16937-D698-4B14-8343-A38EE70BB5C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9206252-DC12-42B2-8EBB-20FEEEDAD6B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EE67F7F-AACB-47BC-B39F-2CC5767DC74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A3F42C0-A3EE-461B-968D-D0ABDCB8ACE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1D9F66-4395-42A7-96DE-CC551708FB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74576F32-4A83-46C7-AEC2-256E9CAEF6FD}"/>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C3FB3E21-B43C-4FAD-8501-6CB81D4358DB}"/>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15B5AE37-0F0C-4B10-A225-B68E5687E44E}"/>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B50904CD-F90E-4BDB-86FE-E70A441DEA63}"/>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3A01B566-6153-4BFE-A04D-776EAC794282}"/>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F8B08CE5-3521-417C-B524-4942867AE4FD}"/>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6FCCF34C-C75F-4B04-A3FC-739109FC6FC3}"/>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C3B81D1-EC4B-4A8B-9E59-0BFB799C158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24F8A66-BC16-446F-B5D2-C45C3AB0965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46377777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41F2BE2-C6DC-41DE-9AC4-3217E78BC3A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767DBDE7-BEAD-4D20-8A08-916E053043B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76B64485-AAD2-423D-885B-8429F105407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7CC4DD-3739-42D8-9F72-2FE3A9C7C88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EAB0F7FD-EEE6-448C-A2B8-9E95EEA2257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10256A-1333-40C1-A0DC-49A7EFC3DE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B787176-5366-4B59-9599-624E6A3F751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9A8F78C-5458-402A-9010-B2D72E0C371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8601E10-27A8-40AD-980F-5AB109337A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689095E-5D58-4C93-B295-BEC9B261004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26C69A6-073E-4843-AA0B-BEAC837974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F02E35-4C7C-4036-9CE7-777C8AB535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4DB5BB8-6EDB-484F-A55D-07F47816449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9F3C0F5-8DF2-44C6-959D-1B20730A2D6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F2B83C-368E-4E7C-AC9E-D5301FBFAF73}"/>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D74251CF-5851-4AB5-905D-1D1660EADCD2}"/>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4954F436-12EF-4762-AB80-6E9E488F9138}"/>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7C1FAD1-0984-4B90-9057-06F039B83F3F}"/>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7CB0A27B-8C21-4DBD-834E-E60EE4586326}"/>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F7348C87-DBA3-4630-9567-C1D181F331B1}"/>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16E5605-6952-4E77-A6A0-7506751B6972}"/>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436B8B91-2268-43C0-AAAB-1E557F5D87B0}"/>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FA12F18C-68EC-4D03-AA26-879133B6B08E}"/>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672D198-CA79-4631-AB45-EC23CF360B33}"/>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1B2A7855-62D3-4795-84B0-E37B88C0ECEA}"/>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325C9EC4-CB9B-42C7-A27D-3B50C44D2091}"/>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8FA5D75-FE6B-457E-B2F8-6F1701B1BDA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20AB004-D36D-4644-BC81-68A60A4F440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66494825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986A3467-5A46-49EE-9032-614034078F6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D6D29A1F-1A23-4CA3-AFFD-CDD74CFC26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A9D974CD-8994-4D9A-9823-31D30A6CCC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C2C2FC-4118-401C-9247-D66D778855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213BF089-9FB5-4748-BC8F-C3D8305233C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767281F-D7ED-4CC5-BED2-FE4E8BE66D5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5B3315-DAFF-480C-B88E-53122DF493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50CD92-60F0-46DD-AEC6-FE01CA0355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3B7319-8249-4CAF-B693-0D5F3B248D0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798E05-8CAC-497D-BFCC-11996C549D7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1EEB19D-2E84-462C-951A-CA8E7072483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F65B49-9F04-4BCB-811A-55402B5963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83E919B-3721-4F4A-97CC-2FA08287B16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8B5A50D-D6D3-4595-9CA3-8CDAFF142A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D20EF07-85AD-4828-989A-424A6D7AB797}"/>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8F9BA040-914A-465B-9506-D2536B55C19E}"/>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7581EADA-7DF6-4857-88DE-2D9F63CECE95}"/>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32B36AE4-7D4C-4441-9A30-A7364C72FC5A}"/>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985CD3-F176-4738-90EA-6BA1283F5046}"/>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8A6B3E0B-D193-44CE-8BF4-20D520EFD252}"/>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B8DD510D-42BC-45AA-8520-916EE0D33B1C}"/>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8AAA8F20-8AC4-4965-8795-2D11408D45B9}"/>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3800402-23A7-4AA0-9D44-2799E804309E}"/>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9AD374B8-90C1-4FAF-8E03-1ECCD9DB16F1}"/>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7E61C08E-C749-4A70-982F-6BAD049AD384}"/>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9F594CB0-D9A9-44F3-99C0-E48D7BE03B20}"/>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93E0C04-4CE4-4258-A4D2-E8A964F9B346}"/>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6CB3E9F2-7C75-4965-B7AB-5BFA27439E41}"/>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6B1541BF-58A9-4039-B365-0BDC06D5BACE}"/>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5586D6CE-CE33-43CF-846B-C3BF608AC375}"/>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0D6A04E-5407-49E8-AE43-EABFD503BB9B}"/>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65FAF9C6-681D-4BB2-9CA9-5CEDCECFE5CF}"/>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8ED61957-F1AD-423A-AB59-F45BEFE73666}"/>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55366C0A-00D7-4B02-B1A4-93386400D7C9}"/>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713F3B7-3EC1-4164-A467-2E596EE94B21}"/>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200398262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F5B1C58-5A57-4F34-86F4-81E287964585}"/>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EF622152-9856-4972-A584-2402897A1A04}"/>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C2192-01A4-4918-9A1A-E5FC07B5C9E9}"/>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9529FDC7-588A-4F27-84AF-7B77068F2E3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78A4D85-BA6F-4163-834C-52F14C81528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A65BA09B-23C1-40AD-8009-DADC330B25D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6570EC5-8BDF-487E-BF8F-3676A1B72A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1957121A-5325-4790-A77C-2DBCB106C1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2F2D95-3E2F-4FD6-80EC-14A73B1119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296F4C1C-2F08-4906-AC20-3CA0794FC18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00BC98-346F-45FA-A5D1-9DA54E93AB2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E1590EC2-F3E7-4F83-94D2-AD4263A6FB0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ADC37BF-1BB6-4AD2-9FCD-A7F45F92336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611642087"/>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E6E8CC-6ED9-48ED-AC4B-5D38D741272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B70CA4AA-7016-471F-A97F-6EC3C82A26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FA097B63-8554-4E3E-8BF4-ED5FF79D46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CEE359-2084-446D-BD5F-EE6B0494E03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478E7CEE-FBD5-464B-B74C-27EF585A1F5F}"/>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20B0528C-5597-4533-B2E2-AFD47C1A69A1}"/>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CEBD07A4-D1AC-4922-9235-1B76B7903254}"/>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56B1D8-A3DC-4413-9A5C-D2B5C6DF5A8F}"/>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EFC6BA7D-772E-46ED-9944-F4F67ABCCF83}"/>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74E627BC-CB0E-4E13-A766-283794174BBF}"/>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E096C59-4F9D-4B7D-89AE-53C6559E70D0}"/>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5472481A-B1E5-4F61-AC1E-3FD34293A50C}"/>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482EFC74-798D-490A-BAF7-3B2C5BF8C63F}"/>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0C0F225-3FF3-4FD5-8BEC-48E371D75A00}"/>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033138-E900-46A1-8BBF-984F8DFE0605}"/>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C02B2537-5B77-44D3-8C32-8BC662206465}"/>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AB4AEE8-1331-406F-A57F-F67A083FC1E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32FCFFE-AEF7-41D6-A520-AFEB42E409D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909680588"/>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A6B7A1F-6158-47DE-A549-1280C7A6E2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B99B57FE-658D-47D7-9AFF-D9BF45D0C57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D930AD40-B027-4B9A-A103-5CB0D34DB2C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40E680-8947-44DD-91AC-12A7CAF9569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B11B5C25-C0DB-49A6-809A-33F7CA07E577}"/>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DC5464DD-8749-479B-822A-2414BF9C6B29}"/>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3E6AFB20-F940-4DD5-8A65-BE4DBBE4AD9C}"/>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DFB48A-87D7-4769-8BEA-D7BBB795E387}"/>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92F89F22-7C2A-4BCA-AE67-4160B41CA93C}"/>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7B08FA6E-B877-49AF-8948-BF0767CDB08A}"/>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D846A6E-7FA4-4924-B99E-D7CDA820665E}"/>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855F111B-1F65-4ABA-A0F9-267FFA1030F0}"/>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AD450363-7207-4CA4-841E-B922AB09CD49}"/>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9EBE67-FE11-4B7F-81CF-466B3D6DB8E1}"/>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8A9195D4-FE70-4B37-A3AF-720FAB46E07E}"/>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659471724"/>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7278B29-8966-4BB4-997D-559BAEA01915}"/>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D0DF4404-B115-4D0A-AEAC-4E5A1440D5B8}"/>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91B59308-2A77-47ED-B7D5-6E3A6645E3EB}"/>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F8ECA5F-F818-4855-9B35-4C0773BB6A9D}"/>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73668025"/>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05CC492-C4E9-4414-9A65-EC6FAA3C500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3AF13138-E024-4370-8C9E-131B5271DE2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65EEA08E-E82F-43F8-B04A-8DD625F796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5BBAA2-B062-48B6-89DB-081A0BF4AA9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AA401C0D-C9E7-4210-89D6-5AA2F53642F7}"/>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6853808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2026-08-13T01:00:21.7890000Z</dcterms:created>
  <dcterms:modified xsi:type="dcterms:W3CDTF">2026-08-13T01:00:21.7890000Z</dcterms:modified>
</coreProperties>
</file>