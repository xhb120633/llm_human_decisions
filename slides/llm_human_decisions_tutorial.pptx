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7d74e99d8f447e6" /><Relationship Type="http://schemas.openxmlformats.org/officeDocument/2006/relationships/extended-properties" Target="/docProps/app.xml" Id="R273d20cca8e546f2" /><Relationship Type="http://schemas.openxmlformats.org/officeDocument/2006/relationships/officeDocument" Target="/ppt/presentation.xml" Id="Ref00fe7f63d84388" /></Relationships>
</file>

<file path=ppt/presentation.xml><?xml version="1.0" encoding="utf-8"?>
<p:presentation xmlns:p="http://schemas.openxmlformats.org/presentationml/2006/main">
  <p:sldMasterIdLst>
    <p:sldMasterId xmlns:r="http://schemas.openxmlformats.org/officeDocument/2006/relationships" id="2147483648" r:id="Rd98e6496072e4faf"/>
  </p:sldMasterIdLst>
  <p:notesMasterIdLst>
    <p:notesMasterId xmlns:r="http://schemas.openxmlformats.org/officeDocument/2006/relationships" r:id="R83d3d16289874c44"/>
  </p:notesMasterIdLst>
  <p:sldIdLst>
    <p:sldId xmlns:r="http://schemas.openxmlformats.org/officeDocument/2006/relationships" id="256" r:id="Rcb3e7c826e2841e0"/>
    <p:sldId xmlns:r="http://schemas.openxmlformats.org/officeDocument/2006/relationships" id="257" r:id="Rda57116171854e46"/>
    <p:sldId xmlns:r="http://schemas.openxmlformats.org/officeDocument/2006/relationships" id="258" r:id="R4ff359ace67940e1"/>
    <p:sldId xmlns:r="http://schemas.openxmlformats.org/officeDocument/2006/relationships" id="259" r:id="Rd2dce8eeea654f5e"/>
    <p:sldId xmlns:r="http://schemas.openxmlformats.org/officeDocument/2006/relationships" id="260" r:id="R51ac9caef53646a4"/>
    <p:sldId xmlns:r="http://schemas.openxmlformats.org/officeDocument/2006/relationships" id="261" r:id="R7e30bc32737f432d"/>
    <p:sldId xmlns:r="http://schemas.openxmlformats.org/officeDocument/2006/relationships" id="262" r:id="Raea13d0b3c7744ce"/>
    <p:sldId xmlns:r="http://schemas.openxmlformats.org/officeDocument/2006/relationships" id="263" r:id="Rc9894c6fbe854d10"/>
    <p:sldId xmlns:r="http://schemas.openxmlformats.org/officeDocument/2006/relationships" id="264" r:id="R0ae603bc151347e8"/>
    <p:sldId xmlns:r="http://schemas.openxmlformats.org/officeDocument/2006/relationships" id="265" r:id="Rb4d38e6aa78a4490"/>
    <p:sldId xmlns:r="http://schemas.openxmlformats.org/officeDocument/2006/relationships" id="266" r:id="R191d6ab93014427a"/>
    <p:sldId xmlns:r="http://schemas.openxmlformats.org/officeDocument/2006/relationships" id="267" r:id="Ref0219c3ced34879"/>
    <p:sldId xmlns:r="http://schemas.openxmlformats.org/officeDocument/2006/relationships" id="268" r:id="Rcda7e22b3fa7428c"/>
    <p:sldId xmlns:r="http://schemas.openxmlformats.org/officeDocument/2006/relationships" id="269" r:id="R52e30f3c05f246e9"/>
    <p:sldId xmlns:r="http://schemas.openxmlformats.org/officeDocument/2006/relationships" id="270" r:id="R2675d583e8bf4c6b"/>
    <p:sldId xmlns:r="http://schemas.openxmlformats.org/officeDocument/2006/relationships" id="271" r:id="R4500e99f89434773"/>
    <p:sldId xmlns:r="http://schemas.openxmlformats.org/officeDocument/2006/relationships" id="272" r:id="R5f593730dcad4caf"/>
    <p:sldId xmlns:r="http://schemas.openxmlformats.org/officeDocument/2006/relationships" id="273" r:id="Re7cf333ca2c34b80"/>
    <p:sldId xmlns:r="http://schemas.openxmlformats.org/officeDocument/2006/relationships" id="274" r:id="R0c9f8235a3ff40d7"/>
    <p:sldId xmlns:r="http://schemas.openxmlformats.org/officeDocument/2006/relationships" id="275" r:id="R2a7f57b74ec344a2"/>
    <p:sldId xmlns:r="http://schemas.openxmlformats.org/officeDocument/2006/relationships" id="276" r:id="R6c173b66345643b9"/>
    <p:sldId xmlns:r="http://schemas.openxmlformats.org/officeDocument/2006/relationships" id="277" r:id="Rb1128931635847e5"/>
    <p:sldId xmlns:r="http://schemas.openxmlformats.org/officeDocument/2006/relationships" id="278" r:id="R3aec6dc75b194712"/>
    <p:sldId xmlns:r="http://schemas.openxmlformats.org/officeDocument/2006/relationships" id="279" r:id="Raf9af29a35d24777"/>
    <p:sldId xmlns:r="http://schemas.openxmlformats.org/officeDocument/2006/relationships" id="280" r:id="R3a04f3d8c8ad42d9"/>
    <p:sldId xmlns:r="http://schemas.openxmlformats.org/officeDocument/2006/relationships" id="281" r:id="Rc69398c647a2441f"/>
    <p:sldId xmlns:r="http://schemas.openxmlformats.org/officeDocument/2006/relationships" id="282" r:id="R5f6f5dd227f042d6"/>
    <p:sldId xmlns:r="http://schemas.openxmlformats.org/officeDocument/2006/relationships" id="283" r:id="R4007efceff544acc"/>
    <p:sldId xmlns:r="http://schemas.openxmlformats.org/officeDocument/2006/relationships" id="284" r:id="R89247d6e8b744029"/>
    <p:sldId xmlns:r="http://schemas.openxmlformats.org/officeDocument/2006/relationships" id="285" r:id="R63feb9472bb64780"/>
    <p:sldId xmlns:r="http://schemas.openxmlformats.org/officeDocument/2006/relationships" id="286" r:id="R06d69524d2834287"/>
    <p:sldId xmlns:r="http://schemas.openxmlformats.org/officeDocument/2006/relationships" id="287" r:id="Rf410ca43647b4e33"/>
    <p:sldId xmlns:r="http://schemas.openxmlformats.org/officeDocument/2006/relationships" id="288" r:id="Rc62e2a8494904e13"/>
    <p:sldId xmlns:r="http://schemas.openxmlformats.org/officeDocument/2006/relationships" id="289" r:id="R9ef89954f2ee43e0"/>
    <p:sldId xmlns:r="http://schemas.openxmlformats.org/officeDocument/2006/relationships" id="290" r:id="Ra50b4d0f33cf41e6"/>
    <p:sldId xmlns:r="http://schemas.openxmlformats.org/officeDocument/2006/relationships" id="291" r:id="R7def24fb3671456d"/>
    <p:sldId xmlns:r="http://schemas.openxmlformats.org/officeDocument/2006/relationships" id="292" r:id="Re633509310744003"/>
    <p:sldId xmlns:r="http://schemas.openxmlformats.org/officeDocument/2006/relationships" id="293" r:id="R9c1fa98da13445fe"/>
    <p:sldId xmlns:r="http://schemas.openxmlformats.org/officeDocument/2006/relationships" id="294" r:id="R724dddfc4f004b44"/>
    <p:sldId xmlns:r="http://schemas.openxmlformats.org/officeDocument/2006/relationships" id="295" r:id="Rbb467eee142b40bc"/>
    <p:sldId xmlns:r="http://schemas.openxmlformats.org/officeDocument/2006/relationships" id="296" r:id="R4eab62f1da4b4ba7"/>
    <p:sldId xmlns:r="http://schemas.openxmlformats.org/officeDocument/2006/relationships" id="297" r:id="R47ef1476c3874b49"/>
    <p:sldId xmlns:r="http://schemas.openxmlformats.org/officeDocument/2006/relationships" id="298" r:id="R70039687d24b4634"/>
    <p:sldId xmlns:r="http://schemas.openxmlformats.org/officeDocument/2006/relationships" id="299" r:id="Rfe56357ef6434bca"/>
    <p:sldId xmlns:r="http://schemas.openxmlformats.org/officeDocument/2006/relationships" id="300" r:id="Rb9e95c6e4dd7450b"/>
    <p:sldId xmlns:r="http://schemas.openxmlformats.org/officeDocument/2006/relationships" id="301" r:id="R857336c36b4044b3"/>
    <p:sldId xmlns:r="http://schemas.openxmlformats.org/officeDocument/2006/relationships" id="302" r:id="Ra590acac3ea64529"/>
    <p:sldId xmlns:r="http://schemas.openxmlformats.org/officeDocument/2006/relationships" id="303" r:id="R484dff49aef849cd"/>
    <p:sldId xmlns:r="http://schemas.openxmlformats.org/officeDocument/2006/relationships" id="304" r:id="Rb7def77a28664899"/>
    <p:sldId xmlns:r="http://schemas.openxmlformats.org/officeDocument/2006/relationships" id="305" r:id="R38de92c080384409"/>
    <p:sldId xmlns:r="http://schemas.openxmlformats.org/officeDocument/2006/relationships" id="306" r:id="R37e4f594251c4d75"/>
    <p:sldId xmlns:r="http://schemas.openxmlformats.org/officeDocument/2006/relationships" id="307" r:id="Re023a24f17274339"/>
    <p:sldId xmlns:r="http://schemas.openxmlformats.org/officeDocument/2006/relationships" id="308" r:id="Rbc69781148df49dc"/>
    <p:sldId xmlns:r="http://schemas.openxmlformats.org/officeDocument/2006/relationships" id="309" r:id="Rb5a7ecdc261748a1"/>
    <p:sldId xmlns:r="http://schemas.openxmlformats.org/officeDocument/2006/relationships" id="310" r:id="R6c927f6e8e5d43a1"/>
    <p:sldId xmlns:r="http://schemas.openxmlformats.org/officeDocument/2006/relationships" id="311" r:id="Rb6ee84951b954e44"/>
    <p:sldId xmlns:r="http://schemas.openxmlformats.org/officeDocument/2006/relationships" id="312" r:id="R78e2bdc8cf604c68"/>
    <p:sldId xmlns:r="http://schemas.openxmlformats.org/officeDocument/2006/relationships" id="313" r:id="Rfc74beaefffb4a34"/>
    <p:sldId xmlns:r="http://schemas.openxmlformats.org/officeDocument/2006/relationships" id="314" r:id="R2ee43fa247db426d"/>
    <p:sldId xmlns:r="http://schemas.openxmlformats.org/officeDocument/2006/relationships" id="315" r:id="R075ddb26502c49ee"/>
    <p:sldId xmlns:r="http://schemas.openxmlformats.org/officeDocument/2006/relationships" id="316" r:id="Rf4b74f1e0c974992"/>
    <p:sldId xmlns:r="http://schemas.openxmlformats.org/officeDocument/2006/relationships" id="317" r:id="Rb8fc91fbdecf4114"/>
    <p:sldId xmlns:r="http://schemas.openxmlformats.org/officeDocument/2006/relationships" id="318" r:id="R73631017c4714813"/>
    <p:sldId xmlns:r="http://schemas.openxmlformats.org/officeDocument/2006/relationships" id="319" r:id="Ree00bf2c5e544bc0"/>
    <p:sldId xmlns:r="http://schemas.openxmlformats.org/officeDocument/2006/relationships" id="320" r:id="R55e4cf46ead0478c"/>
    <p:sldId xmlns:r="http://schemas.openxmlformats.org/officeDocument/2006/relationships" id="321" r:id="R7439003795174324"/>
    <p:sldId xmlns:r="http://schemas.openxmlformats.org/officeDocument/2006/relationships" id="322" r:id="R8f24425193914d09"/>
    <p:sldId xmlns:r="http://schemas.openxmlformats.org/officeDocument/2006/relationships" id="323" r:id="R5a599a1a27534fc7"/>
    <p:sldId xmlns:r="http://schemas.openxmlformats.org/officeDocument/2006/relationships" id="324" r:id="Ra5b85dcb37ec47a3"/>
    <p:sldId xmlns:r="http://schemas.openxmlformats.org/officeDocument/2006/relationships" id="325" r:id="R4374a88a65b7496e"/>
    <p:sldId xmlns:r="http://schemas.openxmlformats.org/officeDocument/2006/relationships" id="326" r:id="R5f9433ce7a124a63"/>
    <p:sldId xmlns:r="http://schemas.openxmlformats.org/officeDocument/2006/relationships" id="327" r:id="R6cb5747a9d0a45c0"/>
    <p:sldId xmlns:r="http://schemas.openxmlformats.org/officeDocument/2006/relationships" id="328" r:id="Ra444c40399524e1f"/>
    <p:sldId xmlns:r="http://schemas.openxmlformats.org/officeDocument/2006/relationships" id="329" r:id="R728d12dfc1534ba9"/>
    <p:sldId xmlns:r="http://schemas.openxmlformats.org/officeDocument/2006/relationships" id="330" r:id="Rd4c88c2995234c3e"/>
    <p:sldId xmlns:r="http://schemas.openxmlformats.org/officeDocument/2006/relationships" id="331" r:id="R9b7703ef99eb463c"/>
    <p:sldId xmlns:r="http://schemas.openxmlformats.org/officeDocument/2006/relationships" id="332" r:id="R6eba019a9b5f4477"/>
    <p:sldId xmlns:r="http://schemas.openxmlformats.org/officeDocument/2006/relationships" id="333" r:id="R03e2446a29224ec1"/>
    <p:sldId xmlns:r="http://schemas.openxmlformats.org/officeDocument/2006/relationships" id="334" r:id="Rf7bc628ffce54bfc"/>
    <p:sldId xmlns:r="http://schemas.openxmlformats.org/officeDocument/2006/relationships" id="335" r:id="R0723c5b29e984ed3"/>
    <p:sldId xmlns:r="http://schemas.openxmlformats.org/officeDocument/2006/relationships" id="336" r:id="R81d6226e2db341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6eca08fa374c92" /><Relationship Type="http://schemas.openxmlformats.org/officeDocument/2006/relationships/slideMaster" Target="/ppt/slideMasters/slideMaster1.xml" Id="Rd98e6496072e4faf" /><Relationship Type="http://schemas.openxmlformats.org/officeDocument/2006/relationships/notesMaster" Target="/ppt/notesMasters/notesMaster1.xml" Id="R83d3d16289874c44" /><Relationship Type="http://schemas.openxmlformats.org/officeDocument/2006/relationships/presProps" Target="/ppt/presProps.xml" Id="Rc1a9d50aac144616" /><Relationship Type="http://schemas.openxmlformats.org/officeDocument/2006/relationships/tableStyles" Target="/ppt/tableStyles.xml" Id="R7583d99aa1de4917" /><Relationship Type="http://schemas.openxmlformats.org/officeDocument/2006/relationships/slide" Target="/ppt/slides/slide1.xml" Id="Rcb3e7c826e2841e0" /><Relationship Type="http://schemas.openxmlformats.org/officeDocument/2006/relationships/slide" Target="/ppt/slides/slide2.xml" Id="Rda57116171854e46" /><Relationship Type="http://schemas.openxmlformats.org/officeDocument/2006/relationships/slide" Target="/ppt/slides/slide3.xml" Id="R4ff359ace67940e1" /><Relationship Type="http://schemas.openxmlformats.org/officeDocument/2006/relationships/slide" Target="/ppt/slides/slide4.xml" Id="Rd2dce8eeea654f5e" /><Relationship Type="http://schemas.openxmlformats.org/officeDocument/2006/relationships/slide" Target="/ppt/slides/slide5.xml" Id="R51ac9caef53646a4" /><Relationship Type="http://schemas.openxmlformats.org/officeDocument/2006/relationships/slide" Target="/ppt/slides/slide6.xml" Id="R7e30bc32737f432d" /><Relationship Type="http://schemas.openxmlformats.org/officeDocument/2006/relationships/slide" Target="/ppt/slides/slide7.xml" Id="Raea13d0b3c7744ce" /><Relationship Type="http://schemas.openxmlformats.org/officeDocument/2006/relationships/slide" Target="/ppt/slides/slide8.xml" Id="Rc9894c6fbe854d10" /><Relationship Type="http://schemas.openxmlformats.org/officeDocument/2006/relationships/slide" Target="/ppt/slides/slide9.xml" Id="R0ae603bc151347e8" /><Relationship Type="http://schemas.openxmlformats.org/officeDocument/2006/relationships/slide" Target="/ppt/slides/slide10.xml" Id="Rb4d38e6aa78a4490" /><Relationship Type="http://schemas.openxmlformats.org/officeDocument/2006/relationships/slide" Target="/ppt/slides/slide11.xml" Id="R191d6ab93014427a" /><Relationship Type="http://schemas.openxmlformats.org/officeDocument/2006/relationships/slide" Target="/ppt/slides/slide12.xml" Id="Ref0219c3ced34879" /><Relationship Type="http://schemas.openxmlformats.org/officeDocument/2006/relationships/slide" Target="/ppt/slides/slide13.xml" Id="Rcda7e22b3fa7428c" /><Relationship Type="http://schemas.openxmlformats.org/officeDocument/2006/relationships/slide" Target="/ppt/slides/slide14.xml" Id="R52e30f3c05f246e9" /><Relationship Type="http://schemas.openxmlformats.org/officeDocument/2006/relationships/slide" Target="/ppt/slides/slide15.xml" Id="R2675d583e8bf4c6b" /><Relationship Type="http://schemas.openxmlformats.org/officeDocument/2006/relationships/slide" Target="/ppt/slides/slide16.xml" Id="R4500e99f89434773" /><Relationship Type="http://schemas.openxmlformats.org/officeDocument/2006/relationships/slide" Target="/ppt/slides/slide17.xml" Id="R5f593730dcad4caf" /><Relationship Type="http://schemas.openxmlformats.org/officeDocument/2006/relationships/slide" Target="/ppt/slides/slide18.xml" Id="Re7cf333ca2c34b80" /><Relationship Type="http://schemas.openxmlformats.org/officeDocument/2006/relationships/slide" Target="/ppt/slides/slide19.xml" Id="R0c9f8235a3ff40d7" /><Relationship Type="http://schemas.openxmlformats.org/officeDocument/2006/relationships/slide" Target="/ppt/slides/slide20.xml" Id="R2a7f57b74ec344a2" /><Relationship Type="http://schemas.openxmlformats.org/officeDocument/2006/relationships/slide" Target="/ppt/slides/slide21.xml" Id="R6c173b66345643b9" /><Relationship Type="http://schemas.openxmlformats.org/officeDocument/2006/relationships/slide" Target="/ppt/slides/slide22.xml" Id="Rb1128931635847e5" /><Relationship Type="http://schemas.openxmlformats.org/officeDocument/2006/relationships/slide" Target="/ppt/slides/slide23.xml" Id="R3aec6dc75b194712" /><Relationship Type="http://schemas.openxmlformats.org/officeDocument/2006/relationships/slide" Target="/ppt/slides/slide24.xml" Id="Raf9af29a35d24777" /><Relationship Type="http://schemas.openxmlformats.org/officeDocument/2006/relationships/slide" Target="/ppt/slides/slide25.xml" Id="R3a04f3d8c8ad42d9" /><Relationship Type="http://schemas.openxmlformats.org/officeDocument/2006/relationships/slide" Target="/ppt/slides/slide26.xml" Id="Rc69398c647a2441f" /><Relationship Type="http://schemas.openxmlformats.org/officeDocument/2006/relationships/slide" Target="/ppt/slides/slide27.xml" Id="R5f6f5dd227f042d6" /><Relationship Type="http://schemas.openxmlformats.org/officeDocument/2006/relationships/slide" Target="/ppt/slides/slide28.xml" Id="R4007efceff544acc" /><Relationship Type="http://schemas.openxmlformats.org/officeDocument/2006/relationships/slide" Target="/ppt/slides/slide29.xml" Id="R89247d6e8b744029" /><Relationship Type="http://schemas.openxmlformats.org/officeDocument/2006/relationships/slide" Target="/ppt/slides/slide30.xml" Id="R63feb9472bb64780" /><Relationship Type="http://schemas.openxmlformats.org/officeDocument/2006/relationships/slide" Target="/ppt/slides/slide31.xml" Id="R06d69524d2834287" /><Relationship Type="http://schemas.openxmlformats.org/officeDocument/2006/relationships/slide" Target="/ppt/slides/slide32.xml" Id="Rf410ca43647b4e33" /><Relationship Type="http://schemas.openxmlformats.org/officeDocument/2006/relationships/slide" Target="/ppt/slides/slide33.xml" Id="Rc62e2a8494904e13" /><Relationship Type="http://schemas.openxmlformats.org/officeDocument/2006/relationships/slide" Target="/ppt/slides/slide34.xml" Id="R9ef89954f2ee43e0" /><Relationship Type="http://schemas.openxmlformats.org/officeDocument/2006/relationships/slide" Target="/ppt/slides/slide35.xml" Id="Ra50b4d0f33cf41e6" /><Relationship Type="http://schemas.openxmlformats.org/officeDocument/2006/relationships/slide" Target="/ppt/slides/slide36.xml" Id="R7def24fb3671456d" /><Relationship Type="http://schemas.openxmlformats.org/officeDocument/2006/relationships/slide" Target="/ppt/slides/slide37.xml" Id="Re633509310744003" /><Relationship Type="http://schemas.openxmlformats.org/officeDocument/2006/relationships/slide" Target="/ppt/slides/slide38.xml" Id="R9c1fa98da13445fe" /><Relationship Type="http://schemas.openxmlformats.org/officeDocument/2006/relationships/slide" Target="/ppt/slides/slide39.xml" Id="R724dddfc4f004b44" /><Relationship Type="http://schemas.openxmlformats.org/officeDocument/2006/relationships/slide" Target="/ppt/slides/slide40.xml" Id="Rbb467eee142b40bc" /><Relationship Type="http://schemas.openxmlformats.org/officeDocument/2006/relationships/slide" Target="/ppt/slides/slide41.xml" Id="R4eab62f1da4b4ba7" /><Relationship Type="http://schemas.openxmlformats.org/officeDocument/2006/relationships/slide" Target="/ppt/slides/slide42.xml" Id="R47ef1476c3874b49" /><Relationship Type="http://schemas.openxmlformats.org/officeDocument/2006/relationships/slide" Target="/ppt/slides/slide43.xml" Id="R70039687d24b4634" /><Relationship Type="http://schemas.openxmlformats.org/officeDocument/2006/relationships/slide" Target="/ppt/slides/slide44.xml" Id="Rfe56357ef6434bca" /><Relationship Type="http://schemas.openxmlformats.org/officeDocument/2006/relationships/slide" Target="/ppt/slides/slide45.xml" Id="Rb9e95c6e4dd7450b" /><Relationship Type="http://schemas.openxmlformats.org/officeDocument/2006/relationships/slide" Target="/ppt/slides/slide46.xml" Id="R857336c36b4044b3" /><Relationship Type="http://schemas.openxmlformats.org/officeDocument/2006/relationships/slide" Target="/ppt/slides/slide47.xml" Id="Ra590acac3ea64529" /><Relationship Type="http://schemas.openxmlformats.org/officeDocument/2006/relationships/slide" Target="/ppt/slides/slide48.xml" Id="R484dff49aef849cd" /><Relationship Type="http://schemas.openxmlformats.org/officeDocument/2006/relationships/slide" Target="/ppt/slides/slide49.xml" Id="Rb7def77a28664899" /><Relationship Type="http://schemas.openxmlformats.org/officeDocument/2006/relationships/slide" Target="/ppt/slides/slide50.xml" Id="R38de92c080384409" /><Relationship Type="http://schemas.openxmlformats.org/officeDocument/2006/relationships/slide" Target="/ppt/slides/slide51.xml" Id="R37e4f594251c4d75" /><Relationship Type="http://schemas.openxmlformats.org/officeDocument/2006/relationships/slide" Target="/ppt/slides/slide52.xml" Id="Re023a24f17274339" /><Relationship Type="http://schemas.openxmlformats.org/officeDocument/2006/relationships/slide" Target="/ppt/slides/slide53.xml" Id="Rbc69781148df49dc" /><Relationship Type="http://schemas.openxmlformats.org/officeDocument/2006/relationships/slide" Target="/ppt/slides/slide54.xml" Id="Rb5a7ecdc261748a1" /><Relationship Type="http://schemas.openxmlformats.org/officeDocument/2006/relationships/slide" Target="/ppt/slides/slide55.xml" Id="R6c927f6e8e5d43a1" /><Relationship Type="http://schemas.openxmlformats.org/officeDocument/2006/relationships/slide" Target="/ppt/slides/slide56.xml" Id="Rb6ee84951b954e44" /><Relationship Type="http://schemas.openxmlformats.org/officeDocument/2006/relationships/slide" Target="/ppt/slides/slide57.xml" Id="R78e2bdc8cf604c68" /><Relationship Type="http://schemas.openxmlformats.org/officeDocument/2006/relationships/slide" Target="/ppt/slides/slide58.xml" Id="Rfc74beaefffb4a34" /><Relationship Type="http://schemas.openxmlformats.org/officeDocument/2006/relationships/slide" Target="/ppt/slides/slide59.xml" Id="R2ee43fa247db426d" /><Relationship Type="http://schemas.openxmlformats.org/officeDocument/2006/relationships/slide" Target="/ppt/slides/slide60.xml" Id="R075ddb26502c49ee" /><Relationship Type="http://schemas.openxmlformats.org/officeDocument/2006/relationships/slide" Target="/ppt/slides/slide61.xml" Id="Rf4b74f1e0c974992" /><Relationship Type="http://schemas.openxmlformats.org/officeDocument/2006/relationships/slide" Target="/ppt/slides/slide62.xml" Id="Rb8fc91fbdecf4114" /><Relationship Type="http://schemas.openxmlformats.org/officeDocument/2006/relationships/slide" Target="/ppt/slides/slide63.xml" Id="R73631017c4714813" /><Relationship Type="http://schemas.openxmlformats.org/officeDocument/2006/relationships/slide" Target="/ppt/slides/slide64.xml" Id="Ree00bf2c5e544bc0" /><Relationship Type="http://schemas.openxmlformats.org/officeDocument/2006/relationships/slide" Target="/ppt/slides/slide65.xml" Id="R55e4cf46ead0478c" /><Relationship Type="http://schemas.openxmlformats.org/officeDocument/2006/relationships/slide" Target="/ppt/slides/slide66.xml" Id="R7439003795174324" /><Relationship Type="http://schemas.openxmlformats.org/officeDocument/2006/relationships/slide" Target="/ppt/slides/slide67.xml" Id="R8f24425193914d09" /><Relationship Type="http://schemas.openxmlformats.org/officeDocument/2006/relationships/slide" Target="/ppt/slides/slide68.xml" Id="R5a599a1a27534fc7" /><Relationship Type="http://schemas.openxmlformats.org/officeDocument/2006/relationships/slide" Target="/ppt/slides/slide69.xml" Id="Ra5b85dcb37ec47a3" /><Relationship Type="http://schemas.openxmlformats.org/officeDocument/2006/relationships/slide" Target="/ppt/slides/slide70.xml" Id="R4374a88a65b7496e" /><Relationship Type="http://schemas.openxmlformats.org/officeDocument/2006/relationships/slide" Target="/ppt/slides/slide71.xml" Id="R5f9433ce7a124a63" /><Relationship Type="http://schemas.openxmlformats.org/officeDocument/2006/relationships/slide" Target="/ppt/slides/slide72.xml" Id="R6cb5747a9d0a45c0" /><Relationship Type="http://schemas.openxmlformats.org/officeDocument/2006/relationships/slide" Target="/ppt/slides/slide73.xml" Id="Ra444c40399524e1f" /><Relationship Type="http://schemas.openxmlformats.org/officeDocument/2006/relationships/slide" Target="/ppt/slides/slide74.xml" Id="R728d12dfc1534ba9" /><Relationship Type="http://schemas.openxmlformats.org/officeDocument/2006/relationships/slide" Target="/ppt/slides/slide75.xml" Id="Rd4c88c2995234c3e" /><Relationship Type="http://schemas.openxmlformats.org/officeDocument/2006/relationships/slide" Target="/ppt/slides/slide76.xml" Id="R9b7703ef99eb463c" /><Relationship Type="http://schemas.openxmlformats.org/officeDocument/2006/relationships/slide" Target="/ppt/slides/slide77.xml" Id="R6eba019a9b5f4477" /><Relationship Type="http://schemas.openxmlformats.org/officeDocument/2006/relationships/slide" Target="/ppt/slides/slide78.xml" Id="R03e2446a29224ec1" /><Relationship Type="http://schemas.openxmlformats.org/officeDocument/2006/relationships/slide" Target="/ppt/slides/slide79.xml" Id="Rf7bc628ffce54bfc" /><Relationship Type="http://schemas.openxmlformats.org/officeDocument/2006/relationships/slide" Target="/ppt/slides/slide80.xml" Id="R0723c5b29e984ed3" /><Relationship Type="http://schemas.openxmlformats.org/officeDocument/2006/relationships/slide" Target="/ppt/slides/slide81.xml" Id="R81d6226e2db341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c2c68281f1347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fa2ea537e8d4ada" /><Relationship Type="http://schemas.openxmlformats.org/officeDocument/2006/relationships/notesMaster" Target="/ppt/notesMasters/notesMaster1.xml" Id="R531a47bd5707493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995ae78d6b4c97" /><Relationship Type="http://schemas.openxmlformats.org/officeDocument/2006/relationships/notesMaster" Target="/ppt/notesMasters/notesMaster1.xml" Id="R8b3ae9f4dae340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b0f16e5211b4d0a" /><Relationship Type="http://schemas.openxmlformats.org/officeDocument/2006/relationships/notesMaster" Target="/ppt/notesMasters/notesMaster1.xml" Id="Rbd989ea3829f4d1a" /></Relationships>
</file>

<file path=ppt/notesSlides/_rels/notesSlide4.xml.rels>&#65279;<?xml version="1.0" encoding="utf-8"?><Relationships xmlns="http://schemas.openxmlformats.org/package/2006/relationships"><Relationship Type="http://schemas.openxmlformats.org/officeDocument/2006/relationships/slide" Target="/ppt/slides/slide4.xml" Id="Rf11663f2649a4562" /><Relationship Type="http://schemas.openxmlformats.org/officeDocument/2006/relationships/notesMaster" Target="/ppt/notesMasters/notesMaster1.xml" Id="R40ed34ffacf04d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90b6b51013bd4e1b" /><Relationship Type="http://schemas.openxmlformats.org/officeDocument/2006/relationships/notesMaster" Target="/ppt/notesMasters/notesMaster1.xml" Id="Rf73b7ad4cf164482" /></Relationships>
</file>

<file path=ppt/notesSlides/_rels/notesSlide6.xml.rels>&#65279;<?xml version="1.0" encoding="utf-8"?><Relationships xmlns="http://schemas.openxmlformats.org/package/2006/relationships"><Relationship Type="http://schemas.openxmlformats.org/officeDocument/2006/relationships/slide" Target="/ppt/slides/slide6.xml" Id="R01fa01adc2b944cd" /><Relationship Type="http://schemas.openxmlformats.org/officeDocument/2006/relationships/notesMaster" Target="/ppt/notesMasters/notesMaster1.xml" Id="R7d849f5b04804e0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1c230e396be4e7a" /><Relationship Type="http://schemas.openxmlformats.org/officeDocument/2006/relationships/notesMaster" Target="/ppt/notesMasters/notesMaster1.xml" Id="R13615f50ddef4f3f" /></Relationships>
</file>

<file path=ppt/notesSlides/_rels/notesSlide8.xml.rels>&#65279;<?xml version="1.0" encoding="utf-8"?><Relationships xmlns="http://schemas.openxmlformats.org/package/2006/relationships"><Relationship Type="http://schemas.openxmlformats.org/officeDocument/2006/relationships/slide" Target="/ppt/slides/slide8.xml" Id="R965c8d0c5ab346b1" /><Relationship Type="http://schemas.openxmlformats.org/officeDocument/2006/relationships/notesMaster" Target="/ppt/notesMasters/notesMaster1.xml" Id="R62d201ad672440b8" /></Relationships>
</file>

<file path=ppt/notesSlides/_rels/notesSlide9.xml.rels>&#65279;<?xml version="1.0" encoding="utf-8"?><Relationships xmlns="http://schemas.openxmlformats.org/package/2006/relationships"><Relationship Type="http://schemas.openxmlformats.org/officeDocument/2006/relationships/slide" Target="/ppt/slides/slide9.xml" Id="Rbfcb7e621f0c47ca" /><Relationship Type="http://schemas.openxmlformats.org/officeDocument/2006/relationships/notesMaster" Target="/ppt/notesMasters/notesMaster1.xml" Id="R29eb3ca7bcfb483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3e070a12fd64f93" /><Relationship Type="http://schemas.openxmlformats.org/officeDocument/2006/relationships/notesMaster" Target="/ppt/notesMasters/notesMaster1.xml" Id="R57c0e749665946f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02d696cc29541d7" /><Relationship Type="http://schemas.openxmlformats.org/officeDocument/2006/relationships/notesMaster" Target="/ppt/notesMasters/notesMaster1.xml" Id="R0361cdddd6f648b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83d72dd825c4f39" /><Relationship Type="http://schemas.openxmlformats.org/officeDocument/2006/relationships/notesMaster" Target="/ppt/notesMasters/notesMaster1.xml" Id="R7e073c844a6442d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a959bce894e4f62" /><Relationship Type="http://schemas.openxmlformats.org/officeDocument/2006/relationships/notesMaster" Target="/ppt/notesMasters/notesMaster1.xml" Id="R42780d99ad9f460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3f4da52808b4e48" /><Relationship Type="http://schemas.openxmlformats.org/officeDocument/2006/relationships/notesMaster" Target="/ppt/notesMasters/notesMaster1.xml" Id="R6bb896be123c490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a09ea03d26c48a4" /><Relationship Type="http://schemas.openxmlformats.org/officeDocument/2006/relationships/notesMaster" Target="/ppt/notesMasters/notesMaster1.xml" Id="R4cc7e32863334f7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de1164b1b5c44b6" /><Relationship Type="http://schemas.openxmlformats.org/officeDocument/2006/relationships/notesMaster" Target="/ppt/notesMasters/notesMaster1.xml" Id="Reff8db1278f24be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4fad9c20ed947ed" /><Relationship Type="http://schemas.openxmlformats.org/officeDocument/2006/relationships/notesMaster" Target="/ppt/notesMasters/notesMaster1.xml" Id="R853d29d3417e4cc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12378c33f3f42d4" /><Relationship Type="http://schemas.openxmlformats.org/officeDocument/2006/relationships/notesMaster" Target="/ppt/notesMasters/notesMaster1.xml" Id="Rd6459b69971345e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5afc42c1f0746a8" /><Relationship Type="http://schemas.openxmlformats.org/officeDocument/2006/relationships/notesMaster" Target="/ppt/notesMasters/notesMaster1.xml" Id="R85f59fb19b694dd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c560741422c4088" /><Relationship Type="http://schemas.openxmlformats.org/officeDocument/2006/relationships/notesMaster" Target="/ppt/notesMasters/notesMaster1.xml" Id="R1512048808ef453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7f67983d1c0464f" /><Relationship Type="http://schemas.openxmlformats.org/officeDocument/2006/relationships/notesMaster" Target="/ppt/notesMasters/notesMaster1.xml" Id="R25c173915589418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cac42189bff4d1a" /><Relationship Type="http://schemas.openxmlformats.org/officeDocument/2006/relationships/notesMaster" Target="/ppt/notesMasters/notesMaster1.xml" Id="Rfbd423c9b9a64eb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3cc75e9a7cb47a5" /><Relationship Type="http://schemas.openxmlformats.org/officeDocument/2006/relationships/notesMaster" Target="/ppt/notesMasters/notesMaster1.xml" Id="Re0a93a89d0264a7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e9eba72fea542d5" /><Relationship Type="http://schemas.openxmlformats.org/officeDocument/2006/relationships/notesMaster" Target="/ppt/notesMasters/notesMaster1.xml" Id="R99d6853d5937491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58cfd928b2d443d" /><Relationship Type="http://schemas.openxmlformats.org/officeDocument/2006/relationships/notesMaster" Target="/ppt/notesMasters/notesMaster1.xml" Id="R9acb9f151c624af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46bd2e6329a4e85" /><Relationship Type="http://schemas.openxmlformats.org/officeDocument/2006/relationships/notesMaster" Target="/ppt/notesMasters/notesMaster1.xml" Id="R0feddc11b4b049e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7e1b063c7e341e2" /><Relationship Type="http://schemas.openxmlformats.org/officeDocument/2006/relationships/notesMaster" Target="/ppt/notesMasters/notesMaster1.xml" Id="Rcdec5233f503456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dac1787a21d492f" /><Relationship Type="http://schemas.openxmlformats.org/officeDocument/2006/relationships/notesMaster" Target="/ppt/notesMasters/notesMaster1.xml" Id="R73b0396bdc1648d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771227dfeaf4a0b" /><Relationship Type="http://schemas.openxmlformats.org/officeDocument/2006/relationships/notesMaster" Target="/ppt/notesMasters/notesMaster1.xml" Id="Rd24cbd639dd944b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dee6a2baa5340dc" /><Relationship Type="http://schemas.openxmlformats.org/officeDocument/2006/relationships/notesMaster" Target="/ppt/notesMasters/notesMaster1.xml" Id="R57e0285cb4cb4fd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8a99b908a0f443f" /><Relationship Type="http://schemas.openxmlformats.org/officeDocument/2006/relationships/notesMaster" Target="/ppt/notesMasters/notesMaster1.xml" Id="R96a0eccdda2e42e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c7101d6f55d441d" /><Relationship Type="http://schemas.openxmlformats.org/officeDocument/2006/relationships/notesMaster" Target="/ppt/notesMasters/notesMaster1.xml" Id="R4b9ddefe9fef478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89bc8b651f948dd" /><Relationship Type="http://schemas.openxmlformats.org/officeDocument/2006/relationships/notesMaster" Target="/ppt/notesMasters/notesMaster1.xml" Id="Rd0eb3913199644d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198cc5eca194ee2" /><Relationship Type="http://schemas.openxmlformats.org/officeDocument/2006/relationships/notesMaster" Target="/ppt/notesMasters/notesMaster1.xml" Id="Rc0acd15573144b9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9e52a4b54154412" /><Relationship Type="http://schemas.openxmlformats.org/officeDocument/2006/relationships/notesMaster" Target="/ppt/notesMasters/notesMaster1.xml" Id="Re7558aab620940e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963d5f6741543a5" /><Relationship Type="http://schemas.openxmlformats.org/officeDocument/2006/relationships/notesMaster" Target="/ppt/notesMasters/notesMaster1.xml" Id="Rf223f6d5f57c47d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01d74a0ad5247f8" /><Relationship Type="http://schemas.openxmlformats.org/officeDocument/2006/relationships/notesMaster" Target="/ppt/notesMasters/notesMaster1.xml" Id="R42d4bedb980343c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039dc4e3a4e48ea" /><Relationship Type="http://schemas.openxmlformats.org/officeDocument/2006/relationships/notesMaster" Target="/ppt/notesMasters/notesMaster1.xml" Id="R57baf7d01012475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8d43dc718514e59" /><Relationship Type="http://schemas.openxmlformats.org/officeDocument/2006/relationships/notesMaster" Target="/ppt/notesMasters/notesMaster1.xml" Id="Ree245a614357425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bc9913a59064422" /><Relationship Type="http://schemas.openxmlformats.org/officeDocument/2006/relationships/notesMaster" Target="/ppt/notesMasters/notesMaster1.xml" Id="R673f9e62f7f3436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f201fe92cd24c5a" /><Relationship Type="http://schemas.openxmlformats.org/officeDocument/2006/relationships/notesMaster" Target="/ppt/notesMasters/notesMaster1.xml" Id="R3a74f542b6b24e2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57512d8376b4f0d" /><Relationship Type="http://schemas.openxmlformats.org/officeDocument/2006/relationships/notesMaster" Target="/ppt/notesMasters/notesMaster1.xml" Id="R95c3a0bf100c4cb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2a151aad6454b35" /><Relationship Type="http://schemas.openxmlformats.org/officeDocument/2006/relationships/notesMaster" Target="/ppt/notesMasters/notesMaster1.xml" Id="Rdbaadd426d074d8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6c06ff79514486a" /><Relationship Type="http://schemas.openxmlformats.org/officeDocument/2006/relationships/notesMaster" Target="/ppt/notesMasters/notesMaster1.xml" Id="R7aeed84fd5be437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58495c1cd154936" /><Relationship Type="http://schemas.openxmlformats.org/officeDocument/2006/relationships/notesMaster" Target="/ppt/notesMasters/notesMaster1.xml" Id="Rcbc9bfb623804e6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a559d1df58543ff" /><Relationship Type="http://schemas.openxmlformats.org/officeDocument/2006/relationships/notesMaster" Target="/ppt/notesMasters/notesMaster1.xml" Id="R3e885786f0064a4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454037af7e844c6" /><Relationship Type="http://schemas.openxmlformats.org/officeDocument/2006/relationships/notesMaster" Target="/ppt/notesMasters/notesMaster1.xml" Id="R388684d8fa914df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baf348fce794a5d" /><Relationship Type="http://schemas.openxmlformats.org/officeDocument/2006/relationships/notesMaster" Target="/ppt/notesMasters/notesMaster1.xml" Id="R199081e12277428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e5dce051e034edf" /><Relationship Type="http://schemas.openxmlformats.org/officeDocument/2006/relationships/notesMaster" Target="/ppt/notesMasters/notesMaster1.xml" Id="Rd148681f7134470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201088db07c4a75" /><Relationship Type="http://schemas.openxmlformats.org/officeDocument/2006/relationships/notesMaster" Target="/ppt/notesMasters/notesMaster1.xml" Id="R9edc617995674d2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9b985480e60453c" /><Relationship Type="http://schemas.openxmlformats.org/officeDocument/2006/relationships/notesMaster" Target="/ppt/notesMasters/notesMaster1.xml" Id="Re0dad9b4c478469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51455f64496439f" /><Relationship Type="http://schemas.openxmlformats.org/officeDocument/2006/relationships/notesMaster" Target="/ppt/notesMasters/notesMaster1.xml" Id="R90f0aa8020394b4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3adb5cd46fd4355" /><Relationship Type="http://schemas.openxmlformats.org/officeDocument/2006/relationships/notesMaster" Target="/ppt/notesMasters/notesMaster1.xml" Id="Rcb509afb218144b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79b7823ab504153" /><Relationship Type="http://schemas.openxmlformats.org/officeDocument/2006/relationships/notesMaster" Target="/ppt/notesMasters/notesMaster1.xml" Id="R685e13bff5c7459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9dec67e1cc24e4e" /><Relationship Type="http://schemas.openxmlformats.org/officeDocument/2006/relationships/notesMaster" Target="/ppt/notesMasters/notesMaster1.xml" Id="R6aecc2da58cf463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09e7a713d1b4bac" /><Relationship Type="http://schemas.openxmlformats.org/officeDocument/2006/relationships/notesMaster" Target="/ppt/notesMasters/notesMaster1.xml" Id="Re6c01a721027440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d97f76c5e524ad4" /><Relationship Type="http://schemas.openxmlformats.org/officeDocument/2006/relationships/notesMaster" Target="/ppt/notesMasters/notesMaster1.xml" Id="R12ffbfa4cf3d4c0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11b3f28f6ef4862" /><Relationship Type="http://schemas.openxmlformats.org/officeDocument/2006/relationships/notesMaster" Target="/ppt/notesMasters/notesMaster1.xml" Id="Re3b64b170fcd489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6b6586437bb4d39" /><Relationship Type="http://schemas.openxmlformats.org/officeDocument/2006/relationships/notesMaster" Target="/ppt/notesMasters/notesMaster1.xml" Id="R3373bf3546374e7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79729480d094290" /><Relationship Type="http://schemas.openxmlformats.org/officeDocument/2006/relationships/notesMaster" Target="/ppt/notesMasters/notesMaster1.xml" Id="R56fef4b4da3e42d3"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4a619d0bb024ec3" /><Relationship Type="http://schemas.openxmlformats.org/officeDocument/2006/relationships/notesMaster" Target="/ppt/notesMasters/notesMaster1.xml" Id="R8433b5c002c342d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b72fae4112042b4" /><Relationship Type="http://schemas.openxmlformats.org/officeDocument/2006/relationships/notesMaster" Target="/ppt/notesMasters/notesMaster1.xml" Id="R516a282300f643c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c7d5dd63b6884512" /><Relationship Type="http://schemas.openxmlformats.org/officeDocument/2006/relationships/notesMaster" Target="/ppt/notesMasters/notesMaster1.xml" Id="Red7e7473bb2842f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e429b51a4b74b36" /><Relationship Type="http://schemas.openxmlformats.org/officeDocument/2006/relationships/notesMaster" Target="/ppt/notesMasters/notesMaster1.xml" Id="Rd9ccb9bd0c1b4416"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f69c9bcd08eb47c0" /><Relationship Type="http://schemas.openxmlformats.org/officeDocument/2006/relationships/notesMaster" Target="/ppt/notesMasters/notesMaster1.xml" Id="R798b4b1f925f4c3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80f336c5d73492a" /><Relationship Type="http://schemas.openxmlformats.org/officeDocument/2006/relationships/notesMaster" Target="/ppt/notesMasters/notesMaster1.xml" Id="Ra29cb95e74eb49bc"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af79c38b62b4ca0" /><Relationship Type="http://schemas.openxmlformats.org/officeDocument/2006/relationships/notesMaster" Target="/ppt/notesMasters/notesMaster1.xml" Id="R53487d0c76a3433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3dfbefd343c44c74" /><Relationship Type="http://schemas.openxmlformats.org/officeDocument/2006/relationships/notesMaster" Target="/ppt/notesMasters/notesMaster1.xml" Id="R80683526600849f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f69194f6317400c" /><Relationship Type="http://schemas.openxmlformats.org/officeDocument/2006/relationships/notesMaster" Target="/ppt/notesMasters/notesMaster1.xml" Id="R8e40e1d4068b4fe4"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ad0ffb68e4d4b65" /><Relationship Type="http://schemas.openxmlformats.org/officeDocument/2006/relationships/notesMaster" Target="/ppt/notesMasters/notesMaster1.xml" Id="R5a7e27c34f7840c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19609f779da649c4" /><Relationship Type="http://schemas.openxmlformats.org/officeDocument/2006/relationships/notesMaster" Target="/ppt/notesMasters/notesMaster1.xml" Id="Rb5ab010bbf8a4ec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f39428650c04cc7" /><Relationship Type="http://schemas.openxmlformats.org/officeDocument/2006/relationships/notesMaster" Target="/ppt/notesMasters/notesMaster1.xml" Id="R0d4a9f5e9d57449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11c68ce29b44e36" /><Relationship Type="http://schemas.openxmlformats.org/officeDocument/2006/relationships/notesMaster" Target="/ppt/notesMasters/notesMaster1.xml" Id="Rc5a0e2f68a5b4fa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270968ff529a46b6" /><Relationship Type="http://schemas.openxmlformats.org/officeDocument/2006/relationships/notesMaster" Target="/ppt/notesMasters/notesMaster1.xml" Id="R5498ea3b55b54659"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c256c523b494f52" /><Relationship Type="http://schemas.openxmlformats.org/officeDocument/2006/relationships/notesMaster" Target="/ppt/notesMasters/notesMaster1.xml" Id="Re3cc187abc7b4ab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a720893b65c44eb" /><Relationship Type="http://schemas.openxmlformats.org/officeDocument/2006/relationships/notesMaster" Target="/ppt/notesMasters/notesMaster1.xml" Id="Rd6bac754b9d44efd"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0b90d9d445714491" /><Relationship Type="http://schemas.openxmlformats.org/officeDocument/2006/relationships/notesMaster" Target="/ppt/notesMasters/notesMaster1.xml" Id="Re819ec78e70241b8"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b561c0837f20441a" /><Relationship Type="http://schemas.openxmlformats.org/officeDocument/2006/relationships/notesMaster" Target="/ppt/notesMasters/notesMaster1.xml" Id="Rb2065927e27f424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6a0a8621bf54f7f" /><Relationship Type="http://schemas.openxmlformats.org/officeDocument/2006/relationships/notesMaster" Target="/ppt/notesMasters/notesMaster1.xml" Id="R2918c9e0990b46fe"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9e500d4e42b9433d" /><Relationship Type="http://schemas.openxmlformats.org/officeDocument/2006/relationships/notesMaster" Target="/ppt/notesMasters/notesMaster1.xml" Id="R800c44228f4e4c5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9d266565b95e4378" /><Relationship Type="http://schemas.openxmlformats.org/officeDocument/2006/relationships/notesMaster" Target="/ppt/notesMasters/notesMaster1.xml" Id="Rac5558c91aaa4ef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Unbalanced history can bias the model toward one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forty future trials are retained, giving 19 A and 21 B targets. Each participant's first eight history trials contain six A and two B choices. The balanced condition resamples eight earlier trials as four A and four B. Option order is counterbalanced in scoring.
[Sources]
- notebooks/results/clean_icl_balance_demo/summary.csv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curves evaluate the same twenty future choices for each participant. The x-axis changes only the number of earlier same-participant trials placed in context. The y-axis is mean log loss, so lower is better. The dashed reference is the random binary forecast, ln(2) = 0.693. Natural histories use the first k earlier trials and become increasingly A-heavy.
[Sources]
- notebooks/results/clean_icl_balance_demo/curve_by_participant.csv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keeps the model, targets, and k values matched to the previous slide but balances the history labels. P025 improves most at k=6; P026 is noisier and improves at k=12. The y-axis is mean log loss, so lower is better. The dashed reference is the random binary forecast, ln(2) = 0.693. The curves support a teaching claim about experimental control, not a stable population estimate.
[Sources]
- notebooks/results/clean_icl_balance_demo/curve_by_participant.csv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Unbalanced history pushes mean P(B) below the observed target rate and yields log loss 0.715, worse than an uninformative binary forecast. Balanced history reduces log loss to 0.649, better than the current-trial baseline of 0.675. Accuracy does not improve in parallel, which is why this section evaluates token probabilities with log loss. The participant curves show that the average masks heterogeneous and non-monotonic responses to history. The remaining uncertainty is compatible with at least two explanations: the participant history may not contain a strong stable individual regularity, or the current model and prompt may be too weak to extract and use it.
[Sources]
- notebooks/results/clean_icl_balance_demo/summary.csv
- notebooks/results/clean_icl_balance_demo/curve_by_participant.csv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 the relationship explicit. The same masked input supports two linked analyses. First, Qwen's output probabilities provide a direct A/B prediction that is evaluated on held-out questions. Second, the forward pass exposes layerwise hidden states h(l,t); a separate probe tests whether the original choice is linearly readable from those states. The next slide explains state extraction, the following slide defines the probe, and the result slide reports balanced accuracy. Neither readout establishes that Qwen shares GPT-4's or a human's latent mechanism.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5.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teaching-scale example mirrors the participant-level logic of the CCN study while reducing the search to one participant and two validation-guided revisions. The explicit choice conclusion is removed from think-aloud before it enters the proposal prompt. Four validation and four test trials are too small for a substantive scientific conclusion.
[Sources]
- https://arxiv.org/abs/2605.05091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minimal executable loop implemented in Notebook 3 and scripts/minimal_discovery_loop.py. DeepSeek proposes feature sets and process hypotheses in JSON. Trusted code performs validation, fitting, selection, and testing.
[Sources]
- https://api-docs.deepseek.com/api/create-chat-completion
- https://arxiv.org/abs/2605.05091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baselines are evaluated by trusted Python on the same frozen test trials. The all-feature model is an upper-capacity comparison, not a cognitive theory; with only four test trials its estimate is highly unstable.
[Sources]
- notebooks/results/minimal_discovery_loop/test_results.csv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initial proposal and both validation-guided revisions selected the same two-feature structure with validation log loss 0.663. The test set remained closed until selection. On four test questions the selected candidate underperformed the expected-value and all-feature baselines. The all-feature baseline has eight fitted parameters and only four test trials, so its perfect balanced accuracy is descriptive, not a stable estimate.
[Sources]
- notebooks/results/minimal_discovery_loop/minimal_discovery_run.json
- notebooks/results/minimal_discovery_loop/validation_results.csv
- notebooks/results/minimal_discovery_loop/test_results.csv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73bea2e727439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8105f09e9eb404b" /><Relationship Type="http://schemas.openxmlformats.org/officeDocument/2006/relationships/slideLayout" Target="/ppt/slideLayouts/slideLayout1.xml" Id="R3c0ef46bb9d640e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0ef46bb9d640e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0fc13d89d8e4455" /><Relationship Type="http://schemas.openxmlformats.org/officeDocument/2006/relationships/notesSlide" Target="/ppt/notesSlides/notesSlide1.xml" Id="R75698c09c46c48c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c76626e34ac483f" /><Relationship Type="http://schemas.openxmlformats.org/officeDocument/2006/relationships/notesSlide" Target="/ppt/notesSlides/notesSlide2.xml" Id="R8aa6bf1c2822422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30657e9e85a4c69" /><Relationship Type="http://schemas.openxmlformats.org/officeDocument/2006/relationships/notesSlide" Target="/ppt/notesSlides/notesSlide3.xml" Id="R604ce35a1d07473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97bf3a49da4fc9" /><Relationship Type="http://schemas.openxmlformats.org/officeDocument/2006/relationships/notesSlide" Target="/ppt/notesSlides/notesSlide4.xml" Id="R47c2ba0fdde543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f928ff33d474b50" /><Relationship Type="http://schemas.openxmlformats.org/officeDocument/2006/relationships/notesSlide" Target="/ppt/notesSlides/notesSlide5.xml" Id="R99dc2a1f2ee14e3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5d411c08d984e7b" /><Relationship Type="http://schemas.openxmlformats.org/officeDocument/2006/relationships/notesSlide" Target="/ppt/notesSlides/notesSlide6.xml" Id="R2c9e579d33d34d3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354f81241b646d1" /><Relationship Type="http://schemas.openxmlformats.org/officeDocument/2006/relationships/notesSlide" Target="/ppt/notesSlides/notesSlide7.xml" Id="R5a51b6273d614b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7f366309802422b" /><Relationship Type="http://schemas.openxmlformats.org/officeDocument/2006/relationships/notesSlide" Target="/ppt/notesSlides/notesSlide8.xml" Id="Rd33501f208924e8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2e1ba98d49f40c0" /><Relationship Type="http://schemas.openxmlformats.org/officeDocument/2006/relationships/notesSlide" Target="/ppt/notesSlides/notesSlide9.xml" Id="R9cc11fcc3c25463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b38955a050e47cb" /><Relationship Type="http://schemas.openxmlformats.org/officeDocument/2006/relationships/notesSlide" Target="/ppt/notesSlides/notesSlide10.xml" Id="R802c4d7dcebc4de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2de0620f5cb4e80" /><Relationship Type="http://schemas.openxmlformats.org/officeDocument/2006/relationships/notesSlide" Target="/ppt/notesSlides/notesSlide11.xml" Id="R0eef9d75505c43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2671322c5c44d7c" /><Relationship Type="http://schemas.openxmlformats.org/officeDocument/2006/relationships/notesSlide" Target="/ppt/notesSlides/notesSlide12.xml" Id="R6d70b41ca674407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7df223546ee483f" /><Relationship Type="http://schemas.openxmlformats.org/officeDocument/2006/relationships/notesSlide" Target="/ppt/notesSlides/notesSlide13.xml" Id="R4bfc113f181a427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9efb3e4c5ad47d5" /><Relationship Type="http://schemas.openxmlformats.org/officeDocument/2006/relationships/notesSlide" Target="/ppt/notesSlides/notesSlide14.xml" Id="R6b985f6dc96747c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6d65dc28fd74960" /><Relationship Type="http://schemas.openxmlformats.org/officeDocument/2006/relationships/notesSlide" Target="/ppt/notesSlides/notesSlide15.xml" Id="R9ee6c90ee3b84b6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56a90c5e1174bc9" /><Relationship Type="http://schemas.openxmlformats.org/officeDocument/2006/relationships/notesSlide" Target="/ppt/notesSlides/notesSlide16.xml" Id="Re6fd41f093f341c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0861ec8c0fe49f7" /><Relationship Type="http://schemas.openxmlformats.org/officeDocument/2006/relationships/notesSlide" Target="/ppt/notesSlides/notesSlide17.xml" Id="R9556a7695bac441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9e19a636ec34a4f" /><Relationship Type="http://schemas.openxmlformats.org/officeDocument/2006/relationships/notesSlide" Target="/ppt/notesSlides/notesSlide18.xml" Id="R9d2ab3a99a71408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69a71b84c8e40fc" /><Relationship Type="http://schemas.openxmlformats.org/officeDocument/2006/relationships/notesSlide" Target="/ppt/notesSlides/notesSlide19.xml" Id="R62eab8b0296a468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9e94d5bf6094783" /><Relationship Type="http://schemas.openxmlformats.org/officeDocument/2006/relationships/notesSlide" Target="/ppt/notesSlides/notesSlide20.xml" Id="R85cd98e4f3ec416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ced380f1ce44e87" /><Relationship Type="http://schemas.openxmlformats.org/officeDocument/2006/relationships/notesSlide" Target="/ppt/notesSlides/notesSlide21.xml" Id="Rd38b303d0cce43d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f8ae57b312444f7" /><Relationship Type="http://schemas.openxmlformats.org/officeDocument/2006/relationships/notesSlide" Target="/ppt/notesSlides/notesSlide22.xml" Id="Rfc2316f8a64c4f7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61e2d8caf6c4129" /><Relationship Type="http://schemas.openxmlformats.org/officeDocument/2006/relationships/notesSlide" Target="/ppt/notesSlides/notesSlide23.xml" Id="Rcb134d9606b6460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6cedf1d38ce4b3d" /><Relationship Type="http://schemas.openxmlformats.org/officeDocument/2006/relationships/notesSlide" Target="/ppt/notesSlides/notesSlide24.xml" Id="R390693fa9844400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ca35f9c84704f97" /><Relationship Type="http://schemas.openxmlformats.org/officeDocument/2006/relationships/notesSlide" Target="/ppt/notesSlides/notesSlide25.xml" Id="R671d348145e0431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afeccac749442f2" /><Relationship Type="http://schemas.openxmlformats.org/officeDocument/2006/relationships/notesSlide" Target="/ppt/notesSlides/notesSlide26.xml" Id="R64a3738f84c84a9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bee3d29b3fee4fea" /><Relationship Type="http://schemas.openxmlformats.org/officeDocument/2006/relationships/notesSlide" Target="/ppt/notesSlides/notesSlide27.xml" Id="R6884b98dd8f84e9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6181edd8fc24700" /><Relationship Type="http://schemas.openxmlformats.org/officeDocument/2006/relationships/notesSlide" Target="/ppt/notesSlides/notesSlide28.xml" Id="R30d116570771466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af83d8f53464fe2" /><Relationship Type="http://schemas.openxmlformats.org/officeDocument/2006/relationships/notesSlide" Target="/ppt/notesSlides/notesSlide29.xml" Id="R52764abda31b42c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41ebd218ddf4b98" /><Relationship Type="http://schemas.openxmlformats.org/officeDocument/2006/relationships/notesSlide" Target="/ppt/notesSlides/notesSlide30.xml" Id="Rf0b2f46accd34ac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b306207eddc44a1" /><Relationship Type="http://schemas.openxmlformats.org/officeDocument/2006/relationships/notesSlide" Target="/ppt/notesSlides/notesSlide31.xml" Id="R733d8fef98334db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986f28d45e5486f" /><Relationship Type="http://schemas.openxmlformats.org/officeDocument/2006/relationships/notesSlide" Target="/ppt/notesSlides/notesSlide32.xml" Id="R21b439952e17491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57209b1efbf410f" /><Relationship Type="http://schemas.openxmlformats.org/officeDocument/2006/relationships/image" Target="/ppt/media/image.png" Id="R2284f09a0ee34a07" /><Relationship Type="http://schemas.openxmlformats.org/officeDocument/2006/relationships/notesSlide" Target="/ppt/notesSlides/notesSlide33.xml" Id="R7e8dae0a2b21453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3cfc3de3f7647e3" /><Relationship Type="http://schemas.openxmlformats.org/officeDocument/2006/relationships/image" Target="/ppt/media/image2.png" Id="Rd5c43246988b4811" /><Relationship Type="http://schemas.openxmlformats.org/officeDocument/2006/relationships/notesSlide" Target="/ppt/notesSlides/notesSlide34.xml" Id="R3463eff42cc44ab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2eb5fd115a5947cf" /><Relationship Type="http://schemas.openxmlformats.org/officeDocument/2006/relationships/notesSlide" Target="/ppt/notesSlides/notesSlide35.xml" Id="R7181c34b2f774c2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3b8b5d9320d141ee" /><Relationship Type="http://schemas.openxmlformats.org/officeDocument/2006/relationships/notesSlide" Target="/ppt/notesSlides/notesSlide36.xml" Id="Ra750318c865e44f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5df7b02a2134875" /><Relationship Type="http://schemas.openxmlformats.org/officeDocument/2006/relationships/notesSlide" Target="/ppt/notesSlides/notesSlide37.xml" Id="R7e8c8f0d17fc453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dac605a09a024c5f" /><Relationship Type="http://schemas.openxmlformats.org/officeDocument/2006/relationships/notesSlide" Target="/ppt/notesSlides/notesSlide38.xml" Id="R3225d2c36cb741a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f00c0528596461d" /><Relationship Type="http://schemas.openxmlformats.org/officeDocument/2006/relationships/notesSlide" Target="/ppt/notesSlides/notesSlide39.xml" Id="Rbf21d06b0db1421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42577fa0c1343df" /><Relationship Type="http://schemas.openxmlformats.org/officeDocument/2006/relationships/notesSlide" Target="/ppt/notesSlides/notesSlide40.xml" Id="Rb0c5cc11f8934b7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7601854eaaf4a64" /><Relationship Type="http://schemas.openxmlformats.org/officeDocument/2006/relationships/notesSlide" Target="/ppt/notesSlides/notesSlide41.xml" Id="Rb87da2e2b5e5431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bb04aa65c69489b" /><Relationship Type="http://schemas.openxmlformats.org/officeDocument/2006/relationships/notesSlide" Target="/ppt/notesSlides/notesSlide42.xml" Id="Rafe9bec41fdb4d6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dfd3fc8e4bb84145" /><Relationship Type="http://schemas.openxmlformats.org/officeDocument/2006/relationships/notesSlide" Target="/ppt/notesSlides/notesSlide43.xml" Id="R901e1b3919f0409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404512fc151747a3" /><Relationship Type="http://schemas.openxmlformats.org/officeDocument/2006/relationships/notesSlide" Target="/ppt/notesSlides/notesSlide44.xml" Id="R4f9b422373cf48f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137f6dbeb2dc4490" /><Relationship Type="http://schemas.openxmlformats.org/officeDocument/2006/relationships/notesSlide" Target="/ppt/notesSlides/notesSlide45.xml" Id="Rf9182dce2a2b439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f9a6f3399ea54a8c" /><Relationship Type="http://schemas.openxmlformats.org/officeDocument/2006/relationships/notesSlide" Target="/ppt/notesSlides/notesSlide46.xml" Id="R97f1ed57c18e44a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23e72985fbb94a37" /><Relationship Type="http://schemas.openxmlformats.org/officeDocument/2006/relationships/notesSlide" Target="/ppt/notesSlides/notesSlide47.xml" Id="Rc7cbf97c446f46e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3aef13c6d7e0477f" /><Relationship Type="http://schemas.openxmlformats.org/officeDocument/2006/relationships/notesSlide" Target="/ppt/notesSlides/notesSlide48.xml" Id="Re0c6f6f0882a4d4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df48399c99c414e" /><Relationship Type="http://schemas.openxmlformats.org/officeDocument/2006/relationships/notesSlide" Target="/ppt/notesSlides/notesSlide49.xml" Id="Rce9eaf0ba6f04e3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0ae22207d19548ef" /><Relationship Type="http://schemas.openxmlformats.org/officeDocument/2006/relationships/notesSlide" Target="/ppt/notesSlides/notesSlide50.xml" Id="Ra10d4ed0c06b43fd"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bae86e4bad6f46bc" /><Relationship Type="http://schemas.openxmlformats.org/officeDocument/2006/relationships/image" Target="/ppt/media/image3.png" Id="Reee6a7d185984d29" /><Relationship Type="http://schemas.openxmlformats.org/officeDocument/2006/relationships/notesSlide" Target="/ppt/notesSlides/notesSlide51.xml" Id="Re4f1ebffbb6f4a7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4c5dac7f9a76465e" /><Relationship Type="http://schemas.openxmlformats.org/officeDocument/2006/relationships/notesSlide" Target="/ppt/notesSlides/notesSlide52.xml" Id="R683cab3a426f4a4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a08b08e8d9d2490d" /><Relationship Type="http://schemas.openxmlformats.org/officeDocument/2006/relationships/image" Target="/ppt/media/image4.png" Id="R8714620843fd4415" /><Relationship Type="http://schemas.openxmlformats.org/officeDocument/2006/relationships/notesSlide" Target="/ppt/notesSlides/notesSlide53.xml" Id="R72f06464ab1142b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0db946bf96b2427f" /><Relationship Type="http://schemas.openxmlformats.org/officeDocument/2006/relationships/image" Target="/ppt/media/image5.png" Id="R418ffb1c1a3f4563" /><Relationship Type="http://schemas.openxmlformats.org/officeDocument/2006/relationships/notesSlide" Target="/ppt/notesSlides/notesSlide54.xml" Id="Rb35bf53a069f465a"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ba47863ec4446eb" /><Relationship Type="http://schemas.openxmlformats.org/officeDocument/2006/relationships/notesSlide" Target="/ppt/notesSlides/notesSlide55.xml" Id="Re4fe12841876436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0d81961beba041ea" /><Relationship Type="http://schemas.openxmlformats.org/officeDocument/2006/relationships/notesSlide" Target="/ppt/notesSlides/notesSlide56.xml" Id="R2fd173c9f6904de1"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1ad76580d14d4760" /><Relationship Type="http://schemas.openxmlformats.org/officeDocument/2006/relationships/notesSlide" Target="/ppt/notesSlides/notesSlide57.xml" Id="R70b1056a649841df"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8bb86eeac62c4a63" /><Relationship Type="http://schemas.openxmlformats.org/officeDocument/2006/relationships/image" Target="/ppt/media/image6.png" Id="R275447a7e6ab473f" /><Relationship Type="http://schemas.openxmlformats.org/officeDocument/2006/relationships/notesSlide" Target="/ppt/notesSlides/notesSlide58.xml" Id="R885f71d63e0c4f0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418aa95191a24d40" /><Relationship Type="http://schemas.openxmlformats.org/officeDocument/2006/relationships/notesSlide" Target="/ppt/notesSlides/notesSlide59.xml" Id="Reb0716f30da6455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4dcfd96c7d254d88" /><Relationship Type="http://schemas.openxmlformats.org/officeDocument/2006/relationships/notesSlide" Target="/ppt/notesSlides/notesSlide60.xml" Id="Rdd3bbc5717104a36"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f214746e059748a5" /><Relationship Type="http://schemas.openxmlformats.org/officeDocument/2006/relationships/notesSlide" Target="/ppt/notesSlides/notesSlide61.xml" Id="R9beeda3482a04d98"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d5387e99d2574d90" /><Relationship Type="http://schemas.openxmlformats.org/officeDocument/2006/relationships/notesSlide" Target="/ppt/notesSlides/notesSlide62.xml" Id="R666c58b779f1426e"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fd9f3b5d2abc4a0a" /><Relationship Type="http://schemas.openxmlformats.org/officeDocument/2006/relationships/notesSlide" Target="/ppt/notesSlides/notesSlide63.xml" Id="R2c3d100d1f90484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9061aaf627d34ef1" /><Relationship Type="http://schemas.openxmlformats.org/officeDocument/2006/relationships/notesSlide" Target="/ppt/notesSlides/notesSlide64.xml" Id="Rede012f96b36477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aaedf6dfcee6487c" /><Relationship Type="http://schemas.openxmlformats.org/officeDocument/2006/relationships/notesSlide" Target="/ppt/notesSlides/notesSlide65.xml" Id="R59732c339965481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aed5acd38b524825" /><Relationship Type="http://schemas.openxmlformats.org/officeDocument/2006/relationships/notesSlide" Target="/ppt/notesSlides/notesSlide66.xml" Id="R6229016cd3b24d2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1b7ca3a9b6fa4618" /><Relationship Type="http://schemas.openxmlformats.org/officeDocument/2006/relationships/notesSlide" Target="/ppt/notesSlides/notesSlide67.xml" Id="Rbcdcb57badd74801"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1c67e29454354c10" /><Relationship Type="http://schemas.openxmlformats.org/officeDocument/2006/relationships/notesSlide" Target="/ppt/notesSlides/notesSlide68.xml" Id="Ra0cba75fcaf1457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aae868ac87314d5f" /><Relationship Type="http://schemas.openxmlformats.org/officeDocument/2006/relationships/notesSlide" Target="/ppt/notesSlides/notesSlide69.xml" Id="Rf607b8dd4c784758"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19182cedb5e4482c" /><Relationship Type="http://schemas.openxmlformats.org/officeDocument/2006/relationships/notesSlide" Target="/ppt/notesSlides/notesSlide70.xml" Id="R7f5e8b63ca24494e"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b168d92e5fef49d4" /><Relationship Type="http://schemas.openxmlformats.org/officeDocument/2006/relationships/notesSlide" Target="/ppt/notesSlides/notesSlide71.xml" Id="R4fee175e556b47f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7a929a47573544cb" /><Relationship Type="http://schemas.openxmlformats.org/officeDocument/2006/relationships/notesSlide" Target="/ppt/notesSlides/notesSlide72.xml" Id="R66369433cf834b77"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5fcb80d24dd84ce9" /><Relationship Type="http://schemas.openxmlformats.org/officeDocument/2006/relationships/notesSlide" Target="/ppt/notesSlides/notesSlide73.xml" Id="R1406e4eafee1457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9f78573239e4ca2" /><Relationship Type="http://schemas.openxmlformats.org/officeDocument/2006/relationships/notesSlide" Target="/ppt/notesSlides/notesSlide74.xml" Id="Rb00cdb8bcda44b0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f19ef31493354abc" /><Relationship Type="http://schemas.openxmlformats.org/officeDocument/2006/relationships/notesSlide" Target="/ppt/notesSlides/notesSlide75.xml" Id="Ra86ebf9005e642bc"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372b9aa9bd47499a" /><Relationship Type="http://schemas.openxmlformats.org/officeDocument/2006/relationships/notesSlide" Target="/ppt/notesSlides/notesSlide76.xml" Id="R14dafe74863740da"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e293b5d185004818" /><Relationship Type="http://schemas.openxmlformats.org/officeDocument/2006/relationships/notesSlide" Target="/ppt/notesSlides/notesSlide77.xml" Id="R23c1ed9000e04ba1"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7444b14e50db4ee5" /><Relationship Type="http://schemas.openxmlformats.org/officeDocument/2006/relationships/notesSlide" Target="/ppt/notesSlides/notesSlide78.xml" Id="R7a7e38ddc9be4a5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367d04a66c8945af" /><Relationship Type="http://schemas.openxmlformats.org/officeDocument/2006/relationships/notesSlide" Target="/ppt/notesSlides/notesSlide79.xml" Id="Rf6251e6067004a4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7989806f6411485c" /><Relationship Type="http://schemas.openxmlformats.org/officeDocument/2006/relationships/notesSlide" Target="/ppt/notesSlides/notesSlide80.xml" Id="R07258967544e47f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f7aee7b7c736488d" /><Relationship Type="http://schemas.openxmlformats.org/officeDocument/2006/relationships/notesSlide" Target="/ppt/notesSlides/notesSlide81.xml" Id="R238c15dd50cd491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491710-5F90-47C3-8992-612C73B70396}"/>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CC52F243-F79E-4D4E-984A-264F62CDA117}"/>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BD094351-5C5D-4673-8E5B-958CD0171D86}"/>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FAFAAFB3-F074-40A0-9D76-6ED5DF25991F}"/>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A75599B-803A-4834-9205-6B693E1112A9}"/>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000D3CB9-D6C4-498E-9125-B96D83DA5745}"/>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2A1AB4E5-88F0-44FC-9257-E338C714DF7B}"/>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3311417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3F6DF7B-1194-4E3E-9D99-DD4171DAAE0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E9E4B450-A075-4823-A1CC-2C876AAE577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7BF8690C-8405-46E1-8525-106B7498D97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02A18D2-801F-4E4A-929D-062A3F02D84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954F70C9-64AB-4F18-B7B7-F894B8025043}"/>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5DFF4382-E0C4-4E29-BAD3-5894B5FFB950}"/>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9DE01B3B-BE56-4231-A8DD-91854DAB0E4B}"/>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61351D1E-7B57-4604-88D4-6503051C8516}"/>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31A343B7-6183-4AA0-A114-F47D927B4B14}"/>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7BEB4A55-D45E-4AFB-96EA-FA8B491CFCB8}"/>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07828151-742C-4061-877A-21559B016364}"/>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47CC783-5A30-45A5-8A95-C4ADEC471528}"/>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3216AAD1-5E80-4F68-AD0A-C6037EAA9B93}"/>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A9342B7E-00C6-4954-BF3F-42E0EB8D920C}"/>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DCF8C7AA-2628-4976-947F-05CF82BEA3A8}"/>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19670F1E-E1D1-4F21-AB4C-25E937E8C9C2}"/>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843E779B-90BF-41F5-BE05-25CF83E9B4FB}"/>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01272A28-9A40-4970-A86B-FDDEEABFA95D}"/>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668B260E-D1E4-4B3B-96AF-D94EA29528F6}"/>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C95C72B2-F968-4C61-8446-1F40917B9720}"/>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DF24B8CC-28B0-40E2-B3A4-D1D569CB4C98}"/>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27993EF7-D2D8-43F3-A35D-04B7D96A624F}"/>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56DF6D32-C2E9-47EF-985C-596274F93E61}"/>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3A485281-97D9-473C-9203-D6B76B9E5613}"/>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92450177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58A8F8-907B-4F75-9FBC-2AEE77969504}"/>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7F1A8338-063E-4074-B4E9-8F4D572B8968}"/>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AA6A8D44-93C7-4DC8-BCB5-19417B06304A}"/>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927AEB5D-88BC-498B-A482-815E47087D8D}"/>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327A1310-645D-4B15-836F-A17A6C4F67DF}"/>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ED885EC0-433B-4FBC-9161-05A45E351E67}"/>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C4824D61-28F8-4A48-81B2-1351E884FE32}"/>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79B0609D-642E-425A-AA7D-7078C42B14FB}"/>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6065569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9508BCF-AF9D-4795-AC39-0D3C61EBF22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079C760C-3136-4B54-ACBC-83978D086A0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F025AE40-0BA3-4E94-AAAA-5DED53737C8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8A32C61-EFA1-4F55-A33A-C385073F250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8FB02432-1FF0-4915-9892-9CBB637CCBA4}"/>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A1018A67-E494-40D9-B9D6-D2725DF40CBB}"/>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CC02AA6E-F307-407B-B332-045CF1C76DA9}"/>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2EA85356-FEB8-4F92-8573-0ED39BA75D91}"/>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429CE02-7ABC-4412-9D7D-C825471619A0}"/>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4938F09A-091C-4A8D-B6BC-3D58E7D5CD85}"/>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B15AEFA4-0929-4C0C-8480-A55879F08CF8}"/>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DD9933BA-920A-43B1-93A0-59775C43DCE9}"/>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4F4036A-FC7B-49EF-B7A1-5276BAB19FEF}"/>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C906C9C0-7431-4E8A-BC77-525F211BB39D}"/>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8BA25D90-266B-4E47-A6BC-1E539972D075}"/>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6D618990-FD68-4766-9362-494A63FFB329}"/>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EAC55F4-3AAB-4DC8-AEF2-0E5C4FA82DF0}"/>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079AA8C-60A5-41D6-97F4-B90F04F7D628}"/>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119533303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8673F40-91B1-4555-8FEE-5AB9DE9B2A1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4DBDEED7-6EF1-4877-8494-D4C541C0B1D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67F9497E-AD0B-4307-A8DC-CC9A902D924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CC9108E-82AC-4624-A7B6-24863409290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4B402042-E4F2-4CED-BA59-693D11BF493E}"/>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17BAA634-E8F6-40C7-9D80-D6AB69FD5ED3}"/>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1378C8A1-D0EA-4664-B20E-C28B5A514049}"/>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3AC4F042-1E58-4A57-866D-156843510E93}"/>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005EAE4-61AB-468A-BD93-1CD39A684EB0}"/>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36397123-23EE-42D6-AD69-B893980A4410}"/>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131CE48C-D099-4849-8421-0E99F4250268}"/>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4C1261DF-5F34-4450-9F70-5FFA503DA13E}"/>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E22697-2459-4FDF-B40A-208368C20837}"/>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878EC0E8-E392-4689-83D9-799BDFE6F626}"/>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FAA3C101-B1E9-4DAB-862E-593B0C800B7C}"/>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CB178E71-ED5C-4235-A4C2-6EDA1A7B06FF}"/>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1F2CFF6-CCD0-4FCE-849E-927C2C84219A}"/>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ED35E941-BB73-40A3-950C-FB905AB3AE13}"/>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080A9682-2B37-460C-9179-5BAA3B14A291}"/>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D0D3C27A-1200-43E4-A60F-7AC51B8AB4DA}"/>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C363907-7999-4865-A470-1D795E15A949}"/>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BC44CE0-7409-49C3-ADF6-BF1B75C677F6}"/>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99492420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665A0833-D038-4D46-842A-C62EF536647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D6EEE7D0-63AF-4BEF-B36E-92E1F18767C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DDEA5B9A-1CC6-4FDA-8650-C51FD4F7B3E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66B3534-C4F3-4E46-A7A6-76819267CEE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344A11C7-7D3A-446A-8B72-C9C875897578}"/>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0E8BEF5E-9B93-4A50-B13F-D348270F4843}"/>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621F9E8D-C50D-46B9-98B7-9C64E23C104D}"/>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B2CB3C12-3686-4EE7-8A01-8C9A538279A7}"/>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381ABEE3-5DA0-4971-AD59-EA9DB865091A}"/>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9F9C9C28-2D3A-4F83-A37A-B800B42D94DA}"/>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D7477B1A-07C7-4CA8-9D60-1291B6277D76}"/>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9997FA98-65EC-456F-9A8C-E0F713078E5D}"/>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44B85EB-2C96-4B45-BC45-C61E51AC9F93}"/>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DFC0B158-FBBA-4475-8032-7F997EF3D4B3}"/>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90A8ED35-BBB0-4F06-AFCB-7BD23801DCB4}"/>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D6BAFCD0-258F-4F84-B269-D0416664967C}"/>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F2351493-4DD2-4171-B356-00B9923BC34E}"/>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B223F86-D9F5-4655-96AE-083F3D3A03EE}"/>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8A352420-E951-4222-9E4A-B468E2C62D47}"/>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4A3E057B-D206-4CC8-8FEE-55F1EE2527C1}"/>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96DC6303-A339-43B5-A3CF-704D75BB22FF}"/>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626DEABD-B25F-4E85-B189-1015E96C2544}"/>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F8E018F-9DA2-42AA-98F3-736CF0728BF9}"/>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288195F1-389C-457C-8BFA-64DB3A64D0A0}"/>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ADBA6EE5-8624-4B8A-B8C8-B4E4DCE48799}"/>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20C801DF-FBB4-4B39-9CC3-81CBBC6A8238}"/>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F5FF817C-96CB-46F5-974B-45A9961BC277}"/>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315B90E-712E-445C-9A7C-153D376008E2}"/>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9D705628-42EE-4256-8E52-394761E0DD62}"/>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B5178076-8283-4EFF-B030-437A1A4F2063}"/>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BFBDE501-90BE-4EEA-A44E-F1D0F74FC532}"/>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65A2AB5F-5D6A-422C-AFC3-01F938669E6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9009DAB-2DA2-4E13-932A-40B60D6ECF57}"/>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87410830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85C30685-C6F8-4B5A-B3E6-89F00B99264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B30E190D-7F3E-4E64-AD6C-8B40438160D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9513B01E-FEF2-4CED-8B05-F6C8EB4D63C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6EA12F0-85A4-4629-9224-0A56DC928B1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DDDECC7B-61E4-4BF2-A6FB-318930522AD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AD211CF2-C6D4-433E-8EFC-D32FA4B22FA2}"/>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DBC85B7D-95E2-4712-AF37-AF07BEEF0879}"/>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7EA7E881-B8D0-4DF6-8771-E3AF71265EB3}"/>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361349C8-217B-466B-9DFD-8809755BB2E6}"/>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B5B0180F-186D-4C98-BFD8-3D48BCC35742}"/>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45CB4CEC-1FE8-4C78-A30D-FBE38C1AE1B0}"/>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D5CDF1BA-D7FD-4DFF-B322-F9016C9926F6}"/>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02C89B10-DEC2-4F13-B47C-5622ECE67261}"/>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0342851E-E4FF-4584-A2F6-BF0130DB81E3}"/>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F2D8E662-CE9D-4BAF-BE42-39050C96CBF8}"/>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4880645-8E8D-4D51-8242-B1179093AD32}"/>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D031882E-0FDD-43BB-B2FB-D9E7FE2FFB82}"/>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B97985A3-2483-4A21-AA09-E36A57FF2B5F}"/>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182E6E0-076B-4494-9080-31D3DA1F3729}"/>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92D5CA1-96C5-41A2-A3E6-D3A3AE50699A}"/>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C5F20A16-D8E6-4BDE-86FE-8948469E250D}"/>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52294AA5-C779-4677-A335-D13EFF45C25D}"/>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5850A3C-220A-4177-88B7-E911C1362270}"/>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E134953-2AD4-486A-AD22-AB4548321306}"/>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5226BFE4-9673-4BE0-A87F-8A956440A1D3}"/>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2F760868-ACD0-4176-BB57-C2C758F08A67}"/>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708F6BC-1045-40E2-8D44-EF699C72F3DE}"/>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2A35F6C-F4C8-46E4-BCC9-D05D16C525FA}"/>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AE615B47-C207-4FFA-9DF7-61CA6CE9124B}"/>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21014832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49D84D2-F6DC-45E9-B110-58DD2ECB0EC9}"/>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1F69DA65-B0DC-4621-8092-EC09E9AF948C}"/>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7CC8D9B0-0874-4C21-8AD7-3B45440D8E52}"/>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6C290EC-5ABA-4415-AFBC-1037F50D6C8C}"/>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61D4FCA2-A8E0-4487-8EAA-D4C111ADD878}"/>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C013EC9-5C07-474C-B9C1-3057C19E042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0B23B6A-0F4F-429A-A706-25EABEB9B13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6796C70-4F44-4CBD-91DE-84F4E3869CB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1A1BED1-8F3A-47C0-A3A1-D7C2641E563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704FDD4-1976-424B-9FB3-41334E00480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CEFB241-2FAF-48CD-8FB1-39D6F486AC1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CC8137-34A4-49E2-8F17-5FF336C8F54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64873E2-E0E6-44BB-90E1-690844EE7D5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4327B35-9F92-49E2-83C7-0E610B90B5D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6331034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1A55D69F-8555-4F5E-9858-FF4C187CA02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3CAA6F57-AA86-419E-9093-4E98AC1B464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742E20A7-75A4-43B8-A7B2-45DFBE42681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9E6498A-8D7A-4A01-853C-F02528A63C8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E43B458E-C906-4375-A6FA-DAE669F08A91}"/>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86BA4E0-9FC5-4D5B-9314-0B9CAAD178B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DF10C11-CEF1-444E-B099-C7C74B314DF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F86BC3F-BC3B-4DB7-AF06-CD977DD3687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D1F14F0-BA83-44A2-9A31-791989F1246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FD45B13-6B7A-405C-BD81-3C2E3FD063F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EEB2B02-CF08-4E9E-AD89-FED2719143E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57E5D52-5611-484A-BECD-71007F6627A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5A6742E-1F32-4E4F-AF61-345C0E55AF8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6E7296-704B-4039-B156-4610988C58F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715CE1B-0048-4B3B-8ACF-02B5E8CE225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F2777D15-A872-4F24-8C4C-2BE11EC21733}"/>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7FD6B96-243C-4788-976B-EBA555F14751}"/>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3EDEB0D-586C-422B-882B-C31897A9D54D}"/>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4BC0A41-99DE-476C-B184-6CB406092130}"/>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BB432EA-D69B-42AB-A594-D0B7B13E6A0F}"/>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CDC6AC3-AD19-4FCA-B50F-610A5B26A285}"/>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670FFC9F-E93A-47BB-B317-0CB55F6ECE67}"/>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0F25642-1EB6-46C4-8752-04516A11DB4D}"/>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5004C9AC-3E61-4988-80BA-BF8D6B84AA31}"/>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028B67F6-02B9-46C0-A5CA-05F40ECE51C3}"/>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202B2EF5-CFBC-4417-920E-5A5B84AD9ED0}"/>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B187894-133C-4D00-9A81-075B44B7C9D6}"/>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EA9601C1-082E-4045-9FBD-7FA697719E27}"/>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74953795-3D1F-47F7-AF4E-D5401DE3C917}"/>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843B521F-09BF-472B-B092-612C748DA423}"/>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8D0BF25-9308-467F-9D19-24B7DC673BB1}"/>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AF01CB79-94E6-4E7D-8A24-D0554F12C372}"/>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C0250440-07CB-4B69-956D-D38BE58E570C}"/>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91AB0B76-43F4-423E-9443-12A8C1B26F0D}"/>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091237A-3854-4075-BD37-FF180CA77384}"/>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058F7C59-C51E-4B5E-83A1-815E99674B2F}"/>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D6FFD970-D16B-48E8-8E2D-D39F32FE6FDF}"/>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3EA3E22B-A904-413C-9EDA-1F7A48C8C2D1}"/>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1B86B766-29BC-4810-A269-F5A09BA2AFCF}"/>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F698FDD5-F486-497A-B4F8-20B8769B1745}"/>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D4C2E56D-E8E8-41DD-8C60-7A7DE726F42E}"/>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3EEA6FB1-CA3F-4B4F-94BE-3F3D9DBE80A5}"/>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215397CE-2255-49D6-B195-72CC6C03B265}"/>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86DD4EB0-E1B1-4F38-889D-F90F91F927DB}"/>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07DA7FBE-050D-4784-A552-AA04368720AC}"/>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C8AAB3CF-4987-4289-AC13-27373E9D9260}"/>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2604567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E6CED027-7735-43DA-A45E-1595FAFDC5F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7F013E09-C0D7-4A11-BEE8-AE7A76417EE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1002D690-411C-4B15-842D-C7DA131CCAB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A036B7-2294-47D2-AF6D-BFBA53E4ACC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81AD6662-9AB6-45DF-A4E2-AE4C1FA3E740}"/>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986644E-3C75-43BC-A3EC-7028873C310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712071D-D852-4AB3-8F12-E3DDE8617AC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83BA5ED-E36A-4F97-8A84-F6DE3123473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794842D-9A6D-4EF4-B918-7F81C9864E6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CDFC92B-607D-45CB-AFF4-7DA8FB65C47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6C32ED8-6F0D-410F-B1DE-9A0A288BE13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4F7FE09-2009-4591-85B5-9CEAF5FD519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078E7C1-FB1B-492A-8619-2ADDE1D84CC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D0DE0EF-A7B5-47A9-9CCF-43EAD11B14F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9F45EAE-4847-4698-B7C0-D487782007E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AA9D2441-E9FA-46C1-AB31-B57B6D2B9900}"/>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72F659D-A078-41B0-A9F1-584D63D77039}"/>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56DD2C5-750A-4B59-B96C-AA5B7926F349}"/>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3D30C26-B906-42D3-9B9A-9645762F17A2}"/>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E7C1D50-A29B-4C24-837B-17C7D80E97E6}"/>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A00A1CB-189F-4EC9-8863-3033461D27F5}"/>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F4B877A3-9794-447A-ACD0-DA58AF2C33EF}"/>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70A3444-B07E-4775-BB4C-19072153B5C9}"/>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57D65220-8F72-42F6-B5DE-B927605E05D9}"/>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E6897614-3B2D-4895-A0C3-C204D1C12E04}"/>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0F6144A1-B040-4966-82BF-8CEC23D2E980}"/>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2857457-326D-4409-9CEA-4DE96F378372}"/>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63A82F36-08D8-4A93-B5DD-1F32C8E52609}"/>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BA25E314-AC66-4749-AD62-884E0F167B38}"/>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06C6A0BF-7465-4584-91A8-915FA00545CD}"/>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DE2AEE8-E18C-47C9-BA81-28EC4AD9872C}"/>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B3351DDB-31ED-429F-9F17-A4941A022B25}"/>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A808FC6C-0932-42DA-A265-822C74C53876}"/>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8C9F0E71-9AB3-47D5-9883-7E90D9B2AA65}"/>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9A36D22-1462-4FC8-A967-D7B2452B7FCF}"/>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2CBE8DF4-EE59-4220-8BA5-FD27EA8D54A1}"/>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EEB2209F-AEBD-439C-BC98-CBB714383448}"/>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A47521FE-A365-4139-87E7-BEDDBBDB31ED}"/>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FBD4FF2-07F4-41A3-932C-5D10A929C425}"/>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15C77C35-93C7-420E-AAB3-502054A2FF0B}"/>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B3B10300-8419-4D61-9C91-90F7146392BD}"/>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2345EBE0-F3CC-4255-92AA-B060E0F991ED}"/>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8300EED0-0624-4910-A6E8-6F27C157AF05}"/>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B212B745-BF46-4F8B-BB2F-65D3281FEC2F}"/>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1AF60ED9-D92C-459C-ABEE-5AF7DAAADD70}"/>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DFF5A306-8265-43D8-85E8-3A6DFFA358E2}"/>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FBDF3DEB-67FA-4DF5-ADFE-50854C22B55A}"/>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24A68275-35A5-4213-BC6B-31B0F62B7863}"/>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288F2119-7D95-4C6B-8398-179917129D07}"/>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3BDFC83B-E518-4CB8-94D9-671759C8B3B5}"/>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927EBCEF-2D26-437D-8E2A-9EABF3907D94}"/>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98448011-B3B0-4AA4-8DC8-266C2DEE7CEC}"/>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FE5E2415-AB0B-4D37-89FA-0FCEDA40D2F7}"/>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DC06C901-0CF5-4558-9125-AB4388FC5831}"/>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78F3EDC5-F110-478B-91FB-22CF9E08F33D}"/>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37BA74C7-B065-4AA8-9766-015DF5CED19A}"/>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503390D2-162A-4035-9058-E0DDE2821747}"/>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D2DB6025-5832-492E-809B-948A0A5A3B59}"/>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1E72B106-16E5-4E74-8203-7163962FF0E8}"/>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3D6F9F5B-1380-49C7-9068-7E2AE015D6A1}"/>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4D043676-2D11-46B6-8AD1-4FA8AB074E79}"/>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489DF715-66AB-40E4-8EB9-9843A4921AC9}"/>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8DA60077-1499-4A4A-8D29-9BB8B412C93D}"/>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B1EFEF33-F778-4B69-B3DD-5CA0729415B1}"/>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C05CDE85-66FA-4410-991F-AC54427AD727}"/>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9970399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BD50086F-8CCA-4AA7-8ED9-E5F319002E7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AC1F77F4-E748-4771-A841-4EED65D31F0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8E46778-D3CD-41BE-B880-F8B57EE145D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D8195B4-52A0-4CFE-B0C3-187ECAB8DDB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1A425EED-3C5B-4D02-9175-EFCA75D7D868}"/>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DD36D1C-DB1D-4C50-A587-F3AEFEE448D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F0FBEAA-1B53-4A48-8436-49C42DF0B3E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175C41B-EBCB-4852-A580-2E477454CFD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1F3D95E-B5D7-45C5-B796-DA319B2001E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40A45F-6414-43C3-82F9-9B60C1D5DDE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55C9404-47F4-436D-B75E-A8C4B4E9A2A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B7A20AE-01D9-4931-AE64-201CB1C48A7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9185C56-6100-4DDB-8F4F-362B15DFFE8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F6832DE-AB36-4938-A564-B8F88D17A91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987E79B-6702-43D0-B5E1-75E1320710D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068AA772-1F19-406D-88CB-4ACEE4CD51A7}"/>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3D35BC20-4A3F-4988-B1EE-097CC6C12D32}"/>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10979BE0-B90E-499E-B1F8-20FA3E847C2D}"/>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4193791-1EAD-4FDA-BDF0-16DADCB31F7B}"/>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3BCE6C9F-0F7D-4D74-B0BF-145D6EE99947}"/>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910F5C3C-9B2A-415E-811B-6E17364C91C1}"/>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0FC3CA5A-EA7F-4CFD-8E45-42F76CAE2903}"/>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CB599660-175E-44DD-A744-243AA38E942A}"/>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1E77990E-F895-469E-A1FF-CA1DC2ED4239}"/>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AF9C2C72-2656-4ECB-8383-587CDD3AD234}"/>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910BEEB7-A765-4020-8C67-27E47AF484A9}"/>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235596BC-EC8D-46CC-B2DF-1680FFA2B14B}"/>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9D2CCCB0-7F8C-4809-AD10-EF24E74C5C4C}"/>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11896B0D-34B1-4DAC-BE8B-747E696A46C8}"/>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A8D5B817-F9E2-4D7D-8657-8FCB3D7BAD27}"/>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FF3CF92F-158F-4800-8797-FDE531285E58}"/>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6D5E3BB3-E2AB-4FA0-9B8A-211296DC6E22}"/>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01DA6B91-3067-49D3-95B6-AE15BA3A1C27}"/>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5D3C1715-C054-4D96-B044-E2195AB1E423}"/>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792F68A1-FDE1-4FB6-A5CC-554F7602AB8D}"/>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DC0615B3-EE86-4C46-B478-9B09C5D8058F}"/>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1B0BF026-484F-40CB-9774-997840214D2C}"/>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1A3D3D05-770A-4AD3-9CD9-8C7F6875A3F9}"/>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4CA83700-BDDA-4F0E-9900-5B60AD8420BF}"/>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D7FF7EEB-8156-4A4A-8D0C-21BE2065B13E}"/>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AA9C54F4-FED4-4355-8F3A-073B953D65FA}"/>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134239342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CFDA378C-C2BB-4B3C-A203-890325C75DB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F8B5FE63-B68F-4002-BC17-119131DB308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7C8B519A-F682-45B6-9C60-A8200864813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B79D99-2242-49DF-AAC6-4EDB52496FD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1F5169D8-94E7-400C-AD23-2EF81FD9EDB9}"/>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F5F3E44-230A-4836-BC1A-A57E93BA4BD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4922770-BD12-4B3D-A9EC-F47FB1B5152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E1014E0-8DE5-49B8-9BE5-3543FD64C13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DFE8CD5-045A-473D-8D16-FFC2A1C3DFE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1B97187-F84B-4B35-8376-F9CB27B35C1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6BE46EE-32CA-4E8A-A346-A7DC02BE928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E4AF61C-8519-46E5-A1A9-C2788E8A1E6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ED7E32F-9219-4BC8-998A-77652A4F49C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2838F75-D722-4C3F-A886-8940990BF43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DD74644-887E-4555-A4E6-98BFA1256E0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D7787E3F-767F-427C-A200-9BE88D5FE6D5}"/>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97DFFE5D-AE6A-424B-9E03-054855C352BE}"/>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1A3691A2-CCFB-4A2B-B697-B68EC50C55AF}"/>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A36763EA-DA0E-4462-8979-6C7EA1C2FF00}"/>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9206003-E3EB-4DC0-8715-328664898A4D}"/>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503913A8-C9A9-400D-A757-A658FB639682}"/>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FF568F06-4840-45CF-AFE8-5DD4A02ED573}"/>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8C857ED4-DE4E-4B92-8FF3-2B5F9DC92046}"/>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03CADB6-1865-43C7-A31B-52713537E0A9}"/>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997B0EEE-FC31-4B80-AAA2-EEE219A98908}"/>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1E48DB1-DA14-4F86-B382-D63B4E21391D}"/>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948A2CAA-2AA5-4731-A3E0-952D81CF989C}"/>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2173056-CF52-457C-A00A-99F7838D20A3}"/>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AF2D7099-354F-4920-8EC3-25BA4C17612C}"/>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5273D38-7353-466E-A42B-F5433A70FBB9}"/>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28E3D2C5-E494-4184-AFDC-86C623E7156F}"/>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A46D1620-09AB-4064-99B8-46A24396FAFC}"/>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CDAEAA7D-AF58-4C56-8624-EE9744758017}"/>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D8F51099-C7E7-403A-B184-02F8E57CEC8B}"/>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FC8D44A4-3230-4D23-889B-5A9E89330784}"/>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EBF4A9D5-13F7-40AA-9FBC-8EB7D9DEFA9C}"/>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74E4015D-462F-484B-B438-77AD0715325D}"/>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0D17C8FC-D075-4DCA-8896-4844D2D002AA}"/>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4795568D-F5C2-416F-869A-8B53EE10D6B1}"/>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7FAE57FD-9598-47AE-9055-21C53C875EC2}"/>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94DE68BB-AB1B-417D-B742-2FB58E4719AE}"/>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2B998C9D-69B1-4B33-823A-80727D13EEA1}"/>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1BF96FE1-96B9-432E-8815-9AA3CCA39D88}"/>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170599488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68D36B1D-8E6B-4D94-8F8E-9152D936416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E95499CC-C57D-49C6-8B88-85F2B091177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3AB5DDE-AA80-4F66-A109-734B193A800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CBA297-BF97-47E6-8251-012E83B163A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9721133D-DC39-4773-BBDD-C47ABE1A04CA}"/>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D0E9207-3303-4465-BF7E-D9B6281E7E9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8EA2716-B344-41A9-92EB-80A2F4D1077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E2E17D7-EB33-4666-A0CE-9EB1F39EC1F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00C580D-408F-4957-96BE-FE2944831F1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83E45B-21F7-45F7-B015-49E4F39D824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85E52D1-B679-4C6E-B027-16B57DE702B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C4B7437-9EF7-4406-8CB3-CB378E4842A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AAF0EF2-3E95-4F5E-832C-FAEE4813B3F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F571AC-EF6A-46E3-BB24-ECAFB318241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62D8768-4C65-469D-8C06-6AE8F8393B3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319B56D4-F517-4FA1-A118-6E499AD1A84D}"/>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0B96D58C-2485-42CC-87B5-1538B40C9188}"/>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102139E-F475-4F18-AD57-FD54DD1DFEEF}"/>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EDA8FB1-00E6-4299-B4AC-345D84FCA930}"/>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B312CC0-FAA0-4197-9FA1-9987E472B12D}"/>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1F06EBF9-9364-4A55-BAAE-A647B324394A}"/>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5BEFF623-2316-436F-9A43-EE64CCB5C50F}"/>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503254BE-675C-426D-8C38-664DD111E261}"/>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6D9C0DB3-F2FE-44F6-812F-48844C0C4676}"/>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D6E80635-BCC1-470D-AFB1-F45D34651309}"/>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BAA20689-F68B-4EFB-8C97-B78EEB79FE0F}"/>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6CFB6CD2-185F-4F57-A2F9-A3894EF01E0C}"/>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66599373-95CE-49E1-9B69-04ACE4E02FEA}"/>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4772D061-1546-4599-A7F6-1901B4097E4E}"/>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F7D9A803-0E1A-4204-8CE5-AB91851FC62D}"/>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261D806F-48A4-487A-90F4-C237944986E5}"/>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033CC205-D48B-4798-9281-767C6AA9D700}"/>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3738D4A9-FE9A-4D35-9301-3590FD1D0A70}"/>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01C1F66D-A165-4E6F-A61C-BED6F81AC9F7}"/>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C92FE838-FDEB-4624-94DB-BFB1F3EE19F0}"/>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0A97F104-B560-416B-A9CE-29DB3F31F1BE}"/>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1CF2616D-2B40-4138-8B78-847FC40F7FC0}"/>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107468081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2AC4EDB2-F8E9-4DED-BC96-4C660B5764C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1B25B4BF-82A6-43F6-A828-26945EE3A7B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149014AA-D67C-4F80-9122-B845CBECEE1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5C22896-6F93-4C0E-9103-FC5B11D10FF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66491EAD-7D97-4664-AE06-A7D5036F427E}"/>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ADE30F1-E747-43CC-9DCC-6BB63B1EA08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7CA272D-5ED8-4860-BC6B-3FA0A5C798B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95E3BBB-2BEA-493C-B024-78B41353BF0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3375D52-8B06-4BCC-A28E-B043F2FDE66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4334082-BC03-4D78-B82B-0E55E281179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0B91B80-2CFC-41BF-B221-861E4032A6A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9091E79-D004-4DFE-B339-46BDCA80537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264B859-69F0-4ADC-ABB4-0EC72F123B7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111251B-053E-4A24-91A9-D036380BF86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74E67D6-352C-439F-8ED6-EEB963849A1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14FF6B5B-23D3-4130-A17E-5AC255921306}"/>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6B8882D2-C540-4B35-8AC4-9609522B67C0}"/>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263DA6A0-5244-442E-89D1-ECD1C3C3F224}"/>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DAE70FF-E140-41FD-A429-C2430E0D69AE}"/>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84A849FE-90E5-45E5-9DA6-48BF07AF6BF3}"/>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317AE499-9581-4CBE-8254-69D766D663E7}"/>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DE9D6DA5-F6B8-4D8C-84F5-E160120C05C4}"/>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E833E438-E9E1-42B7-A55D-67D87F7F64CA}"/>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2FF73676-1497-4DE9-8B8E-F9F6C8756FB7}"/>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8A375E6D-0DA7-4B4D-B2B3-A8ECB7C0B2DE}"/>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9B86FA1D-ED21-4923-8E29-20F5FD141BEA}"/>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4D1A8675-FFDC-4EFA-9725-BF49DB5848E2}"/>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E87D1B83-0B3A-49A2-B249-3EF51F5023A4}"/>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B3A10266-D0E0-48B4-B150-4DEAF8731C3A}"/>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85F88CA4-A9F7-42EB-969D-9B0843B6A7A1}"/>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12EA1BD1-E0D9-4C03-954B-1E600DD3461E}"/>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8C8D0C25-57A5-4E58-B209-0F46ED134B85}"/>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AD23B615-F4E9-4DF2-8320-8E2C5C6C1254}"/>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154459185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1C94DCC1-9D59-4A37-8910-710663200FF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385D19C5-C242-468E-8012-BF6211A7B9F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E3A3A11E-3FCD-41D8-A551-316E2CE601E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67E194-B6BA-4B3F-81C7-DBF35A8A58C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17952A57-DCB5-4325-B040-1FD566F7827A}"/>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42263B8-C63A-4919-8344-E030BC463AC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0156F69-198A-42C3-9846-3C694B90865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5542E8F-BFC7-420B-B60A-02B48941889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E36112F-ADA5-4697-B3B5-4D78A32A656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8930134-0E7F-47CD-899E-F3A0A66BCB1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15544C0-A7D7-4599-B668-2AF8662B670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D5C617-EFEA-495F-8A1E-3438B369D9C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ACA20B2-5189-4A48-B1A9-10C0D15D9F6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403260B-FE8D-404A-B381-A778E426F67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6092F56-3E0D-4B4C-876E-83E58D78073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736634A0-3845-4AF1-834B-B007D1AA7856}"/>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01A73F91-632B-41FB-BE5C-1ACD50BA29D9}"/>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D67EF554-984D-4124-9E8B-95A4F1EBAA10}"/>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E890FBD0-BF35-4240-A7F7-3E8704F22F17}"/>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77D095-D668-40E5-9E2B-9DC37123A00B}"/>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397B9301-F000-4AF2-9F41-3AA3AC6904E3}"/>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0224497-81BF-4BAA-9FBC-768826996EA0}"/>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BEF2CD46-9B82-4A5F-9921-3996115EEFA0}"/>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6E0E61E-DB4B-47BB-A076-EB26463E0F23}"/>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075D6E00-1917-433E-A6B2-0D6854F64B59}"/>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79CD33C1-937C-4B16-9EA9-6A0494B806B2}"/>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EB209676-518B-45F9-A971-855F64A63995}"/>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EFABFE6-01C7-4E70-9396-D6814152F628}"/>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65535698-2552-4E4E-9F19-0611594FE11C}"/>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4BDAF923-E70D-447E-BEC5-CAA8BD736089}"/>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B4E18F3E-22B8-4AB9-967D-180DB782E2E2}"/>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4113E71-A557-4B0A-AAD5-0AF26F50C9FF}"/>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28C952F9-F87D-4FA4-A419-D036FCE7A5C3}"/>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7C1F9DFA-DDA7-4AFE-99AE-A95FCA5E7E9E}"/>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9EE9CA08-8232-4B77-9B44-06A77275FEDF}"/>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E973295E-932F-41F7-A4A5-BA7298EF4B84}"/>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8C6CCF9F-E5A0-45FD-BDBC-8E67D263B99E}"/>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7D05430F-BCF0-40C5-B9D1-C7E697D2CC28}"/>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B6802D53-CB93-4733-A73F-F4CF738146C7}"/>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A741A8D0-110B-494F-A2C9-18EF02F420CD}"/>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D0F4F818-2384-4822-B6F8-B7A1BE63B6C1}"/>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68D66047-7EF4-470D-A290-CAC9EEBF22CB}"/>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9B1B4C2-ECAC-49C2-B6F7-B4A744F3F661}"/>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EE6AFD6E-3283-4188-9361-165D267BEDB7}"/>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EC9AC81B-911F-490B-91BD-EDBFEF3E4F36}"/>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D41889DB-8AA2-4BE2-91D4-1595AD27536D}"/>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4254264D-7A37-48B0-AF13-797712ADF527}"/>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CCADCB76-424E-4F1B-A40B-3644271B36D6}"/>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C160E04C-1B47-44CF-8A35-07D9455E3441}"/>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095A4AF8-ADE4-4736-85BB-16FAB436776E}"/>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D8037256-C906-4EEF-A16F-BC0E3EF407F6}"/>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E1A6FACE-F336-4D91-81B9-C56B5DF31B55}"/>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D0805CA0-29D6-422D-B31A-7555DBF7F14D}"/>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4FFE3C45-F6E0-4B2E-BAE3-1D5445EAF27A}"/>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8892E03F-04E2-469E-8AC5-D07708A436E2}"/>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53025B41-C788-4B74-9035-6D98D3A1EA69}"/>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5764465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356A86E-2FFF-4DDC-9562-BBA0817101FA}"/>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35CAC854-D793-4001-AC30-A8593CE6B495}"/>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995C4505-0B2B-4693-97C9-8FE132AC5460}"/>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7769B42-8C68-4B64-9CDC-72520BE6AEA3}"/>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679BD6BB-055B-4FC4-9C84-B601083EB2A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F3B4532-3AE2-46BD-8843-ECF7409CA6E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3B4ADC2-4A1B-4E72-904D-A692700BB0A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92055F7-EB2F-400D-B0E4-A9946ED5989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9C86253-1F2F-4867-B41F-9A7A3D2B4E3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A9E1F8B-47EE-47A9-A122-1E49BB5069F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D75C3CD-0299-4570-B586-D8F37A5F0F5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AFA8556-5887-40A4-9B27-57B5CC8C9E7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2897ABB-265D-4C60-8E30-0FD436A466B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CC8F5A3-8C6A-4F30-9251-E4850ED899C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85890842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C7BC1C5D-15B4-42BE-AE7B-31EA073724B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E2B3616C-A0A5-487C-BC92-2CA0CD4C26F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F10AD493-17A7-45FA-AEBF-CC63532E181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2A923E-EF00-44C0-A2AC-EEEC82469B5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548A474D-DAC7-47D8-8598-B76DB8849B7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9880139-6FD8-4E16-8652-C730ADD73B5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218551B-E42C-48B7-A4E8-F2A46D3733A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DDBC80A-3A66-4BB9-8371-7984427612E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6B971A0-350F-44E0-AD4C-ECB7D30B0F5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03A1D0A-5EB3-40E7-8519-32B3D551A4A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602021C-8911-44C5-B16F-92DEC83ADC6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33A1529-ED5D-4836-8EC6-30F0D610B1A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E2DC96B-6DD1-4E86-9100-00BCD1A930C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0197E2E-9A71-466B-8D55-C14D7E9F91C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A4F2A0C-1CA9-4453-88AD-E81387A48F46}"/>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A0560907-FD14-4D50-8CCE-8AD15FD31137}"/>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BC9D84D5-38AB-4C26-B9DD-2831BDAADC91}"/>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9BD19905-C7C5-4D11-B5C0-D7FD78E4A137}"/>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AC88ED23-46F0-43B8-9D81-2035D57A45B4}"/>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6743CBE-9A8E-47EA-81FB-36197E26A26D}"/>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47A4496-DFBA-4347-AA83-2E6CB4CA6FD9}"/>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C551AA92-CA44-4DE7-A8E0-5F8E49B25EB0}"/>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39A10189-2E50-45BF-B8CA-B8F7BA0C6F0E}"/>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F1DD069C-F687-4A70-BE50-B3C72634C005}"/>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0894F0A6-7AC8-49DA-B136-FEB976869212}"/>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B1F8A1B-9159-4F10-A1DB-68A6F8C47BAE}"/>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1C3D0C2-9893-4D6B-8935-D7D0B00E255B}"/>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206511769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D43B3780-5E96-4C64-86F0-BA1B472FBA5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DD2D2874-0A8F-462E-885C-D9E163C3759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1C33579B-4EF5-4D7E-8F6A-D595E7AB04A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D70074E-0E15-44A9-8096-BEC9ECF184C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826ABD2E-4B20-4E82-A54E-4F2D4BD4263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9506831-5211-4D62-B00C-962DF88E08F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AB8DDD2-161A-49C6-98A4-CA6EE95BF58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8E00F87-CD47-4189-BF11-30ED89C9CBA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C5AC845-8EB8-48A9-AA47-D7E4112C4F8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A0E0791-0522-47D0-BC93-3DDFB09668E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6DEF4C2-C9E1-4467-A9FE-11032829C5A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1AE9FB-74DD-4F4B-BBF4-E4083F03C92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89A1067-F5AF-42FD-B3C3-00BB18517D5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8C4B98B-8C95-4CF5-A46B-DDEBD1CF152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12D92F3-18FA-4442-A0D8-686B426F1779}"/>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4CB24F79-C455-478A-8B05-5C7F211B09A6}"/>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2B6201F1-3B8C-49C3-B747-3F832A9453B6}"/>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D5448A7A-BAD2-466E-B8AE-53AF136AC6B2}"/>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BB77178E-8AA2-46CA-BFD5-4C1F5710B682}"/>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92C83F0-046B-4D3B-A96B-CC407CC956D1}"/>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2DAE1D5-A948-4351-AD72-486C9E019236}"/>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87118012-41BC-4D91-B15C-680D2A911CE8}"/>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92E7A30A-E40E-45B1-BABE-247E25CFF395}"/>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B5B96716-CF80-4D51-93A9-7185D9EFBAFC}"/>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04D0803B-CD87-4CCF-AB5B-2B52C5B77A25}"/>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63E9065-2446-4EC2-A4AB-CCAA548D96ED}"/>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9A74197-7A75-44A1-B222-945F20A284DA}"/>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3DB91057-E4EC-4809-8D83-B937D4EB6025}"/>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F63D4902-32D7-40FE-977B-85F838B7FD3C}"/>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07267056-4835-4E03-9332-B1BC7884C4A4}"/>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CC6732B4-F099-4B77-B8EC-B5D40E13101C}"/>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B3AD77D-F27C-451B-AF3D-3F6A1EAD2E2A}"/>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D5AD85C-261A-4AA0-8FBB-6A047059A5CE}"/>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E3A06911-50E0-4023-AC3B-DC2A489B6DE0}"/>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D0109390-B4C8-4FDB-A746-F6ED7FA456FA}"/>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702A5F99-0055-4273-B0BD-E1FA27C4F7B8}"/>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25E6707B-1DEB-40D2-8F3A-BB344A5B694F}"/>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3D3EF2FC-81E5-47BD-8073-666A91EB2755}"/>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73C893F3-5AC2-4822-88C5-DB611B449727}"/>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50020737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4CFF98FF-115A-436B-BDE1-4BDCBFFC43F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4FE69771-DDFC-4418-A09E-AEB6407502B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5CB7005E-737A-49A6-AA7C-F2521CF8A48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D4939B4-5F7D-46DF-9AA5-0876FA8FF16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52FF7E6E-ED82-4AE7-A748-529CE42EA14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B7021DD-4DCE-42BD-B10F-44C968D8E25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8E8FB1C-0640-4BDB-AF81-7E14676324D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19DBF15-3A9B-4562-8D31-15BDF592946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EF9F1DD-F4D0-42ED-8D44-04883D484D1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A193EA1-069A-47D2-8289-C623603BDDA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2624034-2A5B-4B54-8644-F68DEF81A1B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96C20A6-F09A-44B3-BB19-23DA9CF2D0E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4A28DBD-E671-4CB4-B7C3-8C8BC31156F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537F3F4-0C83-4336-9648-19DACA559DA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DC0D687-5083-4F9A-A83D-419C0969F26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9B925D21-4BA3-4221-A575-BAD284D07140}"/>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CD5619F2-EE36-496D-AECF-3B5FD337463C}"/>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FE1F12BA-2A24-4306-82E0-703ACC902E45}"/>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84B5712-EC53-45D8-85EA-E6036A888CA0}"/>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C6FB5C04-0E00-40F4-A856-4989F6C4EA8C}"/>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9FF6F4C6-7B65-4B77-B0CF-CB6855D11D18}"/>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A3C9FFD3-D293-483A-A4DC-E02A28009406}"/>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21A4798-738E-4EA9-9887-86C75B46FBB8}"/>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120840303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0458BB9C-30CB-4706-98C9-3F1AD8AA664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AFA4352A-10BD-46E5-9A2C-4F4229DC4AA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17C263B5-D150-4C2E-ACFE-FE840780AEA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F7F3B5-55E1-49A0-B335-5F2DE88DA3A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ECBEA7E4-FE7B-4771-902D-D9A26884AB9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2C540A0-ACFE-4F5E-8379-93627EF0B55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D82B066-7C28-46FC-9758-FA5DE4C64E1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21569C8-0791-4418-ADC6-76D71781785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490422E-C18B-4A98-98DC-635D75FD0F6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0F0B98-8D8D-41B5-9890-E81147F0E1B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6BD2C0B-5480-435C-88FB-614F786F2F9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6473A1A-5430-4AFC-9D13-F979A1793FF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A509D79-918B-4B19-9DB0-3F9DEE57E48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09624A8-5CF1-440F-91F6-6E91D0A3A59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B0FB20B-00E7-45A4-9260-BD410976666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681D5F19-9478-409D-9AC5-B773C0213617}"/>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D38349E9-452D-4155-8B1F-C71C2A076D6E}"/>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1B873F95-61B4-40EB-8065-D734B176CF67}"/>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F5877700-D6A4-404C-9B85-62162E6227E4}"/>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EDAFAB6B-4FEC-411D-BDDA-9EC8CAE294BE}"/>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F20E6FC9-70F2-492F-9661-546950A0F571}"/>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6636E300-FFE9-4AD5-80B0-2B7DC01C6162}"/>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3E82C7E1-881F-4861-B463-35FF785109E2}"/>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0C5F89DF-B0A1-43CE-A57A-3737A88045FC}"/>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A0814907-75BF-419D-AE2D-07D415D089BA}"/>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7A149DD-CF12-4B4D-AFC3-4758E478A6C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105385800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64AF116-D702-4C4B-848F-B230F96FBD1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171A9501-F771-4C20-B7B2-D17AEB3D7E3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07C6FB19-70E6-45D7-B3F6-85126B7EE0A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A41D3C6-7F85-4226-A2D0-7351F6EE79C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14714890-6C64-44C0-9D5D-AF010D8E856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BC1DE2-AB10-4C8C-9CF7-6AEB5A19C3E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44E3D1C-E867-4B95-B14D-DA9EEE3B975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A58E55C-6612-4B6D-87C9-5BF3928C365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F8D03EE-4879-47C5-80F0-E2EA91BBFCB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80A8E97-75DE-462D-BDB9-9DF3A263805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38C6030-27E0-4EF0-AE06-6D1FC8413A3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07B85D9-C858-46AE-A684-ED49588F0C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FD43925-069C-429F-8E3B-61090023C5E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C2624A9-8DE7-4A1F-BAD1-6D9FBA29F22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30B78FC-2C03-4C35-8843-29AE5D89AA61}"/>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914BFC1D-6783-49A3-A483-E5E122C038A8}"/>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E95FCADF-CF9D-4DE5-A5CF-7025E5E3A0E6}"/>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5E475E6-9915-4DAA-B3E7-A04F81B6016B}"/>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9CFB9366-1FAD-4175-8F71-57BD35BD3F99}"/>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9C5C5974-28DC-4E58-9C3B-E71181A6EE91}"/>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F7CF4B5-3C2A-48D5-ABC6-023E56BF8013}"/>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7B2EE07B-6179-469A-B810-06ADC029EFC3}"/>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C946DC3C-A7F0-4F6E-B816-CBBC1D1BA63A}"/>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74534A1-0E35-4A9E-AFDB-D5B8A6E5A2A2}"/>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D82DB530-8308-40E6-96A1-D088D5392341}"/>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9699864B-93AD-4D0E-A5A2-66D98722915F}"/>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DCAADDB-6BD4-45D9-9E89-2CA957FFDEB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6188EAD-035F-499D-9B77-53EC43F5150C}"/>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22581721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80456D4-9EDB-4CBA-8880-6293108A1E57}"/>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C745E03C-B2CF-48CA-B979-DA58D3DE1673}"/>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4ECE86F1-D0CB-4D30-9A02-B619C0FEAC50}"/>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04EB57-963B-46E9-BA59-290878B13140}"/>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B8006D34-AC72-429E-BB6B-BB16E43EF171}"/>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C172A388-A141-4B83-9F5A-8D7D7DAFC438}"/>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26D67C36-1CFA-4B10-88A4-0629BD8689F8}"/>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1E5D2017-6EAE-42BA-8772-C9987ACB6237}"/>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1B0A1A6-82D8-43CC-8DA7-D10480C42879}"/>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ACF396E7-CA40-4090-8BA8-C719FF2D2E87}"/>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516A4099-D03E-4AD7-B3A5-D98BF220F969}"/>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894D081A-6102-4CB9-A555-2A4D685700E9}"/>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949B7C67-2851-4D4C-B151-7C7A0F2805DD}"/>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0E2797F2-3CE1-4594-8E54-6F16D96C2000}"/>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24220142-B5A2-4867-B4F4-8E3F971E2C28}"/>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CF545796-8358-4D57-B6D2-58A89187AE78}"/>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55509958-FE71-40AA-B92A-FA88B18EF3DE}"/>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B2FB8569-B862-41DC-AACA-4471DEBEB198}"/>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49B1D2D3-CA58-4BE0-A179-F2467C7B3FC9}"/>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54E2F256-A135-45E1-BD95-ADAA0B882E7A}"/>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9DBEBDE-5D3A-4198-9643-7DB49F35C9F2}"/>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6442E87D-6B9C-438E-BCED-8BF08358F79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1C49D54-2955-4FEA-9317-FA3FBD14F80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056CB23D-6C09-406A-9B8D-FAD5880BE13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D1DEF2D-4B0F-45CF-B401-5BC0286059D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A5D40988-B397-4653-B6F4-52E7C61C1D8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BC55479-927D-4F03-9465-32BF08D6E78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B9CFA749-DC53-4953-862F-E4822E0FEA6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8FF1865-441D-4C87-930E-3385B404F9B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DDF68E7D-4274-4B4C-9B1F-37EAF592C7A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6C2483F1-4202-4DC9-8A1A-8A1046D45D5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9710868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59C2639-EC13-4087-AE69-25F98DA425F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3D3E7D06-3B3C-4DB0-B1F9-64DF0EF4050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E400A2F1-DB88-4429-A866-4504B718211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2F76EAA-70E4-4930-B473-812E4C32FCC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CAA27651-A1CF-47F5-993B-F18241D09FA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3157818-1FCE-46E4-8159-614D56CC4C3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1F5176F-51CF-4645-A437-A4639D5BB0A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1D1F6E4-975C-4FF3-8B48-A8BBB65C914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2260EA7-1062-46DB-94EF-64A210E15DF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BCEE0F5-A833-4D62-88C3-79496F6C8F8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1E002EC-2C62-4384-BC50-6CEB16302F0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C2B91A7-9822-448E-975F-177D56067B1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11B2B64-CE8D-40BA-A6E6-BCE7FC37032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314951-1431-472D-8A8F-A3A0C830668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36395D4-0728-4CCE-8D14-BC69C3C68AF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73A221A0-03F2-45D1-901D-244AD7F361C7}"/>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4B73B135-125F-42C7-909E-CF70B618846C}"/>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4721C0D6-47D7-4EC7-B628-368253F511CC}"/>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83719D98-1E3E-476F-B27F-5B9EB2BCE2D5}"/>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5378D28-3C15-4A8B-A589-C66E4313CD6D}"/>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FD6D99F5-B073-439C-9988-1DF60C4047C2}"/>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3A7A1E91-316C-4595-96DE-FD54600038A0}"/>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2EB8F00-0288-4553-82A9-0D130A9E469F}"/>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AD53C0F2-998B-487E-BBFF-DC2F6D7901C2}"/>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2EA7F994-73A4-48D5-88E6-0D787BC893BA}"/>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83481F4-A601-41B8-96B2-945C64D14E11}"/>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FF6B67CE-316B-4B68-9525-E881B11EDF4B}"/>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F248981-9544-4987-87A7-C10A1283E429}"/>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DC3ADB9-34B8-4505-A55E-552F9B6B95A4}"/>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149815219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6D85B91-4B42-4E40-8443-59851C99C9A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735D3E7E-3C4A-45BC-ADFE-1AF1E770D4A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0F87158A-F9B3-4EC9-AD6D-681EDD5614E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8CF50F-B3F1-4D63-A839-2D8B759126F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A308638F-8945-4DBE-A838-A5C95C846F6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2342E22-7E07-4DF0-94BE-9341EFC32E7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D2CE429-CC36-47F9-985E-C1833855210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413CD73-D6A8-4082-9295-CDD763D1884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802DE1A-DE9A-4632-82A2-115F9AB4F6E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FC20CAD-3C3E-4BAA-A683-1ADB3840E86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E4539A-BB73-44C1-A763-777955D663E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14F8D59-1633-4039-A7A8-A625731266A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3CF4102-0E99-4916-BA0B-E7C0D1155E8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8F72B60-843C-4A25-8FE4-D48783D4D1B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BA69B3B-33ED-4827-84D5-5FC96348578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DD8FDA62-97EC-4EC0-AB49-362BB8CD8602}"/>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C63BB575-1672-484E-8792-32078895B681}"/>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7B47F061-E593-4457-A0FF-BC58910FD85D}"/>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561779C-BF2E-4F5F-9DB5-6884CD2A2B76}"/>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28C4FECA-854F-4EA4-8417-BA0962E3815A}"/>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4007ED85-C9C8-47D3-A3BB-1451DB8AAC03}"/>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0066DED-E762-497E-82B2-CB67D4B210D2}"/>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8EE6D229-DC2B-4FF3-BD3C-747944B62C4E}"/>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C91CFDD9-3C00-46B4-83CA-F8A8D74BD294}"/>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ECDE21E-16A4-48CA-AEAE-684A7DB6FA9B}"/>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97317526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677C47E-0E17-4125-AF9A-E5B65410DBD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683EECD7-CCBF-49C0-9354-6CDC90D8E02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D13A2644-DBBC-4F93-A9DF-0127CD89AB9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901FFAE-913C-4367-8100-E59EF96E8B2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36893A2A-EFA8-4F77-992E-2D66A46CE1D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8E5F9FE-B70A-4D5C-A941-1637DF37E66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AE7C311-4670-4FB8-AD0B-9F48FE1F4DF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7F3A4C8-BC32-4A41-9323-D8332317D5A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A52CC2D-6B50-4212-9DEC-27CFA163290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D841BE8-26C0-4036-B787-C13193B8285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FF8D8E6-B29A-42A1-9A14-812C6B36A09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12A6829-B671-4AEE-82DC-1AC3B6E4645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B50553B-9E56-4550-A791-DD265267E09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0185295-AAA1-4C44-BB22-FCFA8CEC21B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3A11898-F17B-448F-AD4B-E2A10144934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6DB27914-8252-434B-860D-646D08DAF746}"/>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BF76B0EF-375B-45FE-BC51-866C102E14D3}"/>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229FEB14-6F69-465B-B44F-9709C367887A}"/>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A5AD1BA-BBA7-48CD-9B67-F0A678580A4C}"/>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B2B7690C-979C-4849-B3FC-70035EC9B5DC}"/>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42171A3E-E524-414E-AB7F-D6EC3AB03C4A}"/>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C984B9B-ECE2-4A7A-9928-F4CA1E60A42C}"/>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90923946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97975E2-6E80-4F48-B2DE-C93BD17EBEF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8DE7C3D5-9016-4B71-B31E-2C3E5F1E76D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AA4E0471-B50F-4320-B072-A96EC356897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D6D611-4EFB-4744-8CC6-AD7C928E737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3DCAAB4F-0429-42D9-8409-53302CA0B36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235DD18-E8C8-4D54-9C9E-5EA8085B059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7CC041D-8711-4BC5-AB2C-39D0D1AADDF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DA02DF7-FB40-48C7-B5F1-5BF8221668B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ACAF313-5089-4734-8029-050323FE59D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0AE4BEB-581F-4394-8D6F-3C59366B0AC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A35C71A-6BC4-4E4A-A9CC-908B6E0FFBE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B02C063-8EA0-48B9-8968-6903BE6325A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30FF759-3D38-4B8E-A020-629826A7834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5569924-1DE1-492B-9A6E-8647BCFB969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906C7B5-F5C0-461B-9603-988AE1F6942C}"/>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0A5FC35C-BB8D-4685-BB8E-867D7F6956F3}"/>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C1938BAA-A1EA-40F9-B3B2-94D0E8ED0D7E}"/>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1F37D8F9-FCCA-45FB-B23B-B2E6CDE390CA}"/>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0F8119A-63B9-4A50-8E21-73B106F58629}"/>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508C11B7-499F-4EA6-93AB-ECD1156B86B9}"/>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0B5C1973-5BCF-4810-A30D-F98F325314C4}"/>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92A9A53C-63C8-4F17-A16A-29CC616E9A2C}"/>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0058F4E-FB30-405D-946D-0E0020A59F71}"/>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6C28C602-63B5-41D1-B923-667DBD231EA2}"/>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BFA5B986-8C69-4AD5-9E56-D11094AA72F5}"/>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55E28FED-C804-47A5-839D-51A4A6FB9A19}"/>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60D6079-CB4D-4405-86EE-E8B6D12F8E71}"/>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E7446B21-29F9-4653-81BB-0551A0C83AE4}"/>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A0529105-6E72-47C1-9FCA-6241F49D2B87}"/>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0FE8D4B6-3831-4254-B9BB-7E6BFB9994F0}"/>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46D7949-50BA-4A3C-BCFB-373AAC17F733}"/>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53A2D29-2AF4-408B-810E-57AAF487DFDE}"/>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161912546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57221E3-9D4A-429B-9E5C-D4E228E82856}"/>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C205479F-3289-4D29-BAC0-CEC52B91C440}"/>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9D11CA43-65AE-480C-95BB-9E5298E65788}"/>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3EFA46F-1BFB-4B57-A59C-998294F04647}"/>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7C8B475F-1166-41BA-B40E-3AC525CFCAE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421A34A-B414-46FE-ADC7-2DABA454692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5D5A562-A4FB-4B54-BA0B-726DAAC2390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91E53B7-1CCF-4056-8440-6504109D566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3271A9B-0795-4354-8D3E-81FDF9953FF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79DEF75-9193-4EA4-8860-FBF09CA5FDB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C40A827-2C61-42FA-A8D5-3ED8A83CFCE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FCACB5F-B9C9-475E-BDF4-3D36B582BDB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B752A10-7186-487D-B24D-CAC0C05A0C6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5636FEC-6494-4130-B46F-D8FAE6A6ED2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15052265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21E089A8-0CE3-4229-9BAE-754FB3D417C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27A9B519-D71E-4241-B7C4-68FC90CB043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4CDF45A5-2BDA-4B40-8B59-CF7EFBCB083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4F37CAC-8856-4F01-AEF1-87980962875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AAA00CA9-E226-4CBC-BAAF-0E008D29BFB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FF98BB6-1E06-491C-AB6E-1AC534F926D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AC63B0D-71A6-4C17-A4CB-4A422FEF8DF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E7DA984-EE03-4427-AF2D-A9BF2B5F61F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DC7C1CC-257D-4BD4-8949-45007CA8477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01F433-680A-4B8A-AB0B-757AFD0DDD2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06A8E3A-4F9B-4427-8F7A-AD92E958162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33B754A-4BC2-4EDC-A56E-5E563802E92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7A984B7-84F4-4D89-909B-18532DEB3FF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135FD7-845C-4D1F-9F92-8CD08B5EAFB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1A78FDF-A5E8-4BBD-B17A-ACCDDC15492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FF4C7732-78DB-4740-A40C-9B98A7F917B7}"/>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F1553ABF-1EF1-437C-9BEC-331AA8B914E0}"/>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CB859435-4601-4B01-A412-4A560A3638DE}"/>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B346D60F-9EF6-4255-8CA3-0C303C453F78}"/>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6E60FAC3-D738-4BCE-946E-0EAD779D3D76}"/>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81CCFE42-5569-4087-B138-5E4446261F20}"/>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F6620820-6A0D-446F-812E-BDBB0452629B}"/>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DE3F2F0-A3B4-46A5-A82F-E3EEC4CA6DE0}"/>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696B6791-4BB8-4904-B5DD-0F32EC7434F7}"/>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4341D535-3980-48A2-AC4E-5B2D29F72AA7}"/>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557558A3-0C9D-48BE-AFFD-4E08106EEB79}"/>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308022C-44EB-4970-91BC-B28588C88907}"/>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8E3A8208-1F5D-4DB1-8D6A-9BD816FF5F88}"/>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E53D35F0-7F91-414F-99EE-26A327AC5E88}"/>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AF93F12E-B814-4385-AF2F-AAA45C019D19}"/>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4C6420F-7A5E-46DA-B67D-5BFF4BA53CB5}"/>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B5F7792E-46D2-4511-9282-722AE29F0D73}"/>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E14CD009-3CAC-4969-AAA0-67E1114838A2}"/>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5E42AC27-390B-49B7-B0E2-4170C96A241C}"/>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A6D6E665-5E3D-49E7-B2A9-97E8EE3964B0}"/>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DA25E0EB-9502-4E99-8A7E-3FC49D249B4E}"/>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557F600D-3C4F-4E26-949C-263774062DD8}"/>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02332314-1126-4B7E-9446-2AA097E62FC6}"/>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98C41671-7B2C-41FD-BF09-5725BDD96E0D}"/>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233F2162-ADA7-48D7-89B0-E89D9E92851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76123330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DA572EA-FEF7-4469-BED3-7B173F2E36E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4B195C77-1586-4667-8A20-EF23D084BEC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E23896BE-E816-4940-992F-B658E6DD46A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FD52CA9-2909-402F-9586-9462FAB12A6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70C9C271-C11C-4467-A303-F1242CF2D49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D1D18F-99BB-4321-916B-23191E6CE89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5A52A2F-8483-402A-81F3-8C27314060D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1FE6E51-AD53-4730-B492-7BCF13474CB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EC035DC-C9C5-4091-9B85-83281511DC9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8A99BC-8838-4796-8EB6-6476B682BFB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3ED03EE-F63A-465F-AE9E-61D0077AD00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C4F2E77-36F0-4A7A-995E-78C1D777C0B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4833500-E63A-4A70-B1D0-8F3BBED516E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530A1A6-B8B1-40C6-BB02-6719F093A61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02470F1-2AB9-4EBA-A3C3-8D9E6B98BAC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D572B95C-57BA-4BC1-9185-0CA160ED979C}"/>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D1B56FAD-0420-44DF-A8AD-C230B30B1DAF}"/>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B4FC0E68-7523-4A36-863E-B0B2E8CDF245}"/>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72FDB621-9BFF-46FE-90E1-0D47AF7918F7}"/>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55E2AA8A-D251-46A5-9782-B87E076D812A}"/>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66440D2-028C-449A-BEF7-1C5CC2E9DC31}"/>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A7D6EDA-2BE8-4F86-AF06-CE6899A76719}"/>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0776DFA-A04F-4FDE-9A62-541C9A953CBA}"/>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DBFED7B-F58C-43B1-B939-B7065F093C59}"/>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CCB214C-E4C9-44B3-8969-6FBDB048EB69}"/>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C2ACD8E-40E3-4D65-9F03-675BA2DDC430}"/>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FFC727D9-6E2A-46B1-B6B4-121A393E6817}"/>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1C696AB7-9CE6-4D2F-BF26-355954F6CDE6}"/>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E228445A-0B77-44FD-B436-8D20D62015AD}"/>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49C764F7-0339-456C-B424-EF75C15F7EA0}"/>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09886C0D-8DF6-4D4A-8E5A-6572931206E7}"/>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F3C4E30C-B259-4C22-800E-7FF46E359ADB}"/>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596B8BF-AB38-42CF-A444-BA79719C9396}"/>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32390C67-3663-424F-8868-417444973CA5}"/>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54210229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CC8E1E0-EA82-42C1-89B3-EA10C6D6E50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A575A45F-708E-49B7-9D70-29B4EE103F2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24D7B3D0-B68B-4D2C-BA73-12C5747ACB1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486F0AD-0440-49B0-BD74-833F8373A22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87D3DE1A-AB5C-4703-968D-E99EA64C4DD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BE5DE9-73F0-485D-A6B9-C1840088084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B87961C-E8B4-457A-A9D8-2711A6F34EF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3EEEEC2-A981-44A8-A681-D58F0AD1F39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14965B5-A485-4AF2-8991-CC928122146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1D85194-F04C-4488-8DAE-0CF23E4F18C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2B78D13-AB56-4F71-929B-1C09689F65F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EABE023-5ED2-42A4-AC97-108F8781DBD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F60873F-B51C-44EB-BE76-F43704337D8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F51CB79-C9FF-4644-9CE6-2B604B70CA4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6B194FA-B3A3-4DCB-BF61-896A40EADBEC}"/>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7095BC21-A681-4D9C-B0A0-932C6928E585}"/>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534F4908-964B-48E0-A587-D422C6A70872}"/>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46E4E0B-BDAD-4D4D-93F5-0BDAB67CC764}"/>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4BCD8631-C3F7-42AA-B29B-091D082F9E40}"/>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FA2D890E-0FED-4673-900E-292DCA3B1758}"/>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2B76AFD-2E68-44C8-9944-73F7C51E2F33}"/>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9BDAC123-DCD6-457F-85E7-C0533EAC5215}"/>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394A1681-37C9-4636-AAA1-9B559D4BD9B1}"/>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7899DD8-8858-4565-B048-FFE36ED5248D}"/>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24F7A1FF-A90C-4A1F-BC75-C42E0D1698F9}"/>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5B7686F1-5A67-4136-BF8A-E9A15C528A56}"/>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5E94750-E965-4AA3-BF64-37F7C07B795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BDAB187-8985-40D7-9904-76E922D1001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2452776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A9C5AD8-AC41-49D6-853F-C5B6A6DA4239}"/>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1DF1CBC2-1A22-4084-8ABB-D73715F63447}"/>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Try participant history, then check label balance</a:t>
            </a:r>
          </a:p>
        </p:txBody>
      </p:sp>
      <p:sp>
        <p:nvSpPr>
          <p:cNvPr id="3" name="">
            <a:extLst xmlns:a="http://schemas.openxmlformats.org/drawingml/2006/main">
              <a:ext uri="{FF2B5EF4-FFF2-40B4-BE49-F238E27FC236}">
                <a16:creationId xmlns:a16="http://schemas.microsoft.com/office/drawing/2014/main" id="{9C623AE9-EA19-4FF9-A218-A22CC16541EB}"/>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761ED5F-7D72-476E-9635-79CF74186274}"/>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F292B408-B444-4318-818D-864E447791EB}"/>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8EB007E7-9F89-46AF-B883-B7557EB5CA60}"/>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49ECB090-2EF9-4747-AB42-CF88C9B35D0B}"/>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6: An unbalanced history can bias the probability estimate</a:t>
            </a:r>
          </a:p>
        </p:txBody>
      </p:sp>
      <p:sp>
        <p:nvSpPr>
          <p:cNvPr id="8" name="">
            <a:extLst xmlns:a="http://schemas.openxmlformats.org/drawingml/2006/main">
              <a:ext uri="{FF2B5EF4-FFF2-40B4-BE49-F238E27FC236}">
                <a16:creationId xmlns:a16="http://schemas.microsoft.com/office/drawing/2014/main" id="{7F91CF62-9B01-45CA-A07A-F89F8EF200E3}"/>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D2FBEB6-DEA2-4AE3-80A0-3C655B58EB2D}"/>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CB328177-D48B-48E8-87D9-FAE6EC286F92}"/>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7A1032E9-5858-41B0-BD28-E5193DBB6255}"/>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all 40 future choices</a:t>
            </a:r>
          </a:p>
        </p:txBody>
      </p:sp>
      <p:sp>
        <p:nvSpPr>
          <p:cNvPr id="12" name="">
            <a:extLst xmlns:a="http://schemas.openxmlformats.org/drawingml/2006/main">
              <a:ext uri="{FF2B5EF4-FFF2-40B4-BE49-F238E27FC236}">
                <a16:creationId xmlns:a16="http://schemas.microsoft.com/office/drawing/2014/main" id="{1F77DB4E-8F50-4195-A515-07A21F02D167}"/>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D84BA79F-832E-48EB-AFBD-1E8A0681C255}"/>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6A/2B with 4A/4B history</a:t>
            </a:r>
          </a:p>
        </p:txBody>
      </p:sp>
      <p:sp>
        <p:nvSpPr>
          <p:cNvPr id="14" name="">
            <a:extLst xmlns:a="http://schemas.openxmlformats.org/drawingml/2006/main">
              <a:ext uri="{FF2B5EF4-FFF2-40B4-BE49-F238E27FC236}">
                <a16:creationId xmlns:a16="http://schemas.microsoft.com/office/drawing/2014/main" id="{974C922A-8282-4468-9F9A-AD6CC5DF4B19}"/>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DB693AE5-4981-434A-ABCC-36D7CE1FA762}"/>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Score the same model with log loss</a:t>
            </a:r>
          </a:p>
        </p:txBody>
      </p:sp>
      <p:sp>
        <p:nvSpPr>
          <p:cNvPr id="16" name="">
            <a:extLst xmlns:a="http://schemas.openxmlformats.org/drawingml/2006/main">
              <a:ext uri="{FF2B5EF4-FFF2-40B4-BE49-F238E27FC236}">
                <a16:creationId xmlns:a16="http://schemas.microsoft.com/office/drawing/2014/main" id="{FABE971F-7B35-4180-9431-0AA660CB2914}"/>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7" name="">
            <a:extLst xmlns:a="http://schemas.openxmlformats.org/drawingml/2006/main">
              <a:ext uri="{FF2B5EF4-FFF2-40B4-BE49-F238E27FC236}">
                <a16:creationId xmlns:a16="http://schemas.microsoft.com/office/drawing/2014/main" id="{C71AD2EA-C331-407E-B8ED-F66918EB22E7}"/>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balancing repairs the probability shift</a:t>
            </a:r>
          </a:p>
        </p:txBody>
      </p:sp>
      <p:sp>
        <p:nvSpPr>
          <p:cNvPr id="18" name="">
            <a:extLst xmlns:a="http://schemas.openxmlformats.org/drawingml/2006/main">
              <a:ext uri="{FF2B5EF4-FFF2-40B4-BE49-F238E27FC236}">
                <a16:creationId xmlns:a16="http://schemas.microsoft.com/office/drawing/2014/main" id="{5763BBC6-C1C3-4D41-B5AC-2D65C1165FD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8D64C13-CDC9-4D6D-AF85-FDCC9534E65B}"/>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Unbalanced history can bias the model toward one label</a:t>
            </a:r>
          </a:p>
        </p:txBody>
      </p:sp>
      <p:sp>
        <p:nvSpPr>
          <p:cNvPr id="20" name="">
            <a:extLst xmlns:a="http://schemas.openxmlformats.org/drawingml/2006/main">
              <a:ext uri="{FF2B5EF4-FFF2-40B4-BE49-F238E27FC236}">
                <a16:creationId xmlns:a16="http://schemas.microsoft.com/office/drawing/2014/main" id="{52CEE05D-EC56-45AA-88C1-CF9D9C0B1BE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A9BD88D-8AC9-40CC-BEE4-E65A5C0A977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2" name="">
            <a:extLst xmlns:a="http://schemas.openxmlformats.org/drawingml/2006/main">
              <a:ext uri="{FF2B5EF4-FFF2-40B4-BE49-F238E27FC236}">
                <a16:creationId xmlns:a16="http://schemas.microsoft.com/office/drawing/2014/main" id="{CB0D1F77-1BAF-4C59-9844-0EA06D5A5BF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DAB87A5-70C2-4D9F-8259-A3C4D040FB9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4" name="">
            <a:extLst xmlns:a="http://schemas.openxmlformats.org/drawingml/2006/main">
              <a:ext uri="{FF2B5EF4-FFF2-40B4-BE49-F238E27FC236}">
                <a16:creationId xmlns:a16="http://schemas.microsoft.com/office/drawing/2014/main" id="{B22A3BEB-D660-4C91-97A1-5FE5E0555F0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E67CFF8-FFA2-4345-8508-029A0EA260B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6" name="">
            <a:extLst xmlns:a="http://schemas.openxmlformats.org/drawingml/2006/main">
              <a:ext uri="{FF2B5EF4-FFF2-40B4-BE49-F238E27FC236}">
                <a16:creationId xmlns:a16="http://schemas.microsoft.com/office/drawing/2014/main" id="{0FC7C34C-E3D0-42F9-8415-621E45599F3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BAC3E38-4EDB-40D6-B57C-569ABDBF22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28" name="">
            <a:extLst xmlns:a="http://schemas.openxmlformats.org/drawingml/2006/main">
              <a:ext uri="{FF2B5EF4-FFF2-40B4-BE49-F238E27FC236}">
                <a16:creationId xmlns:a16="http://schemas.microsoft.com/office/drawing/2014/main" id="{AC32BABC-C782-4D17-829F-FF4F3383B47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9D42547-BD63-4140-BDEA-65272CDF47E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47889855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20D1BAD4-06E3-4E63-A7B8-4E0E4E4265F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Unbalanced history can bias the model toward one label</a:t>
            </a:r>
          </a:p>
        </p:txBody>
      </p:sp>
      <p:sp>
        <p:nvSpPr>
          <p:cNvPr id="2" name="">
            <a:extLst xmlns:a="http://schemas.openxmlformats.org/drawingml/2006/main">
              <a:ext uri="{FF2B5EF4-FFF2-40B4-BE49-F238E27FC236}">
                <a16:creationId xmlns:a16="http://schemas.microsoft.com/office/drawing/2014/main" id="{80A7F27A-033A-4E0B-8796-962BFDFFE90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3355EBC9-99E4-4597-8272-8CB14FBDE98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9D5CE32-E47E-43B6-9F71-B1FE92038DB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379F79B9-1055-42A4-94DA-9B87C010F4F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E3073B6-9978-4C7D-8D85-DDB0E220A45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13CC2A1-8108-4B7F-BC8E-0D43C26A713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FADDECF-16BC-448F-BDEE-D89DFE87AD3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198C5B7-FB63-43CB-9329-621D3A15E49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E2313D-1D5C-4430-91CA-9BC75D728B2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B3EAF9C-6560-4439-B4A0-16D653292B0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FD0B76F-85DB-4802-8BC0-4E08249AB0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B913579-98C7-48DD-B2DE-E485E513367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642939-E923-42D2-8299-A222124F107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E3A7EBD-5343-492F-8541-8BD06006EE5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DeepSeek V4 Pro / P025 and P026 / trials 21-40</a:t>
            </a:r>
          </a:p>
        </p:txBody>
      </p:sp>
      <p:sp>
        <p:nvSpPr>
          <p:cNvPr id="16" name="">
            <a:extLst xmlns:a="http://schemas.openxmlformats.org/drawingml/2006/main">
              <a:ext uri="{FF2B5EF4-FFF2-40B4-BE49-F238E27FC236}">
                <a16:creationId xmlns:a16="http://schemas.microsoft.com/office/drawing/2014/main" id="{031B945D-A245-4013-8744-8BA6400479C9}"/>
              </a:ext>
            </a:extLst>
          </p:cNvPr>
          <p:cNvSpPr>
            <a:spLocks xmlns:a="http://schemas.openxmlformats.org/drawingml/2006/main" noGrp="1"/>
          </p:cNvSpPr>
          <p:nvPr/>
        </p:nvSpPr>
        <p:spPr>
          <a:xfrm xmlns:a="http://schemas.openxmlformats.org/drawingml/2006/main">
            <a:off x="800100" y="20002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Held-out targets</a:t>
            </a:r>
          </a:p>
        </p:txBody>
      </p:sp>
      <p:sp>
        <p:nvSpPr>
          <p:cNvPr id="17" name="">
            <a:extLst xmlns:a="http://schemas.openxmlformats.org/drawingml/2006/main">
              <a:ext uri="{FF2B5EF4-FFF2-40B4-BE49-F238E27FC236}">
                <a16:creationId xmlns:a16="http://schemas.microsoft.com/office/drawing/2014/main" id="{04D86F51-F951-4078-92B7-693B132827DA}"/>
              </a:ext>
            </a:extLst>
          </p:cNvPr>
          <p:cNvSpPr>
            <a:spLocks xmlns:a="http://schemas.openxmlformats.org/drawingml/2006/main" noGrp="1"/>
          </p:cNvSpPr>
          <p:nvPr/>
        </p:nvSpPr>
        <p:spPr>
          <a:xfrm xmlns:a="http://schemas.openxmlformats.org/drawingml/2006/main">
            <a:off x="800100" y="24003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40 future choices</a:t>
            </a:r>
          </a:p>
        </p:txBody>
      </p:sp>
      <p:sp>
        <p:nvSpPr>
          <p:cNvPr id="18" name="">
            <a:extLst xmlns:a="http://schemas.openxmlformats.org/drawingml/2006/main">
              <a:ext uri="{FF2B5EF4-FFF2-40B4-BE49-F238E27FC236}">
                <a16:creationId xmlns:a16="http://schemas.microsoft.com/office/drawing/2014/main" id="{AA6F8164-F767-48FA-A5D4-342FA9DE67ED}"/>
              </a:ext>
            </a:extLst>
          </p:cNvPr>
          <p:cNvSpPr>
            <a:spLocks xmlns:a="http://schemas.openxmlformats.org/drawingml/2006/main" noGrp="1"/>
          </p:cNvSpPr>
          <p:nvPr/>
        </p:nvSpPr>
        <p:spPr>
          <a:xfrm xmlns:a="http://schemas.openxmlformats.org/drawingml/2006/main">
            <a:off x="800100" y="28956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283643"/>
                </a:solidFill>
                <a:latin typeface="Arial"/>
                <a:ea typeface="Arial"/>
                <a:cs typeface="Arial"/>
              </a:defRPr>
            </a:pPr>
            <a:r>
              <a:rPr sz="1725" b="0" i="0">
                <a:solidFill>
                  <a:srgbClr val="283643"/>
                </a:solidFill>
                <a:latin typeface="Arial"/>
                <a:ea typeface="Arial"/>
                <a:cs typeface="Arial"/>
              </a:rPr>
              <a:t>19 A  /  21 B</a:t>
            </a:r>
          </a:p>
        </p:txBody>
      </p:sp>
      <p:sp>
        <p:nvSpPr>
          <p:cNvPr id="19" name="">
            <a:extLst xmlns:a="http://schemas.openxmlformats.org/drawingml/2006/main">
              <a:ext uri="{FF2B5EF4-FFF2-40B4-BE49-F238E27FC236}">
                <a16:creationId xmlns:a16="http://schemas.microsoft.com/office/drawing/2014/main" id="{59803D6C-D1B3-425B-8A5D-4C750DA7DABE}"/>
              </a:ext>
            </a:extLst>
          </p:cNvPr>
          <p:cNvSpPr>
            <a:spLocks xmlns:a="http://schemas.openxmlformats.org/drawingml/2006/main" noGrp="1"/>
          </p:cNvSpPr>
          <p:nvPr/>
        </p:nvSpPr>
        <p:spPr>
          <a:xfrm xmlns:a="http://schemas.openxmlformats.org/drawingml/2006/main">
            <a:off x="3886200" y="1885950"/>
            <a:ext cx="11906" cy="28003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F09204E-7CA9-4838-8FE0-7958A2F18EAE}"/>
              </a:ext>
            </a:extLst>
          </p:cNvPr>
          <p:cNvSpPr>
            <a:spLocks xmlns:a="http://schemas.openxmlformats.org/drawingml/2006/main" noGrp="1"/>
          </p:cNvSpPr>
          <p:nvPr/>
        </p:nvSpPr>
        <p:spPr>
          <a:xfrm xmlns:a="http://schemas.openxmlformats.org/drawingml/2006/main">
            <a:off x="4362450" y="20002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Unbalanced history</a:t>
            </a:r>
          </a:p>
        </p:txBody>
      </p:sp>
      <p:sp>
        <p:nvSpPr>
          <p:cNvPr id="21" name="">
            <a:extLst xmlns:a="http://schemas.openxmlformats.org/drawingml/2006/main">
              <a:ext uri="{FF2B5EF4-FFF2-40B4-BE49-F238E27FC236}">
                <a16:creationId xmlns:a16="http://schemas.microsoft.com/office/drawing/2014/main" id="{B90A36E7-5A18-4F06-A541-D7E32BC2B379}"/>
              </a:ext>
            </a:extLst>
          </p:cNvPr>
          <p:cNvSpPr>
            <a:spLocks xmlns:a="http://schemas.openxmlformats.org/drawingml/2006/main" noGrp="1"/>
          </p:cNvSpPr>
          <p:nvPr/>
        </p:nvSpPr>
        <p:spPr>
          <a:xfrm xmlns:a="http://schemas.openxmlformats.org/drawingml/2006/main">
            <a:off x="4362450" y="2400300"/>
            <a:ext cx="295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6 A  /  2 B</a:t>
            </a:r>
          </a:p>
        </p:txBody>
      </p:sp>
      <p:sp>
        <p:nvSpPr>
          <p:cNvPr id="22" name="">
            <a:extLst xmlns:a="http://schemas.openxmlformats.org/drawingml/2006/main">
              <a:ext uri="{FF2B5EF4-FFF2-40B4-BE49-F238E27FC236}">
                <a16:creationId xmlns:a16="http://schemas.microsoft.com/office/drawing/2014/main" id="{91097DFC-55DE-4ADA-BC07-47246F185DB1}"/>
              </a:ext>
            </a:extLst>
          </p:cNvPr>
          <p:cNvSpPr>
            <a:spLocks xmlns:a="http://schemas.openxmlformats.org/drawingml/2006/main" noGrp="1"/>
          </p:cNvSpPr>
          <p:nvPr/>
        </p:nvSpPr>
        <p:spPr>
          <a:xfrm xmlns:a="http://schemas.openxmlformats.org/drawingml/2006/main">
            <a:off x="4362450" y="2971800"/>
            <a:ext cx="295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650" b="0" i="0">
                <a:solidFill>
                  <a:srgbClr val="283643"/>
                </a:solidFill>
                <a:latin typeface="Arial"/>
                <a:ea typeface="Arial"/>
                <a:cs typeface="Arial"/>
              </a:defRPr>
            </a:pPr>
            <a:r>
              <a:rPr sz="1650" b="0" i="0">
                <a:solidFill>
                  <a:srgbClr val="283643"/>
                </a:solidFill>
                <a:latin typeface="Arial"/>
                <a:ea typeface="Arial"/>
                <a:cs typeface="Arial"/>
              </a:rPr>
              <a:t>The context supplies an A-heavy prior.</a:t>
            </a:r>
          </a:p>
        </p:txBody>
      </p:sp>
      <p:sp>
        <p:nvSpPr>
          <p:cNvPr id="23" name="">
            <a:extLst xmlns:a="http://schemas.openxmlformats.org/drawingml/2006/main">
              <a:ext uri="{FF2B5EF4-FFF2-40B4-BE49-F238E27FC236}">
                <a16:creationId xmlns:a16="http://schemas.microsoft.com/office/drawing/2014/main" id="{9876CA08-9D4D-436B-9094-8164E10B54CF}"/>
              </a:ext>
            </a:extLst>
          </p:cNvPr>
          <p:cNvSpPr>
            <a:spLocks xmlns:a="http://schemas.openxmlformats.org/drawingml/2006/main" noGrp="1"/>
          </p:cNvSpPr>
          <p:nvPr/>
        </p:nvSpPr>
        <p:spPr>
          <a:xfrm xmlns:a="http://schemas.openxmlformats.org/drawingml/2006/main">
            <a:off x="7734300" y="1885950"/>
            <a:ext cx="11906" cy="28003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6BFAE8-FA47-4D6B-B0CB-AB3BB2CC499A}"/>
              </a:ext>
            </a:extLst>
          </p:cNvPr>
          <p:cNvSpPr>
            <a:spLocks xmlns:a="http://schemas.openxmlformats.org/drawingml/2006/main" noGrp="1"/>
          </p:cNvSpPr>
          <p:nvPr/>
        </p:nvSpPr>
        <p:spPr>
          <a:xfrm xmlns:a="http://schemas.openxmlformats.org/drawingml/2006/main">
            <a:off x="8210550" y="20002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Balanced history</a:t>
            </a:r>
          </a:p>
        </p:txBody>
      </p:sp>
      <p:sp>
        <p:nvSpPr>
          <p:cNvPr id="25" name="">
            <a:extLst xmlns:a="http://schemas.openxmlformats.org/drawingml/2006/main">
              <a:ext uri="{FF2B5EF4-FFF2-40B4-BE49-F238E27FC236}">
                <a16:creationId xmlns:a16="http://schemas.microsoft.com/office/drawing/2014/main" id="{52EBB841-CFB0-4279-A637-D11C92C2E296}"/>
              </a:ext>
            </a:extLst>
          </p:cNvPr>
          <p:cNvSpPr>
            <a:spLocks xmlns:a="http://schemas.openxmlformats.org/drawingml/2006/main" noGrp="1"/>
          </p:cNvSpPr>
          <p:nvPr/>
        </p:nvSpPr>
        <p:spPr>
          <a:xfrm xmlns:a="http://schemas.openxmlformats.org/drawingml/2006/main">
            <a:off x="8210550" y="240030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4 A  /  4 B</a:t>
            </a:r>
          </a:p>
        </p:txBody>
      </p:sp>
      <p:sp>
        <p:nvSpPr>
          <p:cNvPr id="26" name="">
            <a:extLst xmlns:a="http://schemas.openxmlformats.org/drawingml/2006/main">
              <a:ext uri="{FF2B5EF4-FFF2-40B4-BE49-F238E27FC236}">
                <a16:creationId xmlns:a16="http://schemas.microsoft.com/office/drawing/2014/main" id="{8CAD75AE-8DDD-4809-A9EA-8DDC5DDA7824}"/>
              </a:ext>
            </a:extLst>
          </p:cNvPr>
          <p:cNvSpPr>
            <a:spLocks xmlns:a="http://schemas.openxmlformats.org/drawingml/2006/main" noGrp="1"/>
          </p:cNvSpPr>
          <p:nvPr/>
        </p:nvSpPr>
        <p:spPr>
          <a:xfrm xmlns:a="http://schemas.openxmlformats.org/drawingml/2006/main">
            <a:off x="8210550" y="2971800"/>
            <a:ext cx="2857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650" b="0" i="0">
                <a:solidFill>
                  <a:srgbClr val="283643"/>
                </a:solidFill>
                <a:latin typeface="Arial"/>
                <a:ea typeface="Arial"/>
                <a:cs typeface="Arial"/>
              </a:defRPr>
            </a:pPr>
            <a:r>
              <a:rPr sz="1650" b="0" i="0">
                <a:solidFill>
                  <a:srgbClr val="283643"/>
                </a:solidFill>
                <a:latin typeface="Arial"/>
                <a:ea typeface="Arial"/>
                <a:cs typeface="Arial"/>
              </a:rPr>
              <a:t>Now option content can carry more of the signal.</a:t>
            </a:r>
          </a:p>
        </p:txBody>
      </p:sp>
      <p:sp>
        <p:nvSpPr>
          <p:cNvPr id="27" name="">
            <a:extLst xmlns:a="http://schemas.openxmlformats.org/drawingml/2006/main">
              <a:ext uri="{FF2B5EF4-FFF2-40B4-BE49-F238E27FC236}">
                <a16:creationId xmlns:a16="http://schemas.microsoft.com/office/drawing/2014/main" id="{88287E19-09E4-4286-8944-59A2830BB53D}"/>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215B241-E3E0-4231-9346-EC1DA9D26F5B}"/>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Keep the model, target choices, history length, and score fixed; change the label balance.</a:t>
            </a:r>
          </a:p>
        </p:txBody>
      </p:sp>
    </p:spTree>
    <p:extLst>
      <p:ext uri="{BB962C8B-B14F-4D97-AF65-F5344CB8AC3E}">
        <p14:creationId xmlns:p14="http://schemas.microsoft.com/office/powerpoint/2010/main" val="105375981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6A75FB8-D2BD-4327-A687-679D14C9C8C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Natural history can make in-context learning worse</a:t>
            </a:r>
          </a:p>
        </p:txBody>
      </p:sp>
      <p:sp>
        <p:nvSpPr>
          <p:cNvPr id="2" name="">
            <a:extLst xmlns:a="http://schemas.openxmlformats.org/drawingml/2006/main">
              <a:ext uri="{FF2B5EF4-FFF2-40B4-BE49-F238E27FC236}">
                <a16:creationId xmlns:a16="http://schemas.microsoft.com/office/drawing/2014/main" id="{82E2DA63-3A3A-4E28-9B97-39F25058221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curve</a:t>
            </a:r>
          </a:p>
        </p:txBody>
      </p:sp>
      <p:sp>
        <p:nvSpPr>
          <p:cNvPr id="3" name="">
            <a:extLst xmlns:a="http://schemas.openxmlformats.org/drawingml/2006/main">
              <a:ext uri="{FF2B5EF4-FFF2-40B4-BE49-F238E27FC236}">
                <a16:creationId xmlns:a16="http://schemas.microsoft.com/office/drawing/2014/main" id="{9F12B749-38E1-4DF2-8572-83AB44C23A1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27DBBE-EEF9-4541-8FED-599939A5798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014A40D7-6C9A-4F33-8E97-BA017B0F2F2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CC208C4-73F5-4ADF-B447-F77F183CB10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0E8AF93-3497-48B8-B93A-018DD75E9DB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158E7E7-9BA3-4194-9F6C-EFDC1BE1E53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E70DF62-32CD-4E0B-962B-A510A2C799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B62C302-865F-4E66-985B-98A0040421C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6F7DF25-8F1A-4937-BA7B-09C6B7D361E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A3E96B0-16AD-4FC6-9A5D-9EF37ABD8AE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FF9AEF4-7740-46C4-B8AF-6EFB7D6F717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4D0950B-2B0A-4BCD-8CBA-19F3C67080C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7766E99-29B7-44C6-8DFC-BCF55D4D024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Same 20 future targets per participant / natural order of earlier trials</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2284f09a0ee34a07"/>
          <a:stretch xmlns:a="http://schemas.openxmlformats.org/drawingml/2006/main"/>
        </p:blipFill>
        <p:spPr>
          <a:xfrm xmlns:a="http://schemas.openxmlformats.org/drawingml/2006/main">
            <a:off x="1200150" y="1924050"/>
            <a:ext cx="9791700" cy="363855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F6D5C7DF-7B76-47DF-9BCA-C56B98E9A407}"/>
              </a:ext>
            </a:extLst>
          </p:cNvPr>
          <p:cNvSpPr>
            <a:spLocks xmlns:a="http://schemas.openxmlformats.org/drawingml/2006/main" noGrp="1"/>
          </p:cNvSpPr>
          <p:nvPr/>
        </p:nvSpPr>
        <p:spPr>
          <a:xfrm xmlns:a="http://schemas.openxmlformats.org/drawingml/2006/main">
            <a:off x="800100" y="56959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DF330F3-7D94-49A6-ABD8-175D2E1A799D}"/>
              </a:ext>
            </a:extLst>
          </p:cNvPr>
          <p:cNvSpPr>
            <a:spLocks xmlns:a="http://schemas.openxmlformats.org/drawingml/2006/main" noGrp="1"/>
          </p:cNvSpPr>
          <p:nvPr/>
        </p:nvSpPr>
        <p:spPr>
          <a:xfrm xmlns:a="http://schemas.openxmlformats.org/drawingml/2006/main">
            <a:off x="1028700" y="56769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As k grows, the natural histories become A-heavy; neither participant shows a stable improvement.</a:t>
            </a:r>
          </a:p>
        </p:txBody>
      </p:sp>
    </p:spTree>
    <p:extLst>
      <p:ext uri="{BB962C8B-B14F-4D97-AF65-F5344CB8AC3E}">
        <p14:creationId xmlns:p14="http://schemas.microsoft.com/office/powerpoint/2010/main" val="86802896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626809B-5F41-457F-916C-9A9D9DE3975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Balanced histories remain participant-specific</a:t>
            </a:r>
          </a:p>
        </p:txBody>
      </p:sp>
      <p:sp>
        <p:nvSpPr>
          <p:cNvPr id="2" name="">
            <a:extLst xmlns:a="http://schemas.openxmlformats.org/drawingml/2006/main">
              <a:ext uri="{FF2B5EF4-FFF2-40B4-BE49-F238E27FC236}">
                <a16:creationId xmlns:a16="http://schemas.microsoft.com/office/drawing/2014/main" id="{DB61926A-6377-467C-9A76-57A86B2D506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curve</a:t>
            </a:r>
          </a:p>
        </p:txBody>
      </p:sp>
      <p:sp>
        <p:nvSpPr>
          <p:cNvPr id="3" name="">
            <a:extLst xmlns:a="http://schemas.openxmlformats.org/drawingml/2006/main">
              <a:ext uri="{FF2B5EF4-FFF2-40B4-BE49-F238E27FC236}">
                <a16:creationId xmlns:a16="http://schemas.microsoft.com/office/drawing/2014/main" id="{04F8C489-7F6D-42EA-992D-46723BCD57A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D9E5F1-7A73-49EF-A77F-7025820B0E3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9272FC67-32FD-46BD-BA7E-90D3C32D5C7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B90C319-A502-4137-A2BB-1EB8819C9BB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A914B01-DA50-4FAC-8500-47FBF72F6E1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F3CAE41-F47B-4FED-945D-009101A66D8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ED73886-966C-4848-A229-68F822311DF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E29591A-FB51-4DA8-B9A7-351561F1420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F237A07-9136-44B7-AB9D-A9552F3B59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F985AB2-F384-4B4D-8BD6-90CDFD83BE0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C7765EB-CC45-41C3-B515-2856A319B4D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CFF6F1D-A668-45F4-A84D-67859B24641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EDB3612-504C-4314-A3B8-C65F8F93443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Same targets and k values / equal A and B demonstrations at every non-zero k</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d5c43246988b4811"/>
          <a:stretch xmlns:a="http://schemas.openxmlformats.org/drawingml/2006/main"/>
        </p:blipFill>
        <p:spPr>
          <a:xfrm xmlns:a="http://schemas.openxmlformats.org/drawingml/2006/main">
            <a:off x="1200150" y="1924050"/>
            <a:ext cx="9791700" cy="363855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79D902C8-FF72-4C6B-9083-34A9ABA6063A}"/>
              </a:ext>
            </a:extLst>
          </p:cNvPr>
          <p:cNvSpPr>
            <a:spLocks xmlns:a="http://schemas.openxmlformats.org/drawingml/2006/main" noGrp="1"/>
          </p:cNvSpPr>
          <p:nvPr/>
        </p:nvSpPr>
        <p:spPr>
          <a:xfrm xmlns:a="http://schemas.openxmlformats.org/drawingml/2006/main">
            <a:off x="800100" y="56959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6B7C30D-DD0D-482A-87AC-EF27259CB50F}"/>
              </a:ext>
            </a:extLst>
          </p:cNvPr>
          <p:cNvSpPr>
            <a:spLocks xmlns:a="http://schemas.openxmlformats.org/drawingml/2006/main" noGrp="1"/>
          </p:cNvSpPr>
          <p:nvPr/>
        </p:nvSpPr>
        <p:spPr>
          <a:xfrm xmlns:a="http://schemas.openxmlformats.org/drawingml/2006/main">
            <a:off x="1028700" y="56769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Balancing removes the label confound, but the useful history length differs across participants.</a:t>
            </a:r>
          </a:p>
        </p:txBody>
      </p:sp>
    </p:spTree>
    <p:extLst>
      <p:ext uri="{BB962C8B-B14F-4D97-AF65-F5344CB8AC3E}">
        <p14:creationId xmlns:p14="http://schemas.microsoft.com/office/powerpoint/2010/main" val="205887639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DEBA150-8A83-4A56-9EB9-CDE1DFC80E7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Balancing the history restores probability quality</a:t>
            </a:r>
          </a:p>
        </p:txBody>
      </p:sp>
      <p:sp>
        <p:nvSpPr>
          <p:cNvPr id="2" name="">
            <a:extLst xmlns:a="http://schemas.openxmlformats.org/drawingml/2006/main">
              <a:ext uri="{FF2B5EF4-FFF2-40B4-BE49-F238E27FC236}">
                <a16:creationId xmlns:a16="http://schemas.microsoft.com/office/drawing/2014/main" id="{B5B9DC53-ED2F-4446-A8E9-7A665862B35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result</a:t>
            </a:r>
          </a:p>
        </p:txBody>
      </p:sp>
      <p:sp>
        <p:nvSpPr>
          <p:cNvPr id="3" name="">
            <a:extLst xmlns:a="http://schemas.openxmlformats.org/drawingml/2006/main">
              <a:ext uri="{FF2B5EF4-FFF2-40B4-BE49-F238E27FC236}">
                <a16:creationId xmlns:a16="http://schemas.microsoft.com/office/drawing/2014/main" id="{ADD97987-DB13-4AA2-9CCB-887B4CEAD11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4046D95-A2D4-4E25-9CC2-8419A778861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35</a:t>
            </a:r>
          </a:p>
        </p:txBody>
      </p:sp>
      <p:sp>
        <p:nvSpPr>
          <p:cNvPr id="5" name="">
            <a:extLst xmlns:a="http://schemas.openxmlformats.org/drawingml/2006/main">
              <a:ext uri="{FF2B5EF4-FFF2-40B4-BE49-F238E27FC236}">
                <a16:creationId xmlns:a16="http://schemas.microsoft.com/office/drawing/2014/main" id="{CDB1EC99-A219-4AB5-BD12-DD40626580E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E80B53C-4718-4081-93C5-371A1C049E1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B4CDCA5-803A-48A0-9AD6-74B2A2C6062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835811C-6EDD-421B-83F8-73A513FCFEE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19621C3-B307-458F-BF12-B43FC292904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FEDC824-8633-424D-A241-6A880705E28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E1460D0-E293-4087-8594-174BD8BD0B6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8ECFAEE-FF0A-42F7-8EB0-C370CA57FD9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523AD0C-3B6C-4306-9923-F8103ADF1BF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E4472E5-E4A2-4E79-A7C6-DC91AACDC99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083C040-163B-4EB4-83AC-C4F3C7FC3F1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40 held-out choices / lower log loss is better</a:t>
            </a:r>
          </a:p>
        </p:txBody>
      </p:sp>
      <p:sp>
        <p:nvSpPr>
          <p:cNvPr id="16" name="">
            <a:extLst xmlns:a="http://schemas.openxmlformats.org/drawingml/2006/main">
              <a:ext uri="{FF2B5EF4-FFF2-40B4-BE49-F238E27FC236}">
                <a16:creationId xmlns:a16="http://schemas.microsoft.com/office/drawing/2014/main" id="{845078F0-DAA0-4C0F-B6FF-552CEB08E651}"/>
              </a:ext>
            </a:extLst>
          </p:cNvPr>
          <p:cNvSpPr>
            <a:spLocks xmlns:a="http://schemas.openxmlformats.org/drawingml/2006/main" noGrp="1"/>
          </p:cNvSpPr>
          <p:nvPr/>
        </p:nvSpPr>
        <p:spPr>
          <a:xfrm xmlns:a="http://schemas.openxmlformats.org/drawingml/2006/main">
            <a:off x="800100" y="1943100"/>
            <a:ext cx="457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Condition</a:t>
            </a:r>
          </a:p>
        </p:txBody>
      </p:sp>
      <p:sp>
        <p:nvSpPr>
          <p:cNvPr id="17" name="">
            <a:extLst xmlns:a="http://schemas.openxmlformats.org/drawingml/2006/main">
              <a:ext uri="{FF2B5EF4-FFF2-40B4-BE49-F238E27FC236}">
                <a16:creationId xmlns:a16="http://schemas.microsoft.com/office/drawing/2014/main" id="{6BF66860-31CE-493D-AA15-897CF0CA6907}"/>
              </a:ext>
            </a:extLst>
          </p:cNvPr>
          <p:cNvSpPr>
            <a:spLocks xmlns:a="http://schemas.openxmlformats.org/drawingml/2006/main" noGrp="1"/>
          </p:cNvSpPr>
          <p:nvPr/>
        </p:nvSpPr>
        <p:spPr>
          <a:xfrm xmlns:a="http://schemas.openxmlformats.org/drawingml/2006/main">
            <a:off x="6667500" y="19431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Mean P(B)</a:t>
            </a:r>
          </a:p>
        </p:txBody>
      </p:sp>
      <p:sp>
        <p:nvSpPr>
          <p:cNvPr id="18" name="">
            <a:extLst xmlns:a="http://schemas.openxmlformats.org/drawingml/2006/main">
              <a:ext uri="{FF2B5EF4-FFF2-40B4-BE49-F238E27FC236}">
                <a16:creationId xmlns:a16="http://schemas.microsoft.com/office/drawing/2014/main" id="{37F0DB45-F2E2-4D46-A1D3-CE4DB3F8FA05}"/>
              </a:ext>
            </a:extLst>
          </p:cNvPr>
          <p:cNvSpPr>
            <a:spLocks xmlns:a="http://schemas.openxmlformats.org/drawingml/2006/main" noGrp="1"/>
          </p:cNvSpPr>
          <p:nvPr/>
        </p:nvSpPr>
        <p:spPr>
          <a:xfrm xmlns:a="http://schemas.openxmlformats.org/drawingml/2006/main">
            <a:off x="9086850" y="19431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D56750BD-2B3A-4665-977E-D8DF76B99CB3}"/>
              </a:ext>
            </a:extLst>
          </p:cNvPr>
          <p:cNvSpPr>
            <a:spLocks xmlns:a="http://schemas.openxmlformats.org/drawingml/2006/main" noGrp="1"/>
          </p:cNvSpPr>
          <p:nvPr/>
        </p:nvSpPr>
        <p:spPr>
          <a:xfrm xmlns:a="http://schemas.openxmlformats.org/drawingml/2006/main">
            <a:off x="800100" y="24574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0" i="0">
                <a:solidFill>
                  <a:srgbClr val="234E70"/>
                </a:solidFill>
                <a:latin typeface="Arial"/>
                <a:ea typeface="Arial"/>
                <a:cs typeface="Arial"/>
              </a:defRPr>
            </a:pPr>
            <a:r>
              <a:rPr sz="1725" b="0" i="0">
                <a:solidFill>
                  <a:srgbClr val="234E70"/>
                </a:solidFill>
                <a:latin typeface="Arial"/>
                <a:ea typeface="Arial"/>
                <a:cs typeface="Arial"/>
              </a:rPr>
              <a:t>Current trial only</a:t>
            </a:r>
          </a:p>
        </p:txBody>
      </p:sp>
      <p:sp>
        <p:nvSpPr>
          <p:cNvPr id="20" name="">
            <a:extLst xmlns:a="http://schemas.openxmlformats.org/drawingml/2006/main">
              <a:ext uri="{FF2B5EF4-FFF2-40B4-BE49-F238E27FC236}">
                <a16:creationId xmlns:a16="http://schemas.microsoft.com/office/drawing/2014/main" id="{E9375DF3-D92C-4F12-90DF-FEC10B0366A6}"/>
              </a:ext>
            </a:extLst>
          </p:cNvPr>
          <p:cNvSpPr>
            <a:spLocks xmlns:a="http://schemas.openxmlformats.org/drawingml/2006/main" noGrp="1"/>
          </p:cNvSpPr>
          <p:nvPr/>
        </p:nvSpPr>
        <p:spPr>
          <a:xfrm xmlns:a="http://schemas.openxmlformats.org/drawingml/2006/main">
            <a:off x="6667500" y="24574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0.499</a:t>
            </a:r>
          </a:p>
        </p:txBody>
      </p:sp>
      <p:sp>
        <p:nvSpPr>
          <p:cNvPr id="21" name="">
            <a:extLst xmlns:a="http://schemas.openxmlformats.org/drawingml/2006/main">
              <a:ext uri="{FF2B5EF4-FFF2-40B4-BE49-F238E27FC236}">
                <a16:creationId xmlns:a16="http://schemas.microsoft.com/office/drawing/2014/main" id="{1A19887F-65F3-4F71-8AE8-DAD5C45B8664}"/>
              </a:ext>
            </a:extLst>
          </p:cNvPr>
          <p:cNvSpPr>
            <a:spLocks xmlns:a="http://schemas.openxmlformats.org/drawingml/2006/main" noGrp="1"/>
          </p:cNvSpPr>
          <p:nvPr/>
        </p:nvSpPr>
        <p:spPr>
          <a:xfrm xmlns:a="http://schemas.openxmlformats.org/drawingml/2006/main">
            <a:off x="9086850" y="24574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0.675</a:t>
            </a:r>
          </a:p>
        </p:txBody>
      </p:sp>
      <p:sp>
        <p:nvSpPr>
          <p:cNvPr id="22" name="">
            <a:extLst xmlns:a="http://schemas.openxmlformats.org/drawingml/2006/main">
              <a:ext uri="{FF2B5EF4-FFF2-40B4-BE49-F238E27FC236}">
                <a16:creationId xmlns:a16="http://schemas.microsoft.com/office/drawing/2014/main" id="{E6F54C9F-3DD1-4BA2-A160-0C8F32096F12}"/>
              </a:ext>
            </a:extLst>
          </p:cNvPr>
          <p:cNvSpPr>
            <a:spLocks xmlns:a="http://schemas.openxmlformats.org/drawingml/2006/main" noGrp="1"/>
          </p:cNvSpPr>
          <p:nvPr/>
        </p:nvSpPr>
        <p:spPr>
          <a:xfrm xmlns:a="http://schemas.openxmlformats.org/drawingml/2006/main">
            <a:off x="800100" y="300990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FDBD9BE-6A42-43D6-B841-00F7DE7D59F1}"/>
              </a:ext>
            </a:extLst>
          </p:cNvPr>
          <p:cNvSpPr>
            <a:spLocks xmlns:a="http://schemas.openxmlformats.org/drawingml/2006/main" noGrp="1"/>
          </p:cNvSpPr>
          <p:nvPr/>
        </p:nvSpPr>
        <p:spPr>
          <a:xfrm xmlns:a="http://schemas.openxmlformats.org/drawingml/2006/main">
            <a:off x="800100" y="323850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0" i="0">
                <a:solidFill>
                  <a:srgbClr val="87591F"/>
                </a:solidFill>
                <a:latin typeface="Arial"/>
                <a:ea typeface="Arial"/>
                <a:cs typeface="Arial"/>
              </a:defRPr>
            </a:pPr>
            <a:r>
              <a:rPr sz="1725" b="0" i="0">
                <a:solidFill>
                  <a:srgbClr val="87591F"/>
                </a:solidFill>
                <a:latin typeface="Arial"/>
                <a:ea typeface="Arial"/>
                <a:cs typeface="Arial"/>
              </a:rPr>
              <a:t>Unbalanced history  /  6 A + 2 B</a:t>
            </a:r>
          </a:p>
        </p:txBody>
      </p:sp>
      <p:sp>
        <p:nvSpPr>
          <p:cNvPr id="24" name="">
            <a:extLst xmlns:a="http://schemas.openxmlformats.org/drawingml/2006/main">
              <a:ext uri="{FF2B5EF4-FFF2-40B4-BE49-F238E27FC236}">
                <a16:creationId xmlns:a16="http://schemas.microsoft.com/office/drawing/2014/main" id="{A7DBDF28-8440-4671-B106-8F2014792316}"/>
              </a:ext>
            </a:extLst>
          </p:cNvPr>
          <p:cNvSpPr>
            <a:spLocks xmlns:a="http://schemas.openxmlformats.org/drawingml/2006/main" noGrp="1"/>
          </p:cNvSpPr>
          <p:nvPr/>
        </p:nvSpPr>
        <p:spPr>
          <a:xfrm xmlns:a="http://schemas.openxmlformats.org/drawingml/2006/main">
            <a:off x="6667500" y="32385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0.430</a:t>
            </a:r>
          </a:p>
        </p:txBody>
      </p:sp>
      <p:sp>
        <p:nvSpPr>
          <p:cNvPr id="25" name="">
            <a:extLst xmlns:a="http://schemas.openxmlformats.org/drawingml/2006/main">
              <a:ext uri="{FF2B5EF4-FFF2-40B4-BE49-F238E27FC236}">
                <a16:creationId xmlns:a16="http://schemas.microsoft.com/office/drawing/2014/main" id="{C5866D01-DD99-4247-B5E6-D4670E2DE608}"/>
              </a:ext>
            </a:extLst>
          </p:cNvPr>
          <p:cNvSpPr>
            <a:spLocks xmlns:a="http://schemas.openxmlformats.org/drawingml/2006/main" noGrp="1"/>
          </p:cNvSpPr>
          <p:nvPr/>
        </p:nvSpPr>
        <p:spPr>
          <a:xfrm xmlns:a="http://schemas.openxmlformats.org/drawingml/2006/main">
            <a:off x="9086850" y="32385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0.715</a:t>
            </a:r>
          </a:p>
        </p:txBody>
      </p:sp>
      <p:sp>
        <p:nvSpPr>
          <p:cNvPr id="26" name="">
            <a:extLst xmlns:a="http://schemas.openxmlformats.org/drawingml/2006/main">
              <a:ext uri="{FF2B5EF4-FFF2-40B4-BE49-F238E27FC236}">
                <a16:creationId xmlns:a16="http://schemas.microsoft.com/office/drawing/2014/main" id="{2B5D7A61-D412-4E48-9251-E1206D431B68}"/>
              </a:ext>
            </a:extLst>
          </p:cNvPr>
          <p:cNvSpPr>
            <a:spLocks xmlns:a="http://schemas.openxmlformats.org/drawingml/2006/main" noGrp="1"/>
          </p:cNvSpPr>
          <p:nvPr/>
        </p:nvSpPr>
        <p:spPr>
          <a:xfrm xmlns:a="http://schemas.openxmlformats.org/drawingml/2006/main">
            <a:off x="800100" y="379095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88B135D-929C-4547-A7C1-5DB9DB975432}"/>
              </a:ext>
            </a:extLst>
          </p:cNvPr>
          <p:cNvSpPr>
            <a:spLocks xmlns:a="http://schemas.openxmlformats.org/drawingml/2006/main" noGrp="1"/>
          </p:cNvSpPr>
          <p:nvPr/>
        </p:nvSpPr>
        <p:spPr>
          <a:xfrm xmlns:a="http://schemas.openxmlformats.org/drawingml/2006/main">
            <a:off x="800100" y="40195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1" i="0">
                <a:solidFill>
                  <a:srgbClr val="315F63"/>
                </a:solidFill>
                <a:latin typeface="Arial"/>
                <a:ea typeface="Arial"/>
                <a:cs typeface="Arial"/>
              </a:defRPr>
            </a:pPr>
            <a:r>
              <a:rPr sz="1725" b="1" i="0">
                <a:solidFill>
                  <a:srgbClr val="315F63"/>
                </a:solidFill>
                <a:latin typeface="Arial"/>
                <a:ea typeface="Arial"/>
                <a:cs typeface="Arial"/>
              </a:rPr>
              <a:t>Balanced history  /  4 A + 4 B</a:t>
            </a:r>
          </a:p>
        </p:txBody>
      </p:sp>
      <p:sp>
        <p:nvSpPr>
          <p:cNvPr id="28" name="">
            <a:extLst xmlns:a="http://schemas.openxmlformats.org/drawingml/2006/main">
              <a:ext uri="{FF2B5EF4-FFF2-40B4-BE49-F238E27FC236}">
                <a16:creationId xmlns:a16="http://schemas.microsoft.com/office/drawing/2014/main" id="{1FCA9D52-728F-4819-B3AB-9C6218CF8092}"/>
              </a:ext>
            </a:extLst>
          </p:cNvPr>
          <p:cNvSpPr>
            <a:spLocks xmlns:a="http://schemas.openxmlformats.org/drawingml/2006/main" noGrp="1"/>
          </p:cNvSpPr>
          <p:nvPr/>
        </p:nvSpPr>
        <p:spPr>
          <a:xfrm xmlns:a="http://schemas.openxmlformats.org/drawingml/2006/main">
            <a:off x="6667500" y="40195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0.571</a:t>
            </a:r>
          </a:p>
        </p:txBody>
      </p:sp>
      <p:sp>
        <p:nvSpPr>
          <p:cNvPr id="29" name="">
            <a:extLst xmlns:a="http://schemas.openxmlformats.org/drawingml/2006/main">
              <a:ext uri="{FF2B5EF4-FFF2-40B4-BE49-F238E27FC236}">
                <a16:creationId xmlns:a16="http://schemas.microsoft.com/office/drawing/2014/main" id="{BE0B1DAD-C497-448F-ABCB-04AA3B6351F1}"/>
              </a:ext>
            </a:extLst>
          </p:cNvPr>
          <p:cNvSpPr>
            <a:spLocks xmlns:a="http://schemas.openxmlformats.org/drawingml/2006/main" noGrp="1"/>
          </p:cNvSpPr>
          <p:nvPr/>
        </p:nvSpPr>
        <p:spPr>
          <a:xfrm xmlns:a="http://schemas.openxmlformats.org/drawingml/2006/main">
            <a:off x="9086850" y="40195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0.649</a:t>
            </a:r>
          </a:p>
        </p:txBody>
      </p:sp>
      <p:sp>
        <p:nvSpPr>
          <p:cNvPr id="30" name="">
            <a:extLst xmlns:a="http://schemas.openxmlformats.org/drawingml/2006/main">
              <a:ext uri="{FF2B5EF4-FFF2-40B4-BE49-F238E27FC236}">
                <a16:creationId xmlns:a16="http://schemas.microsoft.com/office/drawing/2014/main" id="{4E024DB8-CEAA-47E0-8162-45A4F4805087}"/>
              </a:ext>
            </a:extLst>
          </p:cNvPr>
          <p:cNvSpPr>
            <a:spLocks xmlns:a="http://schemas.openxmlformats.org/drawingml/2006/main" noGrp="1"/>
          </p:cNvSpPr>
          <p:nvPr/>
        </p:nvSpPr>
        <p:spPr>
          <a:xfrm xmlns:a="http://schemas.openxmlformats.org/drawingml/2006/main">
            <a:off x="800100" y="457200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EA6E36D-E388-46F9-87B0-212438D38188}"/>
              </a:ext>
            </a:extLst>
          </p:cNvPr>
          <p:cNvSpPr>
            <a:spLocks xmlns:a="http://schemas.openxmlformats.org/drawingml/2006/main" noGrp="1"/>
          </p:cNvSpPr>
          <p:nvPr/>
        </p:nvSpPr>
        <p:spPr>
          <a:xfrm xmlns:a="http://schemas.openxmlformats.org/drawingml/2006/main">
            <a:off x="800100" y="4933950"/>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Observed B rate = 0.525   |   Random log loss = 0.693</a:t>
            </a:r>
          </a:p>
        </p:txBody>
      </p:sp>
      <p:sp>
        <p:nvSpPr>
          <p:cNvPr id="32" name="">
            <a:extLst xmlns:a="http://schemas.openxmlformats.org/drawingml/2006/main">
              <a:ext uri="{FF2B5EF4-FFF2-40B4-BE49-F238E27FC236}">
                <a16:creationId xmlns:a16="http://schemas.microsoft.com/office/drawing/2014/main" id="{A0A31353-9E8F-4FAF-A8BF-409CD5576C46}"/>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E2EBA72-9B39-47ED-8CD1-D330B670B867}"/>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No clear personalization gain may mean weak individual regularity, or a model that cannot use it.</a:t>
            </a:r>
          </a:p>
        </p:txBody>
      </p:sp>
    </p:spTree>
    <p:extLst>
      <p:ext uri="{BB962C8B-B14F-4D97-AF65-F5344CB8AC3E}">
        <p14:creationId xmlns:p14="http://schemas.microsoft.com/office/powerpoint/2010/main" val="128782413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3066BF8-8ABA-4D10-B3D0-A4D43E3CA2A2}"/>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068572CC-E964-412C-973F-1E12C53AC224}"/>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F9533F06-B669-430A-BF11-82F205F6A25B}"/>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3B7A92F-5385-4FFA-B995-1471C517549D}"/>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C8799E34-398D-4D0E-93F0-58265F167E7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A5935E0-1F50-4DE6-8729-2B24B842AE3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2268BC6-D762-4AE2-8501-034DD5C0864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F3DDF2F-1182-4204-91CE-D8EBAC9433E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C27E9E8-7BD6-43F4-BBDA-1F9CB61F8EC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038F188-1299-447B-8FAF-4B4CBC9506B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7DF389C-E5B3-4546-B4E6-68E5382E1CD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D9A2F70-4870-45F2-9038-3F6E396BDDC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AC8149A-D413-42EE-B24D-F2ED739C5A2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41A135C-B7AD-4F6E-806A-930DDFB2DFB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61569655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5590E6A-46A5-4F9D-B41D-049177515ED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6BD0A3E5-F49F-4C48-A6D8-D53A808FBE0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888BCDFC-4113-4807-AB1E-C090EF759E2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9EC63F5-27C6-4EB2-9AF4-D2C17BB3C7C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FD7A976F-A5CB-497D-A542-5B69A8B3BF3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9315C1-9A6F-4B30-A5EA-E77E45338B7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C99842C-43A5-4E3B-A5FD-8FE20792C48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26F41C-797A-4868-9FBD-846D0021018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FCFCAC9-C5BB-4619-835F-03212A1D0BA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FE36A55-5DEE-4BF8-8D99-972C92A663B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A870F1C-B69F-4360-9C21-C42FF34E6E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FA8290D-9856-47D6-B653-953788E214D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7FA68DE-33A1-4DC7-A950-DDA3B301717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5F4A5E3-7370-4AAD-9986-CE889AB9B50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93F1DFF-8604-472E-AAE6-3C14CFBCA5D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0FFA53DB-BCDC-4738-8D21-796B6DB2DED4}"/>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DA5A8ACC-13B6-40D2-942F-9CC0554CE748}"/>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FF3AA985-B28E-4BC5-8C88-38BB7A8A8767}"/>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BF44EEE5-0ED8-4AAA-BD46-3F6A82BAF59C}"/>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52A5E80-874B-4311-BD3C-732CF8E6B20A}"/>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5ED3FBF3-7E04-4A68-9912-79543705E606}"/>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DEAFD9B0-3975-4B78-A35D-43D3CB72C74A}"/>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993663AA-2F73-48C8-8277-F602FA8473CD}"/>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4349F91-AB0C-4CE2-860D-546E9A7A680C}"/>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AD450AF6-0533-4E88-87B9-5732F3B27549}"/>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E22A79CC-A9C1-43A0-B1D5-7A4719D1D459}"/>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0ABC20BC-C11E-4767-964F-E94B4CCBA3C4}"/>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C2108E6-9414-4E85-BBB5-ED31D5B91F87}"/>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175588672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F166CAD-3EC5-4DF5-BECC-DED1FDDB606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DBE5E826-4795-4FB5-8EBD-478992BBEC6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386BF875-9FD5-4F3F-A61A-88EDAF58E58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8B43481-6FDC-4F4B-AE50-652CACB88B6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9C3DF437-60A0-42C4-842C-203CD73B1F2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6D4D374-CB89-4AEF-A7B5-AA8E77B8F80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F42AE17-6A07-4067-ADB9-94D0EC348CD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AF02CAD-FB10-47AF-8328-4B5F533A3F3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32C17CB-DFB3-4922-ABE1-A8F6185AAF8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698EAC6-B18E-47ED-90DE-DB33C3BE560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BAA2C23-757D-4F5D-8EE8-086B1C85F0B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0E446A0-4E3E-42EC-B7F3-D4B12DB2382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B43F89F-6AA6-4511-B1BF-2EBB3D8CC43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84CEBD3-5EAB-4A56-8A0C-BD09EA002F2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845B340-9CDC-4351-A814-288379B615E7}"/>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13D598DF-49D9-41B8-946C-90EC1C6C87A7}"/>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5375F911-DB41-4061-A964-3DBD9FE7D744}"/>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EF003E82-B4D7-43DD-8175-FE9399C811BD}"/>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5E340142-164F-47E9-8B1F-81C4E4C2028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79075B5-D351-4B1A-87BE-F607DAA0A86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212182116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9BD9251-6CB3-457D-B1A4-820B9512E7C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7A59029C-FE17-4B64-9E32-3EDFFCF2064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835C733E-0749-4D93-A92E-8EB1E0EA93B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7CB233-F5F6-4331-9AB0-73DD423CCB7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B5B7AB2F-F8AB-4D21-8E79-75620FB25E0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B954A36-5CA5-460A-9DB0-547828932C2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E214804-0F4A-480A-B7B9-D9438993DBE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10A3121-0398-4051-9D16-3E26C3A772B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DA59BE1-1A33-413D-A9E8-9162876EF20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AA6072-5EAF-48C5-9238-6B96BABBE7E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8242575-4A0D-4F43-9EAD-E090A7AC1F9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933CB83-501C-4DD7-9C57-B1670FD3960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B375D7B-71F6-4A19-A493-D3AF9622BBD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16DB41-C5E3-41D3-82E5-F27852BCFFB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9042F3B-D9E7-4DCA-911B-22F7018FF851}"/>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379F452B-E6E5-45E7-A142-6083C06A9D1C}"/>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B00F7630-DB67-4668-8156-42E0F42A973C}"/>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E2CD0D9-B0CF-4E61-85F6-5884DA192989}"/>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8F156C28-B579-442C-B7E2-AB2EB63E50E0}"/>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86BB97CF-1C05-449D-9092-73C595482DCE}"/>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E1325C9-F749-42D9-8BC3-341007303FF4}"/>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09A7444B-AE40-4092-AF77-868BFA02F689}"/>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07773360-054C-4CC4-9C63-45C9D5C28575}"/>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D83082C-4568-4FDF-960F-8F20AB45F642}"/>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17F21779-67C3-4E31-99EF-777D49C16C4B}"/>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2DC937B7-B049-47F5-B60A-A119A05FFF62}"/>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9EA4CB1-56AF-477D-872E-EC6D62BAB44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F0FE66F-0CED-49BC-8756-35393AC1E45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43198236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DAE1AC5-E02D-43AF-97E5-4A2554BAFB4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B2FB7CAD-72C4-4973-A8DE-883C61A626D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6B517FF1-9670-4268-9615-365E185C5E2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568E428-81D3-453A-94D2-C2D62085DB5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B208803D-C41E-4092-AD3D-D5CAA92C3EE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35F44D2-252C-44C0-83E6-5548C1F345B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2ABEA14-A89B-4DEE-9DA4-EB286985602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8BE6677-3BB3-4760-8B01-CBA806CA7ED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CBCCED0-31E9-43F8-990C-1D44ECB14C8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69C873E-8093-43B0-ACEE-CF9B24E721C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113529E-70EB-481D-B284-ECA9E575059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4519B0E-3CF1-4C3C-B6F6-18DA32D3988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2AC03EB-C6B8-453B-A470-0C16E568DE9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DA2CBF1-6272-4E0D-A7EA-DA4551249A8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AD0538C-261F-41CC-BB1F-A8A6E8324956}"/>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C0B5BC76-016A-4480-9D90-9D7CDD1A2E2E}"/>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A7BA17D3-A570-4883-ABF6-9ED56169E420}"/>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B48431E-E540-4514-90F1-0621B58FD48F}"/>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B603A386-B1C0-4FA0-8B0E-29D9B37C1716}"/>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035F08A0-5B80-4D22-A959-A8E766C1BEB5}"/>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7946AB4-DEF9-4984-8362-59C98DC454CE}"/>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23037EBF-50F4-4D43-A0C3-7DA6353AC276}"/>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12E4600F-E9CA-4F51-887B-3536D424B6B3}"/>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1D98423-97ED-4973-8CEC-91E8F0B92EF9}"/>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694D9826-8F4C-4E6A-BC16-AEF0D9144BBB}"/>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5AAC50BC-7A3E-40D4-8F7F-9F459A8F6CDF}"/>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D45A85C-B78E-4D44-8964-B20D3F7FF5F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67952B0-66C6-4805-A0E2-6BD73BF7C38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2399020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D53CE5DC-CDE0-4340-BE2E-CC48675A340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5F0FD553-E8CB-418D-ABB5-F145C87396E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1B6654B7-94FF-4F24-B3F9-86432D20DF0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633CCC7-C170-4743-BD40-A2DD758D6E0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41</a:t>
            </a:r>
          </a:p>
        </p:txBody>
      </p:sp>
      <p:sp>
        <p:nvSpPr>
          <p:cNvPr id="5" name="">
            <a:extLst xmlns:a="http://schemas.openxmlformats.org/drawingml/2006/main">
              <a:ext uri="{FF2B5EF4-FFF2-40B4-BE49-F238E27FC236}">
                <a16:creationId xmlns:a16="http://schemas.microsoft.com/office/drawing/2014/main" id="{118EBD74-B012-4B28-9C86-37826E4746C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CE0AFB4-87AD-4781-90B4-AE82C05B0ED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33D1A14-0A7D-4EF4-8168-9800D6EAD23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863D030-E397-4634-847F-AB21EC02E16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A2985BD-B68D-4D2E-B0A5-2567B373595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5CFE102-6EB5-4363-AC1A-1D733F3C418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39B9D49-0F5E-4DFD-BE75-86060435EF9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6982C50-39A8-4F0D-BF02-68DFD480D81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2A7552C-E278-480E-AF00-0ABDC72E59D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E29C3FF-BABC-41FC-8A37-D3353551E00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9DB7F37-8CEF-4F3D-A741-CF49900D3181}"/>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6F110C41-47CD-4CFB-9921-8535E158293A}"/>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718CE129-A2C1-4658-91D4-25CBDE3C69B4}"/>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795DD75E-1648-40D2-AD80-8FEF23830460}"/>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B32637A5-4023-43DC-ACAC-6CA0514522DF}"/>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4F9D8218-60A1-44D7-8040-009104C547D5}"/>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8B6E3C79-E44D-41B0-B4B0-6EA5DDEBC52C}"/>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CF48AF6B-6BA7-4BDE-A75B-6492F202CA74}"/>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F4F5A2F-4EFA-4C67-9698-4B7EC7A31945}"/>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9403C9CD-7432-40AF-B3D4-68F3556699C9}"/>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A7687452-CE6C-4A07-A4CE-5D04B35BD9B1}"/>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3516B173-1D1F-4246-A5EB-3AEF103A0DA6}"/>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8209C85-137D-454C-B302-40BE94291661}"/>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AF9528D7-E052-4A40-8003-42E2485B713B}"/>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02AF0183-C0FD-486A-A8C7-E23C2BB89CA4}"/>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3888606F-497C-44F7-B260-49FB047A63D0}"/>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96EEBCE-3C01-4654-9380-66ACB83F788C}"/>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2B2B211-4C60-49AA-88C0-444E0BABE2CA}"/>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68812555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CD655F2-AE69-48D9-9646-371C364B3581}"/>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14DAEC83-E12C-4E5C-B660-66F40491E23F}"/>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26C76E5-1A5C-4546-9885-F48A34CC3E05}"/>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Prediction complete. Next: what information supported the prediction?</a:t>
            </a:r>
          </a:p>
        </p:txBody>
      </p:sp>
      <p:sp>
        <p:nvSpPr>
          <p:cNvPr id="4" name="">
            <a:extLst xmlns:a="http://schemas.openxmlformats.org/drawingml/2006/main">
              <a:ext uri="{FF2B5EF4-FFF2-40B4-BE49-F238E27FC236}">
                <a16:creationId xmlns:a16="http://schemas.microsoft.com/office/drawing/2014/main" id="{E1A7B596-3514-4F3B-A4C8-80EEE82185D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DEFAA9E-D583-4EC2-AF7B-455EA369690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12E140BB-E901-472C-AEBA-0836263B92C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92454B5-7A9C-4E1B-8154-C79A12582C3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17484AA4-FF94-414A-B329-5A03E7B888A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EA3AF5A-5074-41AF-B112-6F50723391D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F946EED1-5EC1-4AB4-B040-F431D1BE0E3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9EB17D1-918A-4898-84DC-EA8534A09F3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6A71CD57-47EF-4CAF-903D-3479BCDC9BC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5D7C30F-933C-4F55-806F-3DD5344340B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9113023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EB011AD-F31F-4AB1-ADBB-29027DA42698}"/>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EB637865-1F48-4276-A756-4B6DD93C0015}"/>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D249B117-3CF1-4E36-A485-3C009112512B}"/>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4C6836-1257-4A48-B1DF-34B653418A36}"/>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077FB6F1-9CA7-4CC1-9BB4-CDD84C05C6C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90D6465-8402-4EBE-8C65-008E27C99E6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FE5F48D-2C14-499D-88E4-60B24CE4F1D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322BF93-5F7C-46A5-AD6A-74B56CD776D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87A1B87-2792-414A-B978-65B6766D1D3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D753156-266B-4D41-B199-549A5C3C3C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1ADE3B7-46B1-429F-898A-6F341AD7AA7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9CD336C-76FA-42F5-B0BA-A096C6095A7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32B8CD8-0434-486A-B9D8-F0230BA1C17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12AB15-C01B-4483-A631-F694A5B6603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3999672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63C87C0-BBB0-4C7F-BAD3-3DE6986F626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79B7DB00-73DB-47E7-BCFA-09B1F015E4E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2ED0537F-AF99-487F-876B-9B9C09C94C6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7089E9-2C1F-421E-99D6-F5A8F82E2D2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68BDC558-0578-4319-A7FF-1E41D16FE3A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6BE4E6E-BAD1-40F5-A433-C7AB4BD2AF1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2CD1E6A-D13D-49D0-9C7B-7980564161C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F7D3F4C-7999-44E6-B8BA-0C15AF39A67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6E0A09F-5466-452A-89C6-83B7A92B043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6CAFC3A-BD49-4B09-AA3A-1F81FF93371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EC140E7-8EE0-4849-B35B-199E98C0923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29B4567-C4CF-4E43-9913-AEC1C002494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1B744FE-61E7-4376-BDD0-7C6DF0758D3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AA59AF2-16CC-4075-BDF1-19318BDCD58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B02D452-95E3-4856-AA23-5BA7D83F350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AE248119-D42B-4763-BC0E-D500E71365A5}"/>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6779B429-AA8C-4714-B28E-CBDFBF4A3758}"/>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15D02485-D4E4-4FE9-A8B3-4AA89B22F02E}"/>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D1DC96D-4A57-4A24-9691-C05C4EB5BF2E}"/>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D0C411AA-A64C-402B-988E-81EDC804A31C}"/>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B5DFCFD4-F9D5-4937-BB1C-73BFA809F176}"/>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3696EE46-DF5A-4731-95D5-EF5046638C36}"/>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BF175553-CE4D-4FFB-A45E-7AAA8634EAF0}"/>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D37946D-7870-4668-A252-380A829B52E8}"/>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32C2BDF3-E8F3-4B85-9F62-4AFCF024F8E8}"/>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AB64B3EA-2343-41C5-8AAC-FEE8D1E325C6}"/>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335C3999-326D-4411-9878-F0DDF2DF5828}"/>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AD5F621-6C96-4B7F-89E6-B3982AF3A032}"/>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29464198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89949E1B-1B73-419A-A4F8-6E8BD316389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72B23065-E51D-448D-80AE-FC0C7D1B8B6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76662BA2-3ACE-4E3F-868A-427C4E7A262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1706CB-0EF1-4164-8AFC-6727B82217B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236FF109-5B46-4C2E-9EC3-816315A9628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0C1779E-0CC8-4F0D-9349-8435678A546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3917FB6-92B3-40EE-836A-68D1046B477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56DD734-439E-40BD-AD3F-B6468C02AF7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657F685-939A-4A3C-A4B5-2DA9C70107D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582A79C-C981-4D4A-988C-BF22D93246D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F7DA335-7602-4E92-9390-3C2D3F8EE66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1779A75-537A-4546-A489-91F3CE53F8A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0A993C1-22EA-4994-828F-A35A7133EC3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87F8EFB-FD51-4AC4-BD7A-23A7279B36A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1504DAC-99A4-420E-9803-DC97FDBDF68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AB6EC5A4-2C7C-4381-B137-76B647709CBD}"/>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6C1E9ABD-CD3B-400F-BEA6-DB3CDBABBE24}"/>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83D3CECD-257A-442F-A653-FBDBD05E9122}"/>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76B90385-2DFF-4AB6-B28E-E1084CEAF0DC}"/>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2EA35C1D-F563-4C5F-8CB2-BF63E28E7EAC}"/>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D8C2AE23-050A-4B7D-AFC0-539C74967CEF}"/>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86BDF45-354D-4116-9F50-2C27B35D1A6D}"/>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832A63DA-51E0-4042-B529-D3237D2FA754}"/>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B406BEB0-B4B4-4232-AE28-7095128541BD}"/>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169938BC-C67B-42EC-8B61-49AAD9FC1F05}"/>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FBFB33F8-60E8-4E87-A0BB-03979B11E96F}"/>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2AFD6CEF-52BE-4C33-B27D-204F45BA7B76}"/>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99A4B851-49C3-4F58-AE5E-215985532F9C}"/>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A139365-690B-4B85-B401-79594E5AC263}"/>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1394596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A6DA1CC-9A94-4BFA-922F-33A4B42CD4D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31DACFA6-9982-43EE-B0DA-A34BB5DB210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BAB588AF-6AE8-4687-AEAF-D0241A17D8D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5331E3-CA7F-45FC-8B3D-37194806343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39B60037-1A4C-401B-99C1-46CAC746C78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7B5F1C9-C86D-47C2-8E60-2E6499A1C8E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1E4B901-AC8A-46C2-924F-6383351BD1B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5641057-CC43-4415-B268-E04E826F14E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5145D27-9747-4225-8C20-FE386D6507E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B3807B6-5F72-4D64-8619-8561438DD90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ECB22A5-783F-4DB9-907F-680F6E42856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7EA559-775F-4CDA-9D6F-E446B057A00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A9F1CB9-6446-4B8C-B935-962CA4D0E90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D67E116-9076-4150-AC10-3FDE09CBD3A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5BE3084-B533-4631-8124-75DF6C6C9A3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E19D3BA4-0D96-4531-AD24-8F9FA150A478}"/>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1913F818-97E9-457B-A9A3-497C3FC68E49}"/>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7ADA433-DE6C-41D9-BCAD-187347FAABF8}"/>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98424201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C5110B5-8969-4D64-B148-90D66457B06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7B0C925A-6FD8-4992-8F7D-09ECFF0EB35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2FD7A13A-3B4B-4BA2-A39D-8D97E0F39AD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610A4D-8999-4115-9A47-920FC8B89F4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2028D19A-F9E7-4A0C-B3FB-ED7344CB94D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723F88E-FA76-4D2C-9BA8-12431275B3F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9491663-CA79-4BAE-BE76-31888C05F46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1FE87EC-923F-4084-9B40-7D7920F965B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F2521C3-5BB9-4024-B6D0-5A21D8F5022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4FEFEA7-D65D-4B5D-80D3-FC555EEA79F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E32B69E-0B90-4BDD-B93A-4932AA53B6C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D6EC585-2DFA-45C3-9ACC-DAE25C139C9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693EBE9-6C96-4A12-BA4B-7BE035F119D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3A54692-DFD1-4BFA-945A-1264A46347C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BF89689-40C5-42D5-8E92-6785C3F2B95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4A9B4815-25FE-45B0-9FA9-DB93984B66D1}"/>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E5B0C0F1-55B9-4189-BE72-F181118030A3}"/>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B8C61EA-0537-460C-BC0E-A2B31EB324A3}"/>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A932446B-87F1-480B-A54E-65D09F526CE5}"/>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E93D663C-BA6B-406F-98C9-65C63E7D14CA}"/>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0AF26A3D-1193-4698-90C1-6E1F60B52A61}"/>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542E503-B397-404F-AFC3-F3B5A6885E8F}"/>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94644480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7A36EB55-D05D-4B18-B26F-A48355FAAB1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masked reasoning to recover choice and expose hidden states</a:t>
            </a:r>
          </a:p>
        </p:txBody>
      </p:sp>
      <p:sp>
        <p:nvSpPr>
          <p:cNvPr id="2" name="">
            <a:extLst xmlns:a="http://schemas.openxmlformats.org/drawingml/2006/main">
              <a:ext uri="{FF2B5EF4-FFF2-40B4-BE49-F238E27FC236}">
                <a16:creationId xmlns:a16="http://schemas.microsoft.com/office/drawing/2014/main" id="{E0722162-8866-4CF0-8E36-98156C379C9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task</a:t>
            </a:r>
          </a:p>
        </p:txBody>
      </p:sp>
      <p:sp>
        <p:nvSpPr>
          <p:cNvPr id="3" name="">
            <a:extLst xmlns:a="http://schemas.openxmlformats.org/drawingml/2006/main">
              <a:ext uri="{FF2B5EF4-FFF2-40B4-BE49-F238E27FC236}">
                <a16:creationId xmlns:a16="http://schemas.microsoft.com/office/drawing/2014/main" id="{14ED5A4B-35EA-4619-8A9D-F7DB53AC182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B44276-FBB2-48D0-A54B-930403F91B4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4F55250A-BC64-46AA-BF53-181EA9BA108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8DC7D02-CAF8-400F-A17E-DDBB8E6BB5D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D9906C6-D383-4A22-A8E9-7B4648F79A2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6CCBD0D-2EDB-4EAF-8B52-1A30CB3E176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04F2745-A7B7-4135-9763-1182C9E5F2B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38457D1-F10B-47C7-98C2-A66B3CACBC0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17C5BA9-364A-493C-8BC5-046E87A352A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AD15D27-2F60-405C-A860-8BC509B2524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898B52B-31D2-45FB-A594-029EF0E078F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9D7389A-2BAF-44A8-B6B3-FED22A319C8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F644BB4-CE9C-4915-B9BB-99E47FFAEB7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input supports two behaviorally anchored readouts</a:t>
            </a:r>
          </a:p>
        </p:txBody>
      </p:sp>
      <p:sp>
        <p:nvSpPr>
          <p:cNvPr id="16" name="">
            <a:extLst xmlns:a="http://schemas.openxmlformats.org/drawingml/2006/main">
              <a:ext uri="{FF2B5EF4-FFF2-40B4-BE49-F238E27FC236}">
                <a16:creationId xmlns:a16="http://schemas.microsoft.com/office/drawing/2014/main" id="{3581871C-36AC-472B-BF53-D013B48F11B1}"/>
              </a:ext>
            </a:extLst>
          </p:cNvPr>
          <p:cNvSpPr>
            <a:spLocks xmlns:a="http://schemas.openxmlformats.org/drawingml/2006/main" noGrp="1"/>
          </p:cNvSpPr>
          <p:nvPr/>
        </p:nvSpPr>
        <p:spPr>
          <a:xfrm xmlns:a="http://schemas.openxmlformats.org/drawingml/2006/main">
            <a:off x="5657850" y="3419475"/>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74D3E3B-EF47-4919-9F4C-AD62EE76F335}"/>
              </a:ext>
            </a:extLst>
          </p:cNvPr>
          <p:cNvSpPr>
            <a:spLocks xmlns:a="http://schemas.openxmlformats.org/drawingml/2006/main" noGrp="1"/>
          </p:cNvSpPr>
          <p:nvPr/>
        </p:nvSpPr>
        <p:spPr>
          <a:xfrm xmlns:a="http://schemas.openxmlformats.org/drawingml/2006/main">
            <a:off x="8058150" y="2676525"/>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0CF1F6C-7921-4F96-9FA2-6D393D468245}"/>
              </a:ext>
            </a:extLst>
          </p:cNvPr>
          <p:cNvSpPr>
            <a:spLocks xmlns:a="http://schemas.openxmlformats.org/drawingml/2006/main" noGrp="1"/>
          </p:cNvSpPr>
          <p:nvPr/>
        </p:nvSpPr>
        <p:spPr>
          <a:xfrm xmlns:a="http://schemas.openxmlformats.org/drawingml/2006/main">
            <a:off x="8058150" y="4333875"/>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F5A9222-D5B7-4116-A022-37210C9F5EA5}"/>
              </a:ext>
            </a:extLst>
          </p:cNvPr>
          <p:cNvSpPr>
            <a:spLocks xmlns:a="http://schemas.openxmlformats.org/drawingml/2006/main" noGrp="1"/>
          </p:cNvSpPr>
          <p:nvPr/>
        </p:nvSpPr>
        <p:spPr>
          <a:xfrm xmlns:a="http://schemas.openxmlformats.org/drawingml/2006/main">
            <a:off x="80010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MODEL INPUT</a:t>
            </a:r>
          </a:p>
        </p:txBody>
      </p:sp>
      <p:sp>
        <p:nvSpPr>
          <p:cNvPr id="20" name="">
            <a:extLst xmlns:a="http://schemas.openxmlformats.org/drawingml/2006/main">
              <a:ext uri="{FF2B5EF4-FFF2-40B4-BE49-F238E27FC236}">
                <a16:creationId xmlns:a16="http://schemas.microsoft.com/office/drawing/2014/main" id="{84C6556A-6D8C-40D7-8E8C-0D41278E4796}"/>
              </a:ext>
            </a:extLst>
          </p:cNvPr>
          <p:cNvSpPr>
            <a:spLocks xmlns:a="http://schemas.openxmlformats.org/drawingml/2006/main" noGrp="1"/>
          </p:cNvSpPr>
          <p:nvPr/>
        </p:nvSpPr>
        <p:spPr>
          <a:xfrm xmlns:a="http://schemas.openxmlformats.org/drawingml/2006/main">
            <a:off x="800100" y="2190750"/>
            <a:ext cx="4705350"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CF8D5016-ED01-4034-80C2-7A7C629A5D3B}"/>
              </a:ext>
            </a:extLst>
          </p:cNvPr>
          <p:cNvSpPr>
            <a:spLocks xmlns:a="http://schemas.openxmlformats.org/drawingml/2006/main" noGrp="1"/>
          </p:cNvSpPr>
          <p:nvPr/>
        </p:nvSpPr>
        <p:spPr>
          <a:xfrm xmlns:a="http://schemas.openxmlformats.org/drawingml/2006/main">
            <a:off x="1028700" y="2400300"/>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22" name="">
            <a:extLst xmlns:a="http://schemas.openxmlformats.org/drawingml/2006/main">
              <a:ext uri="{FF2B5EF4-FFF2-40B4-BE49-F238E27FC236}">
                <a16:creationId xmlns:a16="http://schemas.microsoft.com/office/drawing/2014/main" id="{CB9C0F0A-A8BC-4757-8782-E8FD0ABF51CD}"/>
              </a:ext>
            </a:extLst>
          </p:cNvPr>
          <p:cNvSpPr>
            <a:spLocks xmlns:a="http://schemas.openxmlformats.org/drawingml/2006/main" noGrp="1"/>
          </p:cNvSpPr>
          <p:nvPr/>
        </p:nvSpPr>
        <p:spPr>
          <a:xfrm xmlns:a="http://schemas.openxmlformats.org/drawingml/2006/main">
            <a:off x="1028700" y="266700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Infer which option the reasoning supports.</a:t>
            </a:r>
          </a:p>
        </p:txBody>
      </p:sp>
      <p:sp>
        <p:nvSpPr>
          <p:cNvPr id="23" name="">
            <a:extLst xmlns:a="http://schemas.openxmlformats.org/drawingml/2006/main">
              <a:ext uri="{FF2B5EF4-FFF2-40B4-BE49-F238E27FC236}">
                <a16:creationId xmlns:a16="http://schemas.microsoft.com/office/drawing/2014/main" id="{AE8F924C-22EB-4864-A161-7328330596DA}"/>
              </a:ext>
            </a:extLst>
          </p:cNvPr>
          <p:cNvSpPr>
            <a:spLocks xmlns:a="http://schemas.openxmlformats.org/drawingml/2006/main" noGrp="1"/>
          </p:cNvSpPr>
          <p:nvPr/>
        </p:nvSpPr>
        <p:spPr>
          <a:xfrm xmlns:a="http://schemas.openxmlformats.org/drawingml/2006/main">
            <a:off x="1028700" y="31051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656553FA-520C-4156-8DB6-5FB2A6F4FD4E}"/>
              </a:ext>
            </a:extLst>
          </p:cNvPr>
          <p:cNvSpPr>
            <a:spLocks xmlns:a="http://schemas.openxmlformats.org/drawingml/2006/main" noGrp="1"/>
          </p:cNvSpPr>
          <p:nvPr/>
        </p:nvSpPr>
        <p:spPr>
          <a:xfrm xmlns:a="http://schemas.openxmlformats.org/drawingml/2006/main">
            <a:off x="1028700" y="3371850"/>
            <a:ext cx="4095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350" b="0" i="0">
                <a:solidFill>
                  <a:srgbClr val="111827"/>
                </a:solidFill>
                <a:latin typeface="Arial"/>
                <a:ea typeface="Arial"/>
                <a:cs typeface="Arial"/>
              </a:defRPr>
            </a:pPr>
            <a:r>
              <a:rPr sz="1350" b="0" i="0">
                <a:solidFill>
                  <a:srgbClr val="111827"/>
                </a:solidFill>
                <a:latin typeface="Arial"/>
                <a:ea typeface="Arial"/>
                <a:cs typeface="Arial"/>
              </a:rPr>
              <a:t>A: 25% of $1,000; otherwise $0</a:t>
            </a:r>
          </a:p>
          <a:p xmlns:a="http://schemas.openxmlformats.org/drawingml/2006/main">
            <a:pPr algn="l">
              <a:lnSpc>
                <a:spcPct val="115000"/>
              </a:lnSpc>
              <a:buNone/>
              <a:defRPr sz="1350" b="0" i="0">
                <a:solidFill>
                  <a:srgbClr val="111827"/>
                </a:solidFill>
                <a:latin typeface="Arial"/>
                <a:ea typeface="Arial"/>
                <a:cs typeface="Arial"/>
              </a:defRPr>
            </a:pPr>
            <a:r>
              <a:rPr sz="1350" b="0" i="0">
                <a:solidFill>
                  <a:srgbClr val="111827"/>
                </a:solidFill>
                <a:latin typeface="Arial"/>
                <a:ea typeface="Arial"/>
                <a:cs typeface="Arial"/>
              </a:rPr>
              <a:t>B: $240 for sure</a:t>
            </a:r>
          </a:p>
        </p:txBody>
      </p:sp>
      <p:sp>
        <p:nvSpPr>
          <p:cNvPr id="25" name="">
            <a:extLst xmlns:a="http://schemas.openxmlformats.org/drawingml/2006/main">
              <a:ext uri="{FF2B5EF4-FFF2-40B4-BE49-F238E27FC236}">
                <a16:creationId xmlns:a16="http://schemas.microsoft.com/office/drawing/2014/main" id="{68E5D0B0-A17E-40C4-8143-2F62403BD75E}"/>
              </a:ext>
            </a:extLst>
          </p:cNvPr>
          <p:cNvSpPr>
            <a:spLocks xmlns:a="http://schemas.openxmlformats.org/drawingml/2006/main" noGrp="1"/>
          </p:cNvSpPr>
          <p:nvPr/>
        </p:nvSpPr>
        <p:spPr>
          <a:xfrm xmlns:a="http://schemas.openxmlformats.org/drawingml/2006/main">
            <a:off x="1028700" y="40576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reasoning</a:t>
            </a:r>
          </a:p>
        </p:txBody>
      </p:sp>
      <p:sp>
        <p:nvSpPr>
          <p:cNvPr id="26" name="">
            <a:extLst xmlns:a="http://schemas.openxmlformats.org/drawingml/2006/main">
              <a:ext uri="{FF2B5EF4-FFF2-40B4-BE49-F238E27FC236}">
                <a16:creationId xmlns:a16="http://schemas.microsoft.com/office/drawing/2014/main" id="{460D074E-59AF-4DD6-837D-9803BE8B99B6}"/>
              </a:ext>
            </a:extLst>
          </p:cNvPr>
          <p:cNvSpPr>
            <a:spLocks xmlns:a="http://schemas.openxmlformats.org/drawingml/2006/main" noGrp="1"/>
          </p:cNvSpPr>
          <p:nvPr/>
        </p:nvSpPr>
        <p:spPr>
          <a:xfrm xmlns:a="http://schemas.openxmlformats.org/drawingml/2006/main">
            <a:off x="1028700" y="4324350"/>
            <a:ext cx="4095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275" b="0" i="0">
                <a:solidFill>
                  <a:srgbClr val="283643"/>
                </a:solidFill>
                <a:latin typeface="Arial"/>
                <a:ea typeface="Arial"/>
                <a:cs typeface="Arial"/>
              </a:defRPr>
            </a:pPr>
            <a:r>
              <a:rPr sz="1275" b="0" i="0">
                <a:solidFill>
                  <a:srgbClr val="283643"/>
                </a:solidFill>
                <a:latin typeface="Arial"/>
                <a:ea typeface="Arial"/>
                <a:cs typeface="Arial"/>
              </a:rPr>
              <a:t>A gives $250; B gives $240.</a:t>
            </a:r>
          </a:p>
          <a:p xmlns:a="http://schemas.openxmlformats.org/drawingml/2006/main">
            <a:pPr algn="l">
              <a:lnSpc>
                <a:spcPct val="112000"/>
              </a:lnSpc>
              <a:buNone/>
              <a:defRPr sz="1275" b="0" i="0">
                <a:solidFill>
                  <a:srgbClr val="283643"/>
                </a:solidFill>
                <a:latin typeface="Arial"/>
                <a:ea typeface="Arial"/>
                <a:cs typeface="Arial"/>
              </a:defRPr>
            </a:pPr>
            <a:r>
              <a:rPr sz="1275" b="0" i="0">
                <a:solidFill>
                  <a:srgbClr val="283643"/>
                </a:solidFill>
                <a:latin typeface="Arial"/>
                <a:ea typeface="Arial"/>
                <a:cs typeface="Arial"/>
              </a:rPr>
              <a:t>A has the higher value. I choose Option X.</a:t>
            </a:r>
          </a:p>
        </p:txBody>
      </p:sp>
      <p:sp>
        <p:nvSpPr>
          <p:cNvPr id="27" name="">
            <a:extLst xmlns:a="http://schemas.openxmlformats.org/drawingml/2006/main">
              <a:ext uri="{FF2B5EF4-FFF2-40B4-BE49-F238E27FC236}">
                <a16:creationId xmlns:a16="http://schemas.microsoft.com/office/drawing/2014/main" id="{6BB134A3-93C5-432C-9026-01B76C3F7F6B}"/>
              </a:ext>
            </a:extLst>
          </p:cNvPr>
          <p:cNvSpPr>
            <a:spLocks xmlns:a="http://schemas.openxmlformats.org/drawingml/2006/main" noGrp="1"/>
          </p:cNvSpPr>
          <p:nvPr/>
        </p:nvSpPr>
        <p:spPr>
          <a:xfrm xmlns:a="http://schemas.openxmlformats.org/drawingml/2006/main">
            <a:off x="6267450" y="2838450"/>
            <a:ext cx="1695450" cy="1123950"/>
          </a:xfrm>
          <a:prstGeom xmlns:a="http://schemas.openxmlformats.org/drawingml/2006/main" prst="rect">
            <a:avLst/>
          </a:prstGeom>
          <a:solidFill xmlns:a="http://schemas.openxmlformats.org/drawingml/2006/main">
            <a:srgbClr val="F3F4F6"/>
          </a:solidFill>
          <a:ln xmlns:a="http://schemas.openxmlformats.org/drawingml/2006/main" w="11906">
            <a:solidFill>
              <a:srgbClr val="234E70"/>
            </a:solidFill>
            <a:prstDash val="solid"/>
          </a:ln>
        </p:spPr>
      </p:sp>
      <p:sp>
        <p:nvSpPr>
          <p:cNvPr id="28" name="">
            <a:extLst xmlns:a="http://schemas.openxmlformats.org/drawingml/2006/main">
              <a:ext uri="{FF2B5EF4-FFF2-40B4-BE49-F238E27FC236}">
                <a16:creationId xmlns:a16="http://schemas.microsoft.com/office/drawing/2014/main" id="{D7E6EDAF-342F-48FE-B897-7ECCD683C9D3}"/>
              </a:ext>
            </a:extLst>
          </p:cNvPr>
          <p:cNvSpPr>
            <a:spLocks xmlns:a="http://schemas.openxmlformats.org/drawingml/2006/main" noGrp="1"/>
          </p:cNvSpPr>
          <p:nvPr/>
        </p:nvSpPr>
        <p:spPr>
          <a:xfrm xmlns:a="http://schemas.openxmlformats.org/drawingml/2006/main">
            <a:off x="6419850" y="3105150"/>
            <a:ext cx="1390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Frozen Qwen</a:t>
            </a:r>
          </a:p>
        </p:txBody>
      </p:sp>
      <p:sp>
        <p:nvSpPr>
          <p:cNvPr id="29" name="">
            <a:extLst xmlns:a="http://schemas.openxmlformats.org/drawingml/2006/main">
              <a:ext uri="{FF2B5EF4-FFF2-40B4-BE49-F238E27FC236}">
                <a16:creationId xmlns:a16="http://schemas.microsoft.com/office/drawing/2014/main" id="{618A8962-D2C0-484D-8FDF-1DC05739F912}"/>
              </a:ext>
            </a:extLst>
          </p:cNvPr>
          <p:cNvSpPr>
            <a:spLocks xmlns:a="http://schemas.openxmlformats.org/drawingml/2006/main" noGrp="1"/>
          </p:cNvSpPr>
          <p:nvPr/>
        </p:nvSpPr>
        <p:spPr>
          <a:xfrm xmlns:a="http://schemas.openxmlformats.org/drawingml/2006/main">
            <a:off x="6419850" y="3486150"/>
            <a:ext cx="1390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one forward pass</a:t>
            </a:r>
          </a:p>
        </p:txBody>
      </p:sp>
      <p:sp>
        <p:nvSpPr>
          <p:cNvPr id="30" name="">
            <a:extLst xmlns:a="http://schemas.openxmlformats.org/drawingml/2006/main">
              <a:ext uri="{FF2B5EF4-FFF2-40B4-BE49-F238E27FC236}">
                <a16:creationId xmlns:a16="http://schemas.microsoft.com/office/drawing/2014/main" id="{9453A277-F4C3-4E99-B5EA-6445AFC416D6}"/>
              </a:ext>
            </a:extLst>
          </p:cNvPr>
          <p:cNvSpPr>
            <a:spLocks xmlns:a="http://schemas.openxmlformats.org/drawingml/2006/main" noGrp="1"/>
          </p:cNvSpPr>
          <p:nvPr/>
        </p:nvSpPr>
        <p:spPr>
          <a:xfrm xmlns:a="http://schemas.openxmlformats.org/drawingml/2006/main">
            <a:off x="8705850" y="2038350"/>
            <a:ext cx="25336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A8CFB884-CDC1-4E93-8872-799AE8274826}"/>
              </a:ext>
            </a:extLst>
          </p:cNvPr>
          <p:cNvSpPr>
            <a:spLocks xmlns:a="http://schemas.openxmlformats.org/drawingml/2006/main" noGrp="1"/>
          </p:cNvSpPr>
          <p:nvPr/>
        </p:nvSpPr>
        <p:spPr>
          <a:xfrm xmlns:a="http://schemas.openxmlformats.org/drawingml/2006/main">
            <a:off x="8896350" y="2247900"/>
            <a:ext cx="2152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Direct choice readout</a:t>
            </a:r>
          </a:p>
        </p:txBody>
      </p:sp>
      <p:sp>
        <p:nvSpPr>
          <p:cNvPr id="32" name="">
            <a:extLst xmlns:a="http://schemas.openxmlformats.org/drawingml/2006/main">
              <a:ext uri="{FF2B5EF4-FFF2-40B4-BE49-F238E27FC236}">
                <a16:creationId xmlns:a16="http://schemas.microsoft.com/office/drawing/2014/main" id="{AB32EFFD-8483-44B2-96F2-FAE5A7EF1B82}"/>
              </a:ext>
            </a:extLst>
          </p:cNvPr>
          <p:cNvSpPr>
            <a:spLocks xmlns:a="http://schemas.openxmlformats.org/drawingml/2006/main" noGrp="1"/>
          </p:cNvSpPr>
          <p:nvPr/>
        </p:nvSpPr>
        <p:spPr>
          <a:xfrm xmlns:a="http://schemas.openxmlformats.org/drawingml/2006/main">
            <a:off x="8896350" y="2667000"/>
            <a:ext cx="2152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output P(A), P(B)</a:t>
            </a:r>
          </a:p>
        </p:txBody>
      </p:sp>
      <p:sp>
        <p:nvSpPr>
          <p:cNvPr id="33" name="">
            <a:extLst xmlns:a="http://schemas.openxmlformats.org/drawingml/2006/main">
              <a:ext uri="{FF2B5EF4-FFF2-40B4-BE49-F238E27FC236}">
                <a16:creationId xmlns:a16="http://schemas.microsoft.com/office/drawing/2014/main" id="{3F56D9DB-F122-48C2-B039-FE5112B9A2D4}"/>
              </a:ext>
            </a:extLst>
          </p:cNvPr>
          <p:cNvSpPr>
            <a:spLocks xmlns:a="http://schemas.openxmlformats.org/drawingml/2006/main" noGrp="1"/>
          </p:cNvSpPr>
          <p:nvPr/>
        </p:nvSpPr>
        <p:spPr>
          <a:xfrm xmlns:a="http://schemas.openxmlformats.org/drawingml/2006/main">
            <a:off x="8896350" y="3009900"/>
            <a:ext cx="21526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06"/>
          </a:bodyPr>
          <a:lstStyle xmlns:a="http://schemas.openxmlformats.org/drawingml/2006/main"/>
          <a:p xmlns:a="http://schemas.openxmlformats.org/drawingml/2006/main">
            <a:pPr algn="l">
              <a:lnSpc>
                <a:spcPct val="112000"/>
              </a:lnSpc>
              <a:buNone/>
              <a:defRPr sz="1200" b="0" i="0">
                <a:solidFill>
                  <a:srgbClr val="283643"/>
                </a:solidFill>
                <a:latin typeface="Arial"/>
                <a:ea typeface="Arial"/>
                <a:cs typeface="Arial"/>
              </a:defRPr>
            </a:pPr>
            <a:r>
              <a:rPr sz="1200" b="0" i="0">
                <a:solidFill>
                  <a:srgbClr val="283643"/>
                </a:solidFill>
                <a:latin typeface="Arial"/>
                <a:ea typeface="Arial"/>
                <a:cs typeface="Arial"/>
              </a:rPr>
              <a:t>evaluate held-out choice</a:t>
            </a:r>
          </a:p>
          <a:p xmlns:a="http://schemas.openxmlformats.org/drawingml/2006/main">
            <a:pPr algn="l">
              <a:lnSpc>
                <a:spcPct val="112000"/>
              </a:lnSpc>
              <a:buNone/>
              <a:defRPr sz="1200" b="0" i="0">
                <a:solidFill>
                  <a:srgbClr val="283643"/>
                </a:solidFill>
                <a:latin typeface="Arial"/>
                <a:ea typeface="Arial"/>
                <a:cs typeface="Arial"/>
              </a:defRPr>
            </a:pPr>
            <a:r>
              <a:rPr sz="1200" b="0" i="0">
                <a:solidFill>
                  <a:srgbClr val="283643"/>
                </a:solidFill>
                <a:latin typeface="Arial"/>
                <a:ea typeface="Arial"/>
                <a:cs typeface="Arial"/>
              </a:rPr>
              <a:t>with balanced accuracy</a:t>
            </a:r>
          </a:p>
        </p:txBody>
      </p:sp>
      <p:sp>
        <p:nvSpPr>
          <p:cNvPr id="34" name="">
            <a:extLst xmlns:a="http://schemas.openxmlformats.org/drawingml/2006/main">
              <a:ext uri="{FF2B5EF4-FFF2-40B4-BE49-F238E27FC236}">
                <a16:creationId xmlns:a16="http://schemas.microsoft.com/office/drawing/2014/main" id="{232A4CF0-6C08-423B-9DE0-536AA882D4E5}"/>
              </a:ext>
            </a:extLst>
          </p:cNvPr>
          <p:cNvSpPr>
            <a:spLocks xmlns:a="http://schemas.openxmlformats.org/drawingml/2006/main" noGrp="1"/>
          </p:cNvSpPr>
          <p:nvPr/>
        </p:nvSpPr>
        <p:spPr>
          <a:xfrm xmlns:a="http://schemas.openxmlformats.org/drawingml/2006/main">
            <a:off x="8705850" y="3752850"/>
            <a:ext cx="2533650" cy="13906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82305C4C-60A8-43C8-884B-E57514FC30C3}"/>
              </a:ext>
            </a:extLst>
          </p:cNvPr>
          <p:cNvSpPr>
            <a:spLocks xmlns:a="http://schemas.openxmlformats.org/drawingml/2006/main" noGrp="1"/>
          </p:cNvSpPr>
          <p:nvPr/>
        </p:nvSpPr>
        <p:spPr>
          <a:xfrm xmlns:a="http://schemas.openxmlformats.org/drawingml/2006/main">
            <a:off x="8896350" y="3962400"/>
            <a:ext cx="2152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375"/>
          </a:bodyPr>
          <a:lstStyle xmlns:a="http://schemas.openxmlformats.org/drawingml/2006/main"/>
          <a:p xmlns:a="http://schemas.openxmlformats.org/drawingml/2006/main">
            <a:pPr algn="l">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Representation readout</a:t>
            </a:r>
          </a:p>
        </p:txBody>
      </p:sp>
      <p:sp>
        <p:nvSpPr>
          <p:cNvPr id="36" name="">
            <a:extLst xmlns:a="http://schemas.openxmlformats.org/drawingml/2006/main">
              <a:ext uri="{FF2B5EF4-FFF2-40B4-BE49-F238E27FC236}">
                <a16:creationId xmlns:a16="http://schemas.microsoft.com/office/drawing/2014/main" id="{71B68195-A22D-431A-94C1-B488E28D7896}"/>
              </a:ext>
            </a:extLst>
          </p:cNvPr>
          <p:cNvSpPr>
            <a:spLocks xmlns:a="http://schemas.openxmlformats.org/drawingml/2006/main" noGrp="1"/>
          </p:cNvSpPr>
          <p:nvPr/>
        </p:nvSpPr>
        <p:spPr>
          <a:xfrm xmlns:a="http://schemas.openxmlformats.org/drawingml/2006/main">
            <a:off x="8896350" y="4381500"/>
            <a:ext cx="2152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save h(l, t)</a:t>
            </a:r>
          </a:p>
        </p:txBody>
      </p:sp>
      <p:sp>
        <p:nvSpPr>
          <p:cNvPr id="37" name="">
            <a:extLst xmlns:a="http://schemas.openxmlformats.org/drawingml/2006/main">
              <a:ext uri="{FF2B5EF4-FFF2-40B4-BE49-F238E27FC236}">
                <a16:creationId xmlns:a16="http://schemas.microsoft.com/office/drawing/2014/main" id="{8D05C503-BEF1-4B4C-B023-5DA24D9D7035}"/>
              </a:ext>
            </a:extLst>
          </p:cNvPr>
          <p:cNvSpPr>
            <a:spLocks xmlns:a="http://schemas.openxmlformats.org/drawingml/2006/main" noGrp="1"/>
          </p:cNvSpPr>
          <p:nvPr/>
        </p:nvSpPr>
        <p:spPr>
          <a:xfrm xmlns:a="http://schemas.openxmlformats.org/drawingml/2006/main">
            <a:off x="8896350" y="4724400"/>
            <a:ext cx="21526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06"/>
          </a:bodyPr>
          <a:lstStyle xmlns:a="http://schemas.openxmlformats.org/drawingml/2006/main"/>
          <a:p xmlns:a="http://schemas.openxmlformats.org/drawingml/2006/main">
            <a:pPr algn="l">
              <a:lnSpc>
                <a:spcPct val="112000"/>
              </a:lnSpc>
              <a:buNone/>
              <a:defRPr sz="1200" b="0" i="0">
                <a:solidFill>
                  <a:srgbClr val="283643"/>
                </a:solidFill>
                <a:latin typeface="Arial"/>
                <a:ea typeface="Arial"/>
                <a:cs typeface="Arial"/>
              </a:defRPr>
            </a:pPr>
            <a:r>
              <a:rPr sz="1200" b="0" i="0">
                <a:solidFill>
                  <a:srgbClr val="283643"/>
                </a:solidFill>
                <a:latin typeface="Arial"/>
                <a:ea typeface="Arial"/>
                <a:cs typeface="Arial"/>
              </a:rPr>
              <a:t>probe choice information</a:t>
            </a:r>
          </a:p>
          <a:p xmlns:a="http://schemas.openxmlformats.org/drawingml/2006/main">
            <a:pPr algn="l">
              <a:lnSpc>
                <a:spcPct val="112000"/>
              </a:lnSpc>
              <a:buNone/>
              <a:defRPr sz="1200" b="0" i="0">
                <a:solidFill>
                  <a:srgbClr val="283643"/>
                </a:solidFill>
                <a:latin typeface="Arial"/>
                <a:ea typeface="Arial"/>
                <a:cs typeface="Arial"/>
              </a:defRPr>
            </a:pPr>
            <a:r>
              <a:rPr sz="1200" b="0" i="0">
                <a:solidFill>
                  <a:srgbClr val="283643"/>
                </a:solidFill>
                <a:latin typeface="Arial"/>
                <a:ea typeface="Arial"/>
                <a:cs typeface="Arial"/>
              </a:rPr>
              <a:t>and analyze geometry</a:t>
            </a:r>
          </a:p>
        </p:txBody>
      </p:sp>
      <p:sp>
        <p:nvSpPr>
          <p:cNvPr id="38" name="">
            <a:extLst xmlns:a="http://schemas.openxmlformats.org/drawingml/2006/main">
              <a:ext uri="{FF2B5EF4-FFF2-40B4-BE49-F238E27FC236}">
                <a16:creationId xmlns:a16="http://schemas.microsoft.com/office/drawing/2014/main" id="{77B04545-52B7-4271-A33E-76CC9B7B807A}"/>
              </a:ext>
            </a:extLst>
          </p:cNvPr>
          <p:cNvSpPr>
            <a:spLocks xmlns:a="http://schemas.openxmlformats.org/drawingml/2006/main" noGrp="1"/>
          </p:cNvSpPr>
          <p:nvPr/>
        </p:nvSpPr>
        <p:spPr>
          <a:xfrm xmlns:a="http://schemas.openxmlformats.org/drawingml/2006/main">
            <a:off x="800100" y="5219700"/>
            <a:ext cx="10439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8A3B35"/>
                </a:solidFill>
                <a:latin typeface="Arial"/>
                <a:ea typeface="Arial"/>
                <a:cs typeface="Arial"/>
              </a:defRPr>
            </a:pPr>
            <a:r>
              <a:rPr sz="1275" b="0" i="0">
                <a:solidFill>
                  <a:srgbClr val="8A3B35"/>
                </a:solidFill>
                <a:latin typeface="Arial"/>
                <a:ea typeface="Arial"/>
                <a:cs typeface="Arial"/>
              </a:rPr>
              <a:t>Withheld: persona label and original A/B conclusion</a:t>
            </a:r>
          </a:p>
        </p:txBody>
      </p:sp>
      <p:sp>
        <p:nvSpPr>
          <p:cNvPr id="39" name="">
            <a:extLst xmlns:a="http://schemas.openxmlformats.org/drawingml/2006/main">
              <a:ext uri="{FF2B5EF4-FFF2-40B4-BE49-F238E27FC236}">
                <a16:creationId xmlns:a16="http://schemas.microsoft.com/office/drawing/2014/main" id="{9EA500CB-E0E9-43A8-AC90-CA9BDC951C5C}"/>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A38A6ACE-B675-413A-B224-A75DA290E79D}"/>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Choice recovery tests whether information is present; hidden-state analysis asks where and how it is represented.</a:t>
            </a:r>
          </a:p>
        </p:txBody>
      </p:sp>
    </p:spTree>
    <p:extLst>
      <p:ext uri="{BB962C8B-B14F-4D97-AF65-F5344CB8AC3E}">
        <p14:creationId xmlns:p14="http://schemas.microsoft.com/office/powerpoint/2010/main" val="134805059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A0305152-88AB-4814-B11D-F1EB7F481CC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8270BE26-3643-4E94-A7A8-06760F45D23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992D7B7F-EA2D-468E-B004-DED8A5D1191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8C888E4-B6B2-4C1A-AD31-49E8FAFEC87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AC34BF60-938D-4B1F-A49F-F5892D32961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6F8A7FF-60BF-4E92-B6B3-3D3ED49473A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4692BB4-5FE4-4B9F-89B8-F52012DF4CD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521762-C89F-4D9F-9B23-5A28C73F195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A9B04F4-8F4A-4B28-996A-58833C2149F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40AC65-DA7D-4ECF-A8B5-E6771DA231C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FF6A4B5-37C1-4841-8472-64567F9138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C01F29-9A5A-4C10-AD42-60D68551B35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12A5F55-5DAB-4B6E-AF8F-383A14740BE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0F89AB5-FE90-49D4-B6C7-C2DC23A7EA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E20BA0F-0F70-4B4E-B959-B73B930377E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3173B861-E609-45C2-96EC-8C081A3F52A5}"/>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D9190FE0-555D-4433-A163-AF04F8A5B47F}"/>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B008261B-155F-41DA-A833-9E7D34947B26}"/>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4A0688D1-AC40-493C-9290-347301FEC424}"/>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6153FF77-69DE-4932-BB0F-74CCCAC285B2}"/>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6E2C85E7-086C-49CC-990F-C8D78C4AE972}"/>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9B34C68C-17A7-4461-A423-8BA8D21DB457}"/>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7904BB69-E5AB-4A3D-B45E-C0F0F46FDEFB}"/>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4D5A101F-E6ED-43BF-BA68-7E63C0577D62}"/>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0581E580-3D11-4927-A304-46C9F41E9EF6}"/>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3CDAB8CD-74B1-4D93-AAD5-173D17B39EBD}"/>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0811484D-E5F4-4583-AC6E-1C5577352BD3}"/>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B51412C6-89C3-4516-BA59-ECEE97E4FF08}"/>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8973036C-2ADA-46AE-B14C-85BECB53A962}"/>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83997857-B8F8-42D3-97D5-37A1CF65CBA6}"/>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B32AB89D-0701-4886-83E6-E2279CE5AFC3}"/>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EB04F862-4F7F-4BCE-AF69-0804F81F8C46}"/>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D88739E3-B398-48CF-BCF2-AE0E740234F6}"/>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98305834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82CB722-D937-492C-A780-14831994890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EE4200E6-3222-42BD-815F-EEBE3B0AEC4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D8EC867E-0838-4129-96BA-3A891FB7DC5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9BADFC6-804F-46BA-A729-97B9CAC6C2F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17F9E51A-6850-4EFC-BC74-753429683FD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EB15667-6A7E-4BD9-80CB-48FC9E4EF5E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DF179FE-852E-4BA4-AA42-ABA30C5F7BE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9F69F6A-70BC-4E64-82DA-3FC1B057AA1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3D06281-B39F-4FB2-8ABE-E01CB71D516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953ECB0-305C-4DA6-8099-96C32665587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06CEF82-AB80-4A36-B0B2-9EF0D799D0E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D70ABAE-DFB5-49C9-BE94-F2492B06067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8CA68C1-4412-400A-B03E-00E4F4B6EF5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118647-3205-47B3-AA5E-DF75AD2EC02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FC3CD07-2FD7-4938-A942-2FAF29B44A2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AB8634CF-0050-4EF3-BC7C-A571C4F32ADF}"/>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2A48B3FA-005F-4FE2-8C2A-A1C0F78EAA3C}"/>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83AC02E-F9F6-46C1-AC93-61A8A7F0DFAC}"/>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D28BBB88-2BB4-4F3B-BF11-01EFEF37483E}"/>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04F04FC-3E0E-4FB2-9C30-3809661146B0}"/>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1628219D-9140-454D-A851-35478E0C2A65}"/>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1C66D42-5AB5-49CD-90BE-08D3A595BEA0}"/>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909E2888-A26D-4EFB-917E-6F1E83041045}"/>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2D4A2F1B-31CC-439E-8B70-68EE7C2F2741}"/>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62D5FE0A-0705-4738-AEF5-2F666D81EA0D}"/>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C8893409-61A4-4FBD-A836-9733511AA0DA}"/>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DC321F0E-30C0-4B4C-B190-229058D66145}"/>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1C0AB320-17C5-4598-B98D-51BEB4F42C85}"/>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08CFECEB-79F5-417D-AEB7-E12B0E8EC2C0}"/>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8FC21BB0-BFFB-4F14-9C45-C4685C4A8033}"/>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20E16F4-1A3B-411A-8FB4-9D8F94B4F8DE}"/>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80093044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83629BE-79CC-46B0-96E4-0391BA42E70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9EA1ED1B-A593-4197-AE90-4AA8F4594A9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724AEC7B-DAE8-4DFF-B584-59404A4C1F5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4B18914-CEB4-471C-8A7D-4086A4E0C4D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A272BE7E-3054-4E09-A8B2-620113ADFE8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47C9609-4DB0-4289-9823-5E874C48AEF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BCD51B4-F7B8-4759-ADC4-3519BE7525F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0EE4A59-C5AD-4664-B216-039A9A0FCC4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1A370B1-8E49-46DF-9F5A-B9BB59D68D3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575DD9A-E189-4DCD-8F95-17A9A5EC337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ABC80B2-CE0B-4560-B674-464F3FB2AA5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04266A0-860A-486A-AE44-8105169933F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2B3F2AF-A61A-4E95-A776-EEBC289DBB4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E98D60C-F2B3-4453-ABF6-1C26E3DABBA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6273739-84E3-40D1-AF0A-0EA838B74D7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FBFC50FA-FFCE-42C7-A6E9-EF95AD503FC1}"/>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eee6a7d185984d29"/>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8BC65643-BCDA-4FA6-836A-788BD878F03D}"/>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1926937F-10AA-4DA5-AA43-812DA2D765EA}"/>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796610EE-C60A-4EEA-93F5-5C8F7633155F}"/>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0EE77613-2CB5-4169-BC10-C18767446CE5}"/>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6A0B2891-363B-4C68-999B-05634699E2D8}"/>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0.968</a:t>
            </a:r>
          </a:p>
        </p:txBody>
      </p:sp>
      <p:sp>
        <p:nvSpPr>
          <p:cNvPr id="23" name="">
            <a:extLst xmlns:a="http://schemas.openxmlformats.org/drawingml/2006/main">
              <a:ext uri="{FF2B5EF4-FFF2-40B4-BE49-F238E27FC236}">
                <a16:creationId xmlns:a16="http://schemas.microsoft.com/office/drawing/2014/main" id="{EDB5427B-48A5-494C-9C4E-418AA70695EF}"/>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C2281D8A-9F87-4FC6-BAF3-217D86E66B21}"/>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BE03BE5-B496-431B-8294-69D72E0DB1A9}"/>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122607941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F5F2104C-C46E-4CEB-9D40-A3DCE6FBE3A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A8E7A04A-2238-434A-93DA-8EB7992D30A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BD9ACC63-302E-4AD1-AE9B-DF5AC9E6F86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DE93C4C-5AFD-40DB-BA79-B904BDD2410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A2825FD9-7D97-49B3-A5B3-156C161D4B5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57DCFE0-7710-461C-8C23-73AD711E7C4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CF199A4-75AE-48CD-91C3-1D3E9A8E7D2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5294FF4-336B-4F4A-A010-405FFAEBB6F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B3271E0-2387-4CBA-990F-3110C9B1D24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EC97E6E-1995-47C1-B0F7-0640A15AC77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DAC5484-16B8-4E24-813C-935A07C084F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FAFED41-3FDE-4839-938B-925591E011D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9C06988-0815-4AFF-83D8-5686920292B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F4071F9-E657-4D75-BF50-431C3298290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C21CDC9-1371-4412-8970-5D16BBCA933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CD9E9706-EFBD-43E8-B710-00575A680896}"/>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767A77F1-6617-4515-85A9-8D89DD6ED004}"/>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69C5CA42-5D96-4A3D-A28A-892A9A44C19D}"/>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6B9E31A-03A1-4250-97C3-1C519065CA5C}"/>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C95B84B0-89C2-4B05-A92D-8CB40342959E}"/>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AE118A7-4F92-410A-8567-91C866F992D6}"/>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4F706AAE-6278-4844-A49F-8C1647349F21}"/>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A2DDF19C-3EC4-498B-A349-C3E8FB226016}"/>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9F5065A-DB31-4C00-9965-3170AEBD901B}"/>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655431A1-1F46-44C3-B8D7-CA4CB09B6D77}"/>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E17A7A3-79C2-42D0-B6F2-E73B8F671004}"/>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7EE7419C-1B6D-4657-868D-1067D36B6A76}"/>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41DFB456-1DDB-499B-9C9A-3C5579335FC3}"/>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EA9875E-AFF5-494F-A108-7EDA7F8BE7BE}"/>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778B7787-134B-4C1A-B28C-F5EAB3731681}"/>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0382F3B-4D34-4D6F-AB4C-121165E59894}"/>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C7DFA5FC-CBD7-45F9-BD05-AA5137C9059D}"/>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7C6015D8-3466-4B24-B60A-35B7A48D8A43}"/>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44CB17E6-835C-4861-80E9-CCBA562C1E70}"/>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25B4C201-8433-4218-89DA-5624902872F7}"/>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9EF3942A-FCB9-496B-B7E9-A0A43A2B3909}"/>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AD60E542-4319-4FD5-B258-5204EE634A1C}"/>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185752628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043CC86-D4F6-4B4B-8D12-CBACB281241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ECDAA2D5-349E-4110-86E9-91366738B42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E025CEBE-4AAD-44B6-9960-ADDB6FAA6E7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733F8E-59E1-4382-8942-AC38CA1E753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9E43B215-E710-4DCA-B2CA-16088ACD32B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74061FD-EC9F-4515-94F2-5890A33B1A1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753EA77-6AAE-43B3-B397-3868FE0993B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C6C8E51-996E-4C1F-89CC-92D6CFCB9B9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0431C8C-877A-443C-A989-4BD3C77F1FE8}"/>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6AB74B9-8664-4326-BB20-4F322A3549F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A3782BB-0D2E-40C7-8405-B793AE24E44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DD26E68-F12B-4E0A-A21C-9BFA9A3269B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DA81E25-7575-4E68-ABEA-D3A071E2052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EB9D05-0048-4AE8-AF9C-4CA7A5C2835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399101F-8773-437D-88A4-EFF8412232E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714620843fd4415"/>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138006728"/>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7DB962F-AE22-4E9B-A980-771FFC64FD9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E5010958-E812-4ABB-A851-D7DBE3F1D39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CD304848-512B-4E39-A60F-D27764953CD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2212C2C-33BF-4A0D-B3E9-66E141ACDFF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A0F1AA86-7B19-4906-856B-3E2EB933864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419498A-00E5-4C8D-9D32-67BEF7A044C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87FAFC8-B67D-46B9-ABB9-068B92CA024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898FE16-E88B-4FFC-A979-126601957BA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DCF4348-8755-4382-BAFC-229DC7DECE2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D3F6EE-6C34-46F0-A86E-0DE07416593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8E3764B-5C28-4534-B638-4EFD6E7C336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9FA731-EF4E-46CE-AC33-C1BCA98D6D0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6BE08B5-6663-4ED1-BA2A-D716A818C10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877066D-18E0-4473-B5A4-19A72457733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7C7045E-494E-46AD-BF7B-8F8232394D0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4433A47F-DE0F-449C-9EB8-F7393D6D228E}"/>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418ffb1c1a3f4563"/>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C1FF1C80-58C9-4281-B73E-0148564EBD02}"/>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0C66C09E-6C0B-4A23-B3B6-35DC1889CFAC}"/>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263EE22A-C626-40AA-9C09-FE3FAA49D1C6}"/>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7878E1B4-88E6-42C3-8A92-E416EA8679CF}"/>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602F04A0-49E8-4797-BA98-A2781C61E326}"/>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0F4C17D-5EEA-444D-8057-158D3408A296}"/>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312AA14B-34C3-4101-9E23-5AE1BCBF9288}"/>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F2B22F6-7AD5-4B55-83FA-9068A793BD12}"/>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1E1384E0-A626-4B5B-964A-3CE339EBFC06}"/>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D112EF49-B337-44B2-9E24-89A9D0CEFABB}"/>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151A045-479E-4AAD-B4EB-AB4BA8729C36}"/>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187536883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38F35BB6-CDDE-4F05-85E1-3CFD1271B58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4068BF31-C6DF-42D4-9FB1-7944EA5A3DC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35F9E18A-DFC4-4FB1-8888-995100A775C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EE39EC2-2708-4C3C-96AE-5CC365FED3B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5666F788-183C-4569-8744-B73F697531E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62ECF02-6194-41DB-9967-B5BF5FD0FD1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968FCF8-AFFE-4498-8B67-1A1F312C780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7E761CB-9879-44DA-BF5B-68F4FE5D286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28BBB11-5CEA-4D33-A74C-B5754178956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7714309-3A56-4A61-BA22-6437A75AC32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5289374-708B-42FD-B2D5-F8A11D9ED7E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90B1423-6AE4-4D12-80B4-073E9641FE4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8DDDD2C-426D-4445-91F8-4B40DDD2DF4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7AFD0D2-86BC-4F30-BCA5-3CF9253BE44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6862BC2-8CBB-4AAF-879B-21E1F96C6C2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B6B0D80B-8501-445D-966F-C7DC6C799EB9}"/>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1F16F9C5-6F45-4F47-9DFA-822D381B768F}"/>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E6B841FC-BA08-4A80-98E5-CEC514105B9A}"/>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E5D3E9A-CC47-43DD-AE28-8FBA145EC6B8}"/>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78409F75-4721-44D9-B356-34931439CC15}"/>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C485739-3FB7-4D76-A6E1-4FCD22434E8D}"/>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8DE2B21E-1093-482D-8C88-E8269757B357}"/>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B64BC5A-F5C6-4FD3-9EEB-51C289F4528C}"/>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8AB1E96-4C18-4844-AFE5-07F5D20B21A7}"/>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F740CCE-6CDF-4BD4-9DB7-AA36A379399C}"/>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644214E-1EAD-4A4C-A4E1-F8933730889D}"/>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EDE5CFDC-9717-47A2-A884-52F7301C496C}"/>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16D705C7-9909-49DB-8FBD-FAF3D9B9681F}"/>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F80BA348-6947-483A-8EEB-DAFB5FB62514}"/>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08876E89-B614-4DF9-9235-F9C2F1607B1A}"/>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0E9F63F0-353C-414B-9891-49D5ECA46E43}"/>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ECBDDB19-6DD9-4349-9C42-9C7207194B45}"/>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C2F1F810-4923-4BF8-9846-7406E04045C5}"/>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B713F472-4C4E-4E08-80C1-0172735A8F10}"/>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1BECCE23-32D1-4878-BB37-2E7FAC51C909}"/>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1CD91D7F-8BE9-4E1C-A619-4F4FCAA56991}"/>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144D7484-D7F8-4DB5-88C4-474C4873D657}"/>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CDB19F89-81DA-45CA-83DE-9C7BF9A2E027}"/>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74109AE3-22D2-4EA0-BEFE-0B5FC673D72B}"/>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EAC5BBE5-18F7-4056-8FE3-3F3A4C8B8107}"/>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FA5A447E-5BC8-421C-99D9-044C5B9C175A}"/>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F2B2191B-0A5D-4EAB-927E-F885E0ACF7FD}"/>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B7FD2CC4-6AD3-41F3-93F8-9F76C5AE8125}"/>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E710E271-DF53-4E7F-9F20-F0C891DBEE36}"/>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FB5C79F4-867E-4697-81A7-FEF4CBD1C17F}"/>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BC89A1FD-A275-4121-A449-1A85959D2733}"/>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05F0F5F8-5258-48EE-A9AB-C1B86B83614A}"/>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EB19DC18-D351-4E39-A8BC-335753F25429}"/>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B8956C11-A2CD-4ECF-8112-E3248B93402D}"/>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186407974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1F17DE30-CF6F-496E-9CC9-1DE6A7CE387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AC77C80B-8F64-4EF9-B47C-E456E2315F1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01B850F0-484C-4442-8A1C-C649796C7C5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B47B01A-46F1-4F1A-9E58-A7424A4DBF7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494DDA3B-0834-4B60-B178-9D820B8B50F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4653D37-C6E1-435A-A6BE-3EE856E8680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780A659-D63D-4AB8-9BF4-73BFB5093F5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366B68A-A183-4938-B426-CB7B85A1CAC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6FFA117-C926-4DED-8AC0-F8ECAA85525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85D68D6-A9AB-49D4-BF3A-E9C308A94B7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C94688A-3FB2-478B-AD3B-D37A4219DCD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275F1F-F6DC-4836-8ED1-9AB0FF79267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AF7E754-C030-47EC-BEDB-085A3385477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C90D0D1-D3E3-49A2-812B-0D6216BA61A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1E14DE3-55EE-4138-A9F7-299D688094C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7C1CADD6-A210-43EB-9CB8-E1E39D2BFDFB}"/>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D366E7D7-5EC6-471D-878E-2BFF63A92C48}"/>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0B3C4A2B-C27D-4A28-A3EA-DD6E75702262}"/>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B47FC51F-3C06-4187-80A2-05918A67D4AC}"/>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CFD266BD-F9C2-4623-A6F9-3180ED571F7D}"/>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21B304B5-735E-4CAD-8783-9954FC409D0E}"/>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B5986299-0CF4-4A8B-9599-1CCCC125ABA5}"/>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FDDB9B40-A263-4FB6-BA1A-AF6A88868548}"/>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C5F6BA86-45E9-4238-AF6F-3354DCF1D5DA}"/>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C4241A03-97B6-49CA-B8E3-59F813CB982A}"/>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E770E7C5-7CD8-4377-82E9-6A83C44C61A2}"/>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FF082A1B-F98C-410E-B6C5-1C642501CDB3}"/>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D7769395-F28D-4A82-A7DA-29A8BDD134E3}"/>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90CE91BE-3B0A-4B69-9632-39B9362C32D7}"/>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98287F91-81BD-4450-8242-EC76BF081FA2}"/>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9CF6BDF6-B851-4EA0-93F0-6AED5680CDCD}"/>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CE79EAC3-A68D-4500-BBE3-4CA9B39B08C9}"/>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6667D31F-6403-4690-95FF-859C8A2E1970}"/>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88CE74D4-5889-46F4-B51D-632191A253A2}"/>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B5995BED-5420-4115-BCE4-952E0772C0C8}"/>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2FC664F7-89E7-4054-A2E7-DA3B37B74383}"/>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A55E352A-8E38-4F86-ADA4-8417D4EFB473}"/>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D4162720-6700-4ECA-A3D6-AAEBBF99A1A9}"/>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EF822970-618C-4773-9C4B-8A957565C40C}"/>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E3164DF5-7B13-4217-92DC-243C9DEB9017}"/>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CD707AFE-A8E9-47DD-85DD-351916C14AAF}"/>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BF3A32E7-F955-43FE-8A91-50E8B0AC33B2}"/>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BC1BDD11-9101-4BC8-BA5E-E5C7FF5ABF65}"/>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14D9A156-6AF1-4BD8-ACB0-4692F4F535E8}"/>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8390BCFE-005E-44AF-9846-DA445FBAE612}"/>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9D43A0F2-42A2-4B0F-B52B-F6BD24F14D52}"/>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057165CC-822C-403D-85EA-FA3039C66A8A}"/>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7ABD764F-C229-4CE3-B73A-174EA49D3CB8}"/>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B2E8D0DD-3E89-48E7-8978-EAD76BE6CF62}"/>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C3A6E3EE-FA7F-419B-853D-1122B0B03CF6}"/>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AEEFF9A3-3CC0-43C1-8D73-FA8218FC22AC}"/>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A76A108C-2CC4-4C06-8494-2FBF458D2188}"/>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69CE3F7D-3A5A-42BE-ACCC-B99CA5F1E652}"/>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7E19072D-BC1F-46D7-AAC0-31CE2AF691EF}"/>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23E7B756-9AD1-4490-B019-3D46FBFA6B7D}"/>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3C4D6FF6-584F-4E77-96FA-8623A6D4565B}"/>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DFD48E55-4A9B-485D-A44C-6DF1DF1BE5B2}"/>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B11781D1-ED4F-46EF-AE3B-05168F918CDA}"/>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B26E52B5-1F42-4129-B1AA-C7CAFA7F130B}"/>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413CB1C0-158B-424D-B8CE-1CF88F7CFFE4}"/>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8D46CB4C-93C5-47A3-B492-C23C53E6A5A8}"/>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C0018FDB-F719-4C6B-8B78-B0B947C8EBBB}"/>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D1190E1D-548C-4F17-9AD7-80D51F2D6543}"/>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57A30856-288B-4626-A9F5-3FECA48119E6}"/>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D405C842-B4EB-4E94-AC54-8867D6274AE9}"/>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31B4D5F9-4778-4FEA-8022-16BC0CF57D64}"/>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E1E1FD37-E952-44F7-982C-0C3CE09942EF}"/>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8E10C468-18A3-46C8-9D2C-079194194F56}"/>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24C7903C-7A45-4E01-B195-B869F421C82F}"/>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72161837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A14648A-B7A7-409D-871C-64F9B3DD5A7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23DDC8CF-7C91-44E9-BBBA-DCF2E229B26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9D65D66B-EB32-4790-9FF6-F59A42DB79A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AAF061-81A7-491B-904F-CBAAB781E5B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B45D7B99-E7CD-4996-B8B1-50FED832C4D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2B0B772-A605-42C8-A0E7-B9B34BCCFC6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447905C-4BC8-4B2B-AF85-11C5D9EEE85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D1599A0-B7D2-4FEC-9C2E-505ADE4AA69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F22320A-7157-466B-9F72-60C0961FF78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CBABB8D-B4C7-444A-BDAB-279520C9B6A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4AB744C-4B2E-4B70-A054-F56ECEDEF27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54D9B87-077D-4A5B-87DD-704B29E3EA1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9932D14-961A-4E49-B4D7-FB5A74A0F41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57F21C8-D588-4766-9C06-57947640698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FCF3FAD-E94D-4CCE-BEA8-AD11ADAF25F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3D39393F-BAA7-49C3-B609-216C9909F65A}"/>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D8CD15E8-6388-4F14-9C30-5B5AC932DCB8}"/>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4BF3DC5D-99F7-4460-9A0F-470803555109}"/>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CEC8072-CC5C-4CE1-A3CB-6D617E45BF02}"/>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255831053"/>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3B8E433-659E-439F-B008-6943269BD7E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EF1E460F-76B7-4955-B9DD-AE5C324B62A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7C124E7E-2816-4B61-94E7-B1958E6AABD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C00F3E-6EDB-42EE-B67D-FC9ED07DCA3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58</a:t>
            </a:r>
          </a:p>
        </p:txBody>
      </p:sp>
      <p:sp>
        <p:nvSpPr>
          <p:cNvPr id="5" name="">
            <a:extLst xmlns:a="http://schemas.openxmlformats.org/drawingml/2006/main">
              <a:ext uri="{FF2B5EF4-FFF2-40B4-BE49-F238E27FC236}">
                <a16:creationId xmlns:a16="http://schemas.microsoft.com/office/drawing/2014/main" id="{FB1B566A-D3FA-4990-B865-2FF28CD02AA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17C51EF-68F4-4B71-A046-52DB10868BF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ADCAC40-DDA6-418F-A938-0E55ED29AB4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5CC9BC2-B0CB-4C66-B143-28D5FEFC214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60F718C-585C-4ECA-9FB3-1439E8390DE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38FDA37-E021-497E-A625-FE059149737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8EF45BA-397A-44E6-A1AE-09C0FAB1E81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D94CBE4-5A9E-4BBE-91A0-53D49D084BC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F190771-2E61-4E54-8EDE-6867937CCE5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DE125CF-DD03-45B6-A09B-87912B83790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BCFCD16-34B2-4542-A467-437331B027C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275447a7e6ab473f"/>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F47E07B0-1708-4E8F-A598-C8EB153D29D5}"/>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0930E49A-D8EB-4B73-AB4C-58A55826FCD2}"/>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6C81CDC5-E15F-4F82-9C32-DDB3F8E27B3C}"/>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48DFF3B6-8274-4B9A-969A-454F5EBC7312}"/>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0A857BDA-CBCC-4165-A18B-26B603CA3E92}"/>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5275540-0F99-4FF8-81C7-7E0690A7943D}"/>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137196068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C4BCAE2-C814-450C-9347-47DB1B0A12AD}"/>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E28BC159-FC11-4FEC-9B65-FF69DF8D1340}"/>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F172015C-3734-452B-8F76-E24BFEF1928E}"/>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AF9F01D-8493-496C-B233-9D0936EBFED5}"/>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08051AA3-8133-4A0C-A56C-8D7AC4AB5FB5}"/>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037DBFBB-07A1-46DE-A02E-D04AA10F6888}"/>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117A3C7B-48E9-49CA-9986-E8C931657E96}"/>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F1E2F457-DE66-4FED-8B5E-60F494C11DA9}"/>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F557E56-7C0F-472B-AD0B-7A793E700465}"/>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DDB6B454-144C-4602-A38F-75816508618C}"/>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D9077126-E58A-479D-9792-48735AFF755D}"/>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21C22D5C-7A4B-4FE3-816C-2934D411B013}"/>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78949225-6FE3-432A-9DC9-DB42B1C16D49}"/>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1465A0F9-56AC-4C02-80B5-30255215D0E1}"/>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96900E8A-B4C8-4137-BB19-653D53DCBD1C}"/>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B03E7BA4-52F5-443F-AA7E-C6F20F03B838}"/>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835C354A-3F5A-4D4B-BEF3-3D182021105A}"/>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9EFA8BCA-52C2-4F25-AB90-677AD14F4FFF}"/>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8C6EE154-A290-471F-B902-6D1A4756C036}"/>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EB8EB2AD-A10C-4AFB-AD1A-5208C574B82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BEC7C76-F36C-44D7-9992-06DA782E1C61}"/>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8230C24D-301E-414C-9882-DD825AA1706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D34DED7-D41F-4EE3-A30D-D69F37885CE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5C9E43F7-58EB-413F-AD99-3B14122F075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77B98C0-2E35-4B38-B004-50DD9357908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36564B5C-898E-4D64-9421-FAF0E5784D6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B6D7E62-B65E-464D-BB4C-A9D13A4A5C6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291D2E15-25F5-4D38-82AC-4DCF834E07D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005BE608-CBB7-4702-9197-1B556920616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C91A658B-9F2C-4EDD-AABF-80D09D97AFA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907606C-AABB-4012-98D8-5283DCB83CD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51112116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C514C58-B0B7-4A14-9F55-9A3AB4C6DBC0}"/>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4EE71B70-FF9C-4997-8B37-F711DC11C2DB}"/>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FA780419-4970-4B1C-B5DE-1B6C3E08983A}"/>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D07C460-4BD0-4164-8D1D-C66A460C04D7}"/>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A82841DF-C4B0-4982-8193-35341F654D6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015F76A-3353-4945-AFE7-5FCAAC3385B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23DF196-8F95-4EDD-B250-6A6B351D6CD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E379A34-7CA8-45D3-9C91-FDEE5337E87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2979091-9332-4620-B536-D135023F759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0B7231C-0964-4D10-89F3-3863F25E131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B9AEA93-6D43-4E22-B9D0-2C339BF6FB0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5A70B84-C51C-4A1D-8DF8-BDFA4B725CA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E8BDE1A-5536-4E30-B3A3-175E2C0499D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D6C9BB7-A392-48A0-A9A1-E81DB05AF8A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81849953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935207F-99EF-402C-8FEC-80E3256B58E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5C738AAE-D42C-4569-B95F-1D79FC4E287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9737EC54-D2E6-4E9B-8F15-0B8056574C6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95F8F99-0F28-4023-A54F-C66F83DBFD3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9F0F01FC-8C8E-46F4-97A4-1354B8E6232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D2A0C4E-8D24-4DFB-A2C6-8E062265270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7F67ADC-10D0-4D43-9B33-82B077CECBA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28D1182-9AC2-49A1-9F3B-05CF8CF0DFA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DECE8D4-3C0F-49ED-A8D5-C2C286909DE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BAF9F00-E3F8-4D5B-BCCD-8E1D85789A3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04241E4-9F2D-47C7-9D22-E421DF78479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C1237EF-8388-46B6-A960-7DEBF06F9B9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141B297-8B8B-4348-B1CE-9D6C2D9C430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49098D5-CAE0-4C69-B8AF-867BE55DA60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944E586-0334-4257-B920-90ACC9A05418}"/>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586BED5B-3392-4B2B-9AC6-5AF13C165ABF}"/>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666076CF-95DA-44B3-95D9-C3AEA11340AF}"/>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B5B14182-5C4A-45BA-B06D-2D6EB7DF58EC}"/>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9DBB5B41-CF42-40DE-8AA5-2C0C04F52A2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780FC03-3AE0-4CEB-AD15-5A25736F8270}"/>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42338876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00D1F8F-913C-405B-A319-132E16373A7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F10D0474-FE52-494C-8A59-95C0077DC88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5038F4E7-0AA3-4E62-A32B-7C2C5126157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118E6DA-C9B8-42BF-85BB-790F713C1C9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A17F8DF3-E102-4794-8344-FF4F7EB9592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F153C1B-25D0-443A-90D0-3D013DBBEC6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8BB0A3D-BEFC-4FA0-950B-B89A85C23B7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4AC9B46-E0BE-46FF-A00C-BC5FCBCE046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986539E-B80F-4882-B1ED-9ED467E1045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7994B2D-B7C1-4D8C-AC62-1271326042B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71AF30F-F920-41BC-887E-455C428E742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5A06F2A-51B9-4165-9DD6-9DFD45648B8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B53A495-FD58-47F4-8EDB-362F4513CDD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1796690-BD66-4B02-B74D-72518D6EE1D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F6182F6-E777-4067-A91B-3E2952E06B6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39CF7EA9-7B62-4E07-83F8-5B1B003F8F3F}"/>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3F5F6C9F-87E1-4BD5-A035-7FC3D54D1A31}"/>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5F27F7FA-BD0E-4D12-9F29-DBC43AB8E17C}"/>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40EEC6C0-E01F-40AD-BA50-6DE21AFA7BF4}"/>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B5208E1-D2AC-43B6-BFDD-785F8F27CE82}"/>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945671F6-F05B-4CF0-B7CE-6634D782F5D5}"/>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469E8D37-0282-4631-93BA-C0EFFE7391CB}"/>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C0A9E571-EB8E-4FD1-8428-F9CE42F76355}"/>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D8793CC-E04A-43B7-B180-DCCD9C02CFB9}"/>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74F5F293-FDF2-4163-8199-590A57C0AC8C}"/>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9E74EC38-7A91-4C8A-8BF7-92C3A6DBA433}"/>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7060FF4F-5D79-4D14-8135-BEB09C44034C}"/>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4612684-96AA-4964-9BFF-B627D02090B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5084227-350E-43C3-9B4D-9E71DB05D8B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12070371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AC3FD4B-DF51-4168-ADEF-1117EB9552A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67A0CCBD-5670-47FE-99E5-5A27950D53D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3BEC4AA6-BF19-448A-8473-02CED7F9D8F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142C2EA-26D1-4E6B-B551-8365E9F1AC0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36E08079-3790-45EA-876C-5204BA02633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83BEAA6-A616-40FD-B364-7B57B92A2BE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17B622D-01F5-461E-9C69-C7F380113BC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6D2337A-D06F-4AA5-8A00-2BE20CAF192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B05FDFB-C127-4EC5-87C2-8CDDE619618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1C1DB84-E1DF-4BFE-9466-ECAEEA6E4E1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83EB036-0C1F-49C9-ADCA-0E527ED89E9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2A9B71A-189B-4213-83EB-4F00A54150C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22E670D-6263-4FC0-8F7D-6033CE5EF73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F1857E8-0436-42D3-8635-55E2DB1A9F9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F309C03-5801-49B6-B38D-3B1FCEC952C0}"/>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8F194BB5-56B5-499D-9C7B-7FBD0874DAB9}"/>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22067A10-22D5-4D70-9766-848973699A1C}"/>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983F47E-09E1-4949-8D15-1CCD486C912A}"/>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6FD3D422-A8E0-4382-B459-22DD9F3F3E3E}"/>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4CA4D152-BAEF-446C-A5CB-76A5FD74AA06}"/>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4622B15-6DB8-4C57-A4D3-813A70BEBF90}"/>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78A4785F-A812-44D1-9ABA-726611EA8549}"/>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76410371-A7F9-484B-8CA1-F04D756FC018}"/>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ABCE5AF-E20B-4FA7-A9C2-12133B59E3D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6D240AC-931B-4F86-B187-E0AB5E83172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198144814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F946B03-01D9-44E6-B0B5-A5888F7FF14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C98FCC1E-59A4-4A8B-9C95-33D0B786AEC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5660E1A4-D8D4-48F3-8938-D7953D9EE31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3CBFC1-E000-4B86-B626-3F96BCA0E78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76CACB64-1BF4-429D-BD08-DAC19008721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F44C1E3-2C85-4C29-8BF3-47327AE38B0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41F398B-6F5D-43AD-B5CC-E5135206F3A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662E82-80E0-450A-94A6-5F050C95760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8C6A369-1640-4F99-B7AB-D674682DBA7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1B74848-FFDA-4E06-875A-54FC7BE57DD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5A8D5FC-CF4E-44DE-8616-A9670368A78E}"/>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407331C-974A-40BA-AF39-CF5A0C580F4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5E05527-3C0D-4975-9299-67B83E4DFB1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4BF4417-219B-4EC9-A0B1-9620B4BB24F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2081739-21CD-453C-9548-463397C3948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CE1A02E3-ED87-42DE-ADD6-431BAEF33005}"/>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EF843104-E689-4177-BE10-4754158190C4}"/>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B54EC06F-0AE1-4785-BC2D-53252C205DFC}"/>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95E87C1B-578E-4108-9937-73A4657DDBA7}"/>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65261399-00AE-45BC-A88B-1BEDDDB6E061}"/>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8F27633D-48BA-4378-9FE6-C8A537A6A63A}"/>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4A897866-44A2-4BC3-B52B-F0B1AB0B3736}"/>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1398A44-BE3F-41E6-97AD-16707169CD2C}"/>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FF32D12-AD87-4B41-A12C-0ABA8F4BD870}"/>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A06900D-2EC4-4B38-AC80-2B611569CC2D}"/>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897FBEFC-56C0-4A8B-9E9E-53982388612C}"/>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22F06632-62EB-4F24-930C-5D8C28303E9A}"/>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30F98CB4-3A98-4947-8C18-76FE207F02A7}"/>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5A7FAF9B-38E2-423B-A0DB-8C2E180B0F77}"/>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47467A41-17E9-4A0D-B329-BCE4691DD17F}"/>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BBF36E8B-3DAB-411C-8213-966034FBCFEF}"/>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64BE193C-DB75-4248-9A74-7F8C0BFFC40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DA9C7B5C-46F2-46C3-91F6-F30BDFA2103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485990107"/>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B08C141-517F-44B3-98EB-7030F1E1099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4BD0185C-F6FD-4356-96FC-35D62442018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769DAAFF-87F1-43F4-B753-35780A1151F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C347123-46F6-4D9B-9144-33E15FF1E59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610CC74E-FBC1-47F3-BF2E-823CBC3B39E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4C17A7A-5134-4427-B017-DFE6F2F73E0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915C400-2B78-4E20-974E-4CEB5298E4F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C33B280-FCAD-442C-93E5-18C88F622D5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BE63F40-B241-483A-A6E5-32828420D4A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B312FB3-488C-44C2-A036-212DCCF281B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AB98001-E161-4B4C-9D8F-DFE286AFFC7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835A7BF-82CF-415B-B299-332A1478276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03BF280-1A51-49C8-8713-977A131A54B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CAF98EC-5AC8-4599-BD85-0472F748DA8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41070D1-14C0-49A9-895F-71212B4D30B6}"/>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5F0F1B13-FDDE-4C99-B882-87C70A4C6B8B}"/>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37FE772A-7334-42CD-90E3-3B434BFDC849}"/>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E95EBE6D-6BB9-473B-BC7A-FB4A197D2CA9}"/>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F194DFF6-2845-49F5-9832-708376F495C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9EF2A82-1C37-4076-BFAF-28EBC23AB50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200104914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354796C-1D8A-4E13-BB31-5782565B7B1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D1418758-9C19-4B06-84D8-CE53963A42A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1711C2B6-34E3-4D21-AB43-C21F2B51FBD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FE3EC44-A87D-45F4-8FC2-E79BCC3651A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B19561BF-BBC1-4A46-8214-70E72DF354A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34D24B9-E7E1-46ED-A630-7B5C27A4184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635C90B-5868-44BC-AB6E-BDBBEA4CD25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3EA3980-144B-4880-AFC8-72B7176B7E0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4D44101-15F0-4968-8E92-D5C5F6D7FDE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F1B7790-B004-4693-8B81-2447209A598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CF51A7E-5D88-466C-8143-C792EF59AD7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4D1CBF9-0989-4C5E-8148-387F8E27EE6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5FE86B1-8CF5-4F6B-90D8-72848B21194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00A7AB3-4577-47B0-A2DC-4ADA822227F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E86B8B7-2683-4C3D-A2C5-1F60610525C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EA04365E-196A-468D-ABB9-A322BEB416A1}"/>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F45A1928-BC7C-4398-BB36-8DD9D7F5E0DE}"/>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F39EF530-1CE9-4705-A375-1B1E9C9B5ADA}"/>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71BF60A-45D9-4944-822C-AFE1D2370CEE}"/>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C587BA5A-1425-45B6-A808-CA552DA741B1}"/>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DD0508EE-EEE7-4EB6-A2DF-B098EA194DA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796FAC3-58ED-40EB-96A1-B47083003B6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23410887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2A15336-5660-4699-91E1-7A9D9D82E6B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3CC4897D-22CB-4310-8151-FE6BBE3E67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488C902C-52B5-4089-83DA-02BC62C5697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BAE00CA-8254-422B-9664-9441A174146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67</a:t>
            </a:r>
          </a:p>
        </p:txBody>
      </p:sp>
      <p:sp>
        <p:nvSpPr>
          <p:cNvPr id="5" name="">
            <a:extLst xmlns:a="http://schemas.openxmlformats.org/drawingml/2006/main">
              <a:ext uri="{FF2B5EF4-FFF2-40B4-BE49-F238E27FC236}">
                <a16:creationId xmlns:a16="http://schemas.microsoft.com/office/drawing/2014/main" id="{FF28F622-3E91-4EB1-B14C-3565AECEEAD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9479DC1-CB6F-41B2-9A91-E4FF39D0091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C34BD50-1D3F-4190-AD1D-52A10B3F811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8B4AECE-3936-4872-8CC2-623B43C54C5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52DFC5C-C56A-45CD-93CF-4A47D7058E0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AB1E6F2-46F6-4248-9DD9-908ECA3CE0D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914E8D4-1353-4B8B-825C-15E8F882659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6AD061E-69FA-4CDA-B081-EF44E4B6F9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9F9B6CD-DD26-4401-A03A-6D5E00E7E31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64967FF-872D-4AD9-A656-36E52D008D2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BA22D77-A405-46E7-9A4B-2E5797BEE10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C4A5D9F8-C778-4CD5-B289-77E9A710202A}"/>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9637477F-BE30-4017-A3B1-92530DF68403}"/>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99F0F688-90AF-4F3A-BAB3-C013CBDDEF43}"/>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8E882E3F-953F-4DFA-AF8E-8435842DF3E3}"/>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BF570C4C-E83B-4F90-98FF-CC76EBBBF309}"/>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F15F435F-BBD5-41BD-8592-4FD6376A8D7D}"/>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71D6255F-D926-4028-8E94-5BC123A50A6F}"/>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F2B9ED8-DB10-40A2-928F-33C30A5DC8E9}"/>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1D68BBF4-6737-40F6-89BE-B2BAA06F945B}"/>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1E8B2D55-7FDA-426D-955F-0C4099C2A9CA}"/>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5A4B619F-08D0-4E4D-BEF2-EB4AB6175182}"/>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37F0C31-8A60-41BE-A111-99AD2A381555}"/>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60700286-3B4F-4FDB-916E-939E83235305}"/>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028C94AB-335A-472B-8C6B-082EC066EBD0}"/>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47C9DB7E-0AB2-42BE-9970-82FCC03BCFD9}"/>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BD0A037-8723-498D-AC30-E3E7A65FD7C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D6E0107A-6BFA-4830-842B-86EFD89E2E6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15795658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1071202-6447-4424-B69E-3965CFD535CA}"/>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2C235EB7-B9D1-4875-8067-DD0F9BD562C9}"/>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0CA98A1-E5BF-4E21-897F-6BCD87DE411A}"/>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515"/>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Explanation complete. Next: search for executable models and design tests that distinguish them.</a:t>
            </a:r>
          </a:p>
        </p:txBody>
      </p:sp>
      <p:sp>
        <p:nvSpPr>
          <p:cNvPr id="4" name="">
            <a:extLst xmlns:a="http://schemas.openxmlformats.org/drawingml/2006/main">
              <a:ext uri="{FF2B5EF4-FFF2-40B4-BE49-F238E27FC236}">
                <a16:creationId xmlns:a16="http://schemas.microsoft.com/office/drawing/2014/main" id="{032F9180-0B71-4191-B200-06692C1684A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400E240-D0AB-4524-B430-5F4F2201FC3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BD98C936-F863-4F4A-891A-2C95B0E6521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9AC5FDE-7C70-48B1-85AE-D115D49CB87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70C54918-29C9-4AE7-B63F-457F5825BD5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7621D1A-AFC3-4FFD-A520-EF27ACA0B5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3CA6D0B4-926B-4FA2-8726-8DABB6E48E4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EADA1FA-3040-4A2C-A744-A0F36D7A76E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61365D62-8C63-4D2F-91AD-EDAEAE006F0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4C2F4DF-B784-4055-8F30-374C13AB60E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882064735"/>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3361A49-359D-4389-8E1D-C616CC18EA11}"/>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5</a:t>
            </a:r>
          </a:p>
        </p:txBody>
      </p:sp>
      <p:sp>
        <p:nvSpPr>
          <p:cNvPr id="2" name="">
            <a:extLst xmlns:a="http://schemas.openxmlformats.org/drawingml/2006/main">
              <a:ext uri="{FF2B5EF4-FFF2-40B4-BE49-F238E27FC236}">
                <a16:creationId xmlns:a16="http://schemas.microsoft.com/office/drawing/2014/main" id="{3237D5B3-80C5-48AE-8A4C-42190A157AAB}"/>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Search for executable models</a:t>
            </a:r>
          </a:p>
        </p:txBody>
      </p:sp>
      <p:sp>
        <p:nvSpPr>
          <p:cNvPr id="3" name="">
            <a:extLst xmlns:a="http://schemas.openxmlformats.org/drawingml/2006/main">
              <a:ext uri="{FF2B5EF4-FFF2-40B4-BE49-F238E27FC236}">
                <a16:creationId xmlns:a16="http://schemas.microsoft.com/office/drawing/2014/main" id="{BAAC46C3-7CE0-456B-B654-B7F20ABE0A0E}"/>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2450D4-1537-4D10-AAD0-DC2BA9869F99}"/>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Generate candidate processes, fit them to behavior, and design diagnostic trials that separate the surviving accounts.</a:t>
            </a:r>
          </a:p>
        </p:txBody>
      </p:sp>
      <p:sp>
        <p:nvSpPr>
          <p:cNvPr id="5" name="">
            <a:extLst xmlns:a="http://schemas.openxmlformats.org/drawingml/2006/main">
              <a:ext uri="{FF2B5EF4-FFF2-40B4-BE49-F238E27FC236}">
                <a16:creationId xmlns:a16="http://schemas.microsoft.com/office/drawing/2014/main" id="{ACBEE056-418E-46C9-8548-1AFE07530C1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F48D902-05F3-490A-AD28-102311E6EDD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A942538-525A-464D-92EE-9F51AEA692E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9D0002-4F37-4319-8DDD-9F9EAAA39BE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FFBC673-5BFB-45D4-843C-B136358C29A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FB39FD-2411-479A-96B6-90F4256D9FC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C8F1F5B-A6AE-4488-A6DB-2762FB33FC7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F565075-C8C3-4208-83A9-B2D7D0C0BAA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9EF8F72-937A-41BC-9198-716FDA18F2B5}"/>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92B4C1-0665-46B7-90B5-9587980335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917754902"/>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F56094E0-7C0D-40DE-8F8B-0982E8092FA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FB2C49A1-6A05-4476-A77F-0F88C5A5BE6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4592DA02-F189-425F-BBC9-59A21849018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68546BA-AB7F-48CA-9815-0DF8CC81E06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2FECA591-1EDB-44FF-95F5-13FC00A4033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48ADC61-B5DF-4809-B91D-FF23E52C824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31C8DD7-4C62-4FF3-B1BC-DAAD1A888A5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25A0B83-A5DA-450D-BF42-5D26811164F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70972E0-CFB4-49A8-91C0-84071A016C9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5945555-0148-44FB-BD5D-72ED5D90B26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E38823D-64C6-42C5-90B2-7E388A0BF53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5F407DC-D019-4F3E-8F7E-0AA0EFD1104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AB50987-9CCC-409E-80F9-BD09902E9F40}"/>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77844F3-1A8D-4478-8E4A-ECE595FD080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DE9E65E-993D-43E5-AEA5-3ECEA73984E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8462DF73-A15F-4319-949A-89EC38185ACD}"/>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559ACBB1-ED17-4D01-B03C-63ACE19D12D9}"/>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2B808762-8B4C-43E5-846B-E2C035332068}"/>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255D309F-7E6A-4A73-A6BC-C5412035DCF4}"/>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620F795F-1DFA-42D0-AA80-194E00F87EDB}"/>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298A0259-7C99-421E-92B9-7D821E810863}"/>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9E61251-D69F-476B-A5F7-FA511B192F1B}"/>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C1A85910-E54B-4F4A-BC6B-1719B36DA81E}"/>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66AF1D42-F177-4AC9-97BC-A7CF194E08B8}"/>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7A678EB3-007D-4676-AEEF-78AADEEF67CF}"/>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F929BAED-6491-4755-AFF9-1064701D566F}"/>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8D4C2C62-68BB-4233-B4FD-BF7165C57696}"/>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4339BA57-0CD1-4220-A201-038EF64F8DDA}"/>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85B48F6-9A5C-470A-BAA7-E8101780435F}"/>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A2334C37-A452-4147-92B9-BC18CB0119C1}"/>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AFBFF15-D4DC-4251-90EA-C3963249A29A}"/>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59EF155A-3C25-4B16-A959-072C476136C2}"/>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8315369-6854-499C-88FD-4F3A1994CA69}"/>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B3E330D0-520E-4182-93CB-DC479D5B2C8B}"/>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3B21533-CC94-4044-9C15-AC3636CBAA2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79610453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8DD249B1-DF6C-43F8-8499-5381608A540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Freeze evidence roles before asking the model to search</a:t>
            </a:r>
          </a:p>
        </p:txBody>
      </p:sp>
      <p:sp>
        <p:nvSpPr>
          <p:cNvPr id="2" name="">
            <a:extLst xmlns:a="http://schemas.openxmlformats.org/drawingml/2006/main">
              <a:ext uri="{FF2B5EF4-FFF2-40B4-BE49-F238E27FC236}">
                <a16:creationId xmlns:a16="http://schemas.microsoft.com/office/drawing/2014/main" id="{816174AC-EEA5-4F1A-889F-AC7AD335D09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experimental setup</a:t>
            </a:r>
          </a:p>
        </p:txBody>
      </p:sp>
      <p:sp>
        <p:nvSpPr>
          <p:cNvPr id="3" name="">
            <a:extLst xmlns:a="http://schemas.openxmlformats.org/drawingml/2006/main">
              <a:ext uri="{FF2B5EF4-FFF2-40B4-BE49-F238E27FC236}">
                <a16:creationId xmlns:a16="http://schemas.microsoft.com/office/drawing/2014/main" id="{AEA7D71E-3CC0-4B4A-B5A5-A84995CD937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A7A9410-3145-4184-8DA6-62E6E6857D3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19CBAED7-83DC-41E5-B757-8E9B45FBA26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E7A4F4-9600-4298-B8D0-FE190575C90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9006197-C675-4DC9-B31F-4CAC8713D48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711385C-7FB5-4947-9481-19DB3092822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6E477BD-40B6-476F-988E-3B8A47A8643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EDC426B-3A9C-4824-ABFB-D779CC6F506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660CD5E-F35B-41BB-BCC9-20AD2F97346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1C2675E-65D9-4004-8BD6-9B0DE98F1AA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CA326BA-71BF-4F26-AC6B-C0723843A8BB}"/>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D8F02E6-D89B-4922-B5B4-6C900B8EEE6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7257BD6-82AB-4A18-B1E7-7B13CBA296F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synthetic participant 69576 · 19 risky-choice problems</a:t>
            </a:r>
          </a:p>
        </p:txBody>
      </p:sp>
      <p:sp>
        <p:nvSpPr>
          <p:cNvPr id="16" name="">
            <a:extLst xmlns:a="http://schemas.openxmlformats.org/drawingml/2006/main">
              <a:ext uri="{FF2B5EF4-FFF2-40B4-BE49-F238E27FC236}">
                <a16:creationId xmlns:a16="http://schemas.microsoft.com/office/drawing/2014/main" id="{D624733C-16E0-44B2-9A09-3E1E09F4EB7A}"/>
              </a:ext>
            </a:extLst>
          </p:cNvPr>
          <p:cNvSpPr>
            <a:spLocks xmlns:a="http://schemas.openxmlformats.org/drawingml/2006/main" noGrp="1"/>
          </p:cNvSpPr>
          <p:nvPr/>
        </p:nvSpPr>
        <p:spPr>
          <a:xfrm xmlns:a="http://schemas.openxmlformats.org/drawingml/2006/main">
            <a:off x="80010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TRAIN</a:t>
            </a:r>
          </a:p>
        </p:txBody>
      </p:sp>
      <p:sp>
        <p:nvSpPr>
          <p:cNvPr id="17" name="">
            <a:extLst xmlns:a="http://schemas.openxmlformats.org/drawingml/2006/main">
              <a:ext uri="{FF2B5EF4-FFF2-40B4-BE49-F238E27FC236}">
                <a16:creationId xmlns:a16="http://schemas.microsoft.com/office/drawing/2014/main" id="{A7475020-6F21-4485-B577-3D04EB61B9FC}"/>
              </a:ext>
            </a:extLst>
          </p:cNvPr>
          <p:cNvSpPr>
            <a:spLocks xmlns:a="http://schemas.openxmlformats.org/drawingml/2006/main" noGrp="1"/>
          </p:cNvSpPr>
          <p:nvPr/>
        </p:nvSpPr>
        <p:spPr>
          <a:xfrm xmlns:a="http://schemas.openxmlformats.org/drawingml/2006/main">
            <a:off x="80010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Q01-Q11 · 11 trials</a:t>
            </a:r>
          </a:p>
        </p:txBody>
      </p:sp>
      <p:sp>
        <p:nvSpPr>
          <p:cNvPr id="18" name="">
            <a:extLst xmlns:a="http://schemas.openxmlformats.org/drawingml/2006/main">
              <a:ext uri="{FF2B5EF4-FFF2-40B4-BE49-F238E27FC236}">
                <a16:creationId xmlns:a16="http://schemas.microsoft.com/office/drawing/2014/main" id="{DF796725-1F54-4717-BC56-47010BEC6B9A}"/>
              </a:ext>
            </a:extLst>
          </p:cNvPr>
          <p:cNvSpPr>
            <a:spLocks xmlns:a="http://schemas.openxmlformats.org/drawingml/2006/main" noGrp="1"/>
          </p:cNvSpPr>
          <p:nvPr/>
        </p:nvSpPr>
        <p:spPr>
          <a:xfrm xmlns:a="http://schemas.openxmlformats.org/drawingml/2006/main">
            <a:off x="80010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0D329BD-36B1-41D3-953C-230D584FA793}"/>
              </a:ext>
            </a:extLst>
          </p:cNvPr>
          <p:cNvSpPr>
            <a:spLocks xmlns:a="http://schemas.openxmlformats.org/drawingml/2006/main" noGrp="1"/>
          </p:cNvSpPr>
          <p:nvPr/>
        </p:nvSpPr>
        <p:spPr>
          <a:xfrm xmlns:a="http://schemas.openxmlformats.org/drawingml/2006/main">
            <a:off x="80010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20" name="">
            <a:extLst xmlns:a="http://schemas.openxmlformats.org/drawingml/2006/main">
              <a:ext uri="{FF2B5EF4-FFF2-40B4-BE49-F238E27FC236}">
                <a16:creationId xmlns:a16="http://schemas.microsoft.com/office/drawing/2014/main" id="{80939277-F606-4C18-BA18-D8020C2EDEFF}"/>
              </a:ext>
            </a:extLst>
          </p:cNvPr>
          <p:cNvSpPr>
            <a:spLocks xmlns:a="http://schemas.openxmlformats.org/drawingml/2006/main" noGrp="1"/>
          </p:cNvSpPr>
          <p:nvPr/>
        </p:nvSpPr>
        <p:spPr>
          <a:xfrm xmlns:a="http://schemas.openxmlformats.org/drawingml/2006/main">
            <a:off x="80010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Behavior + preference-free think-aloud</a:t>
            </a:r>
          </a:p>
        </p:txBody>
      </p:sp>
      <p:sp>
        <p:nvSpPr>
          <p:cNvPr id="21" name="">
            <a:extLst xmlns:a="http://schemas.openxmlformats.org/drawingml/2006/main">
              <a:ext uri="{FF2B5EF4-FFF2-40B4-BE49-F238E27FC236}">
                <a16:creationId xmlns:a16="http://schemas.microsoft.com/office/drawing/2014/main" id="{151DD24F-C682-4D7D-BED8-BFA6D4DFF4B4}"/>
              </a:ext>
            </a:extLst>
          </p:cNvPr>
          <p:cNvSpPr>
            <a:spLocks xmlns:a="http://schemas.openxmlformats.org/drawingml/2006/main" noGrp="1"/>
          </p:cNvSpPr>
          <p:nvPr/>
        </p:nvSpPr>
        <p:spPr>
          <a:xfrm xmlns:a="http://schemas.openxmlformats.org/drawingml/2006/main">
            <a:off x="80010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22" name="">
            <a:extLst xmlns:a="http://schemas.openxmlformats.org/drawingml/2006/main">
              <a:ext uri="{FF2B5EF4-FFF2-40B4-BE49-F238E27FC236}">
                <a16:creationId xmlns:a16="http://schemas.microsoft.com/office/drawing/2014/main" id="{38F57799-BBBB-478D-9037-AAB571A2E686}"/>
              </a:ext>
            </a:extLst>
          </p:cNvPr>
          <p:cNvSpPr>
            <a:spLocks xmlns:a="http://schemas.openxmlformats.org/drawingml/2006/main" noGrp="1"/>
          </p:cNvSpPr>
          <p:nvPr/>
        </p:nvSpPr>
        <p:spPr>
          <a:xfrm xmlns:a="http://schemas.openxmlformats.org/drawingml/2006/main">
            <a:off x="80010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DeepSeek proposes candidate structures; Python fits parameters</a:t>
            </a:r>
          </a:p>
        </p:txBody>
      </p:sp>
      <p:sp>
        <p:nvSpPr>
          <p:cNvPr id="23" name="">
            <a:extLst xmlns:a="http://schemas.openxmlformats.org/drawingml/2006/main">
              <a:ext uri="{FF2B5EF4-FFF2-40B4-BE49-F238E27FC236}">
                <a16:creationId xmlns:a16="http://schemas.microsoft.com/office/drawing/2014/main" id="{2AA01A01-17AA-4B57-BF9C-E19BFF96A798}"/>
              </a:ext>
            </a:extLst>
          </p:cNvPr>
          <p:cNvSpPr>
            <a:spLocks xmlns:a="http://schemas.openxmlformats.org/drawingml/2006/main" noGrp="1"/>
          </p:cNvSpPr>
          <p:nvPr/>
        </p:nvSpPr>
        <p:spPr>
          <a:xfrm xmlns:a="http://schemas.openxmlformats.org/drawingml/2006/main">
            <a:off x="451485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VALIDATION</a:t>
            </a:r>
          </a:p>
        </p:txBody>
      </p:sp>
      <p:sp>
        <p:nvSpPr>
          <p:cNvPr id="24" name="">
            <a:extLst xmlns:a="http://schemas.openxmlformats.org/drawingml/2006/main">
              <a:ext uri="{FF2B5EF4-FFF2-40B4-BE49-F238E27FC236}">
                <a16:creationId xmlns:a16="http://schemas.microsoft.com/office/drawing/2014/main" id="{635FD36E-1552-4910-A877-CC985AC5EB0C}"/>
              </a:ext>
            </a:extLst>
          </p:cNvPr>
          <p:cNvSpPr>
            <a:spLocks xmlns:a="http://schemas.openxmlformats.org/drawingml/2006/main" noGrp="1"/>
          </p:cNvSpPr>
          <p:nvPr/>
        </p:nvSpPr>
        <p:spPr>
          <a:xfrm xmlns:a="http://schemas.openxmlformats.org/drawingml/2006/main">
            <a:off x="451485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Q12-Q15 · 4 trials</a:t>
            </a:r>
          </a:p>
        </p:txBody>
      </p:sp>
      <p:sp>
        <p:nvSpPr>
          <p:cNvPr id="25" name="">
            <a:extLst xmlns:a="http://schemas.openxmlformats.org/drawingml/2006/main">
              <a:ext uri="{FF2B5EF4-FFF2-40B4-BE49-F238E27FC236}">
                <a16:creationId xmlns:a16="http://schemas.microsoft.com/office/drawing/2014/main" id="{26EAB62F-5084-4B51-BEFA-0AFCE9060CF3}"/>
              </a:ext>
            </a:extLst>
          </p:cNvPr>
          <p:cNvSpPr>
            <a:spLocks xmlns:a="http://schemas.openxmlformats.org/drawingml/2006/main" noGrp="1"/>
          </p:cNvSpPr>
          <p:nvPr/>
        </p:nvSpPr>
        <p:spPr>
          <a:xfrm xmlns:a="http://schemas.openxmlformats.org/drawingml/2006/main">
            <a:off x="451485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9EE52BB-3A63-4230-8A94-B2B1B4094F10}"/>
              </a:ext>
            </a:extLst>
          </p:cNvPr>
          <p:cNvSpPr>
            <a:spLocks xmlns:a="http://schemas.openxmlformats.org/drawingml/2006/main" noGrp="1"/>
          </p:cNvSpPr>
          <p:nvPr/>
        </p:nvSpPr>
        <p:spPr>
          <a:xfrm xmlns:a="http://schemas.openxmlformats.org/drawingml/2006/main">
            <a:off x="451485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27" name="">
            <a:extLst xmlns:a="http://schemas.openxmlformats.org/drawingml/2006/main">
              <a:ext uri="{FF2B5EF4-FFF2-40B4-BE49-F238E27FC236}">
                <a16:creationId xmlns:a16="http://schemas.microsoft.com/office/drawing/2014/main" id="{B7DC5BFA-8B7E-479A-A6C1-0FE34B341E62}"/>
              </a:ext>
            </a:extLst>
          </p:cNvPr>
          <p:cNvSpPr>
            <a:spLocks xmlns:a="http://schemas.openxmlformats.org/drawingml/2006/main" noGrp="1"/>
          </p:cNvSpPr>
          <p:nvPr/>
        </p:nvSpPr>
        <p:spPr>
          <a:xfrm xmlns:a="http://schemas.openxmlformats.org/drawingml/2006/main">
            <a:off x="451485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Predictions and errors</a:t>
            </a:r>
          </a:p>
        </p:txBody>
      </p:sp>
      <p:sp>
        <p:nvSpPr>
          <p:cNvPr id="28" name="">
            <a:extLst xmlns:a="http://schemas.openxmlformats.org/drawingml/2006/main">
              <a:ext uri="{FF2B5EF4-FFF2-40B4-BE49-F238E27FC236}">
                <a16:creationId xmlns:a16="http://schemas.microsoft.com/office/drawing/2014/main" id="{F03AE9E9-3154-44D4-BCA8-E7907E19C74A}"/>
              </a:ext>
            </a:extLst>
          </p:cNvPr>
          <p:cNvSpPr>
            <a:spLocks xmlns:a="http://schemas.openxmlformats.org/drawingml/2006/main" noGrp="1"/>
          </p:cNvSpPr>
          <p:nvPr/>
        </p:nvSpPr>
        <p:spPr>
          <a:xfrm xmlns:a="http://schemas.openxmlformats.org/drawingml/2006/main">
            <a:off x="451485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29" name="">
            <a:extLst xmlns:a="http://schemas.openxmlformats.org/drawingml/2006/main">
              <a:ext uri="{FF2B5EF4-FFF2-40B4-BE49-F238E27FC236}">
                <a16:creationId xmlns:a16="http://schemas.microsoft.com/office/drawing/2014/main" id="{2F6CE86B-45A5-49C2-9843-A0ABC0E300B2}"/>
              </a:ext>
            </a:extLst>
          </p:cNvPr>
          <p:cNvSpPr>
            <a:spLocks xmlns:a="http://schemas.openxmlformats.org/drawingml/2006/main" noGrp="1"/>
          </p:cNvSpPr>
          <p:nvPr/>
        </p:nvSpPr>
        <p:spPr>
          <a:xfrm xmlns:a="http://schemas.openxmlformats.org/drawingml/2006/main">
            <a:off x="451485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Rank candidates and guide two revisions</a:t>
            </a:r>
          </a:p>
        </p:txBody>
      </p:sp>
      <p:sp>
        <p:nvSpPr>
          <p:cNvPr id="30" name="">
            <a:extLst xmlns:a="http://schemas.openxmlformats.org/drawingml/2006/main">
              <a:ext uri="{FF2B5EF4-FFF2-40B4-BE49-F238E27FC236}">
                <a16:creationId xmlns:a16="http://schemas.microsoft.com/office/drawing/2014/main" id="{DAD0CE2E-1F43-4318-ADD5-3373C2DD34C9}"/>
              </a:ext>
            </a:extLst>
          </p:cNvPr>
          <p:cNvSpPr>
            <a:spLocks xmlns:a="http://schemas.openxmlformats.org/drawingml/2006/main" noGrp="1"/>
          </p:cNvSpPr>
          <p:nvPr/>
        </p:nvSpPr>
        <p:spPr>
          <a:xfrm xmlns:a="http://schemas.openxmlformats.org/drawingml/2006/main">
            <a:off x="822960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TEST</a:t>
            </a:r>
          </a:p>
        </p:txBody>
      </p:sp>
      <p:sp>
        <p:nvSpPr>
          <p:cNvPr id="31" name="">
            <a:extLst xmlns:a="http://schemas.openxmlformats.org/drawingml/2006/main">
              <a:ext uri="{FF2B5EF4-FFF2-40B4-BE49-F238E27FC236}">
                <a16:creationId xmlns:a16="http://schemas.microsoft.com/office/drawing/2014/main" id="{8A1835E7-9FAE-4113-940C-517B1DF0264B}"/>
              </a:ext>
            </a:extLst>
          </p:cNvPr>
          <p:cNvSpPr>
            <a:spLocks xmlns:a="http://schemas.openxmlformats.org/drawingml/2006/main" noGrp="1"/>
          </p:cNvSpPr>
          <p:nvPr/>
        </p:nvSpPr>
        <p:spPr>
          <a:xfrm xmlns:a="http://schemas.openxmlformats.org/drawingml/2006/main">
            <a:off x="822960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Q16-Q19 · 4 trials</a:t>
            </a:r>
          </a:p>
        </p:txBody>
      </p:sp>
      <p:sp>
        <p:nvSpPr>
          <p:cNvPr id="32" name="">
            <a:extLst xmlns:a="http://schemas.openxmlformats.org/drawingml/2006/main">
              <a:ext uri="{FF2B5EF4-FFF2-40B4-BE49-F238E27FC236}">
                <a16:creationId xmlns:a16="http://schemas.microsoft.com/office/drawing/2014/main" id="{1254EF71-6702-425C-9941-807F3766E35D}"/>
              </a:ext>
            </a:extLst>
          </p:cNvPr>
          <p:cNvSpPr>
            <a:spLocks xmlns:a="http://schemas.openxmlformats.org/drawingml/2006/main" noGrp="1"/>
          </p:cNvSpPr>
          <p:nvPr/>
        </p:nvSpPr>
        <p:spPr>
          <a:xfrm xmlns:a="http://schemas.openxmlformats.org/drawingml/2006/main">
            <a:off x="822960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CDF8606-F9CB-478E-AE84-8E06FA5969DB}"/>
              </a:ext>
            </a:extLst>
          </p:cNvPr>
          <p:cNvSpPr>
            <a:spLocks xmlns:a="http://schemas.openxmlformats.org/drawingml/2006/main" noGrp="1"/>
          </p:cNvSpPr>
          <p:nvPr/>
        </p:nvSpPr>
        <p:spPr>
          <a:xfrm xmlns:a="http://schemas.openxmlformats.org/drawingml/2006/main">
            <a:off x="822960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34" name="">
            <a:extLst xmlns:a="http://schemas.openxmlformats.org/drawingml/2006/main">
              <a:ext uri="{FF2B5EF4-FFF2-40B4-BE49-F238E27FC236}">
                <a16:creationId xmlns:a16="http://schemas.microsoft.com/office/drawing/2014/main" id="{0E7CBF71-8986-45A0-9CF7-7D2CD019A9EA}"/>
              </a:ext>
            </a:extLst>
          </p:cNvPr>
          <p:cNvSpPr>
            <a:spLocks xmlns:a="http://schemas.openxmlformats.org/drawingml/2006/main" noGrp="1"/>
          </p:cNvSpPr>
          <p:nvPr/>
        </p:nvSpPr>
        <p:spPr>
          <a:xfrm xmlns:a="http://schemas.openxmlformats.org/drawingml/2006/main">
            <a:off x="822960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Hidden during proposal and revision</a:t>
            </a:r>
          </a:p>
        </p:txBody>
      </p:sp>
      <p:sp>
        <p:nvSpPr>
          <p:cNvPr id="35" name="">
            <a:extLst xmlns:a="http://schemas.openxmlformats.org/drawingml/2006/main">
              <a:ext uri="{FF2B5EF4-FFF2-40B4-BE49-F238E27FC236}">
                <a16:creationId xmlns:a16="http://schemas.microsoft.com/office/drawing/2014/main" id="{B395A5AC-4047-43CE-928C-DE6DF7D2CE2E}"/>
              </a:ext>
            </a:extLst>
          </p:cNvPr>
          <p:cNvSpPr>
            <a:spLocks xmlns:a="http://schemas.openxmlformats.org/drawingml/2006/main" noGrp="1"/>
          </p:cNvSpPr>
          <p:nvPr/>
        </p:nvSpPr>
        <p:spPr>
          <a:xfrm xmlns:a="http://schemas.openxmlformats.org/drawingml/2006/main">
            <a:off x="822960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36" name="">
            <a:extLst xmlns:a="http://schemas.openxmlformats.org/drawingml/2006/main">
              <a:ext uri="{FF2B5EF4-FFF2-40B4-BE49-F238E27FC236}">
                <a16:creationId xmlns:a16="http://schemas.microsoft.com/office/drawing/2014/main" id="{7F53E7EF-BC84-4DF9-B8CC-F6CCF840FC2E}"/>
              </a:ext>
            </a:extLst>
          </p:cNvPr>
          <p:cNvSpPr>
            <a:spLocks xmlns:a="http://schemas.openxmlformats.org/drawingml/2006/main" noGrp="1"/>
          </p:cNvSpPr>
          <p:nvPr/>
        </p:nvSpPr>
        <p:spPr>
          <a:xfrm xmlns:a="http://schemas.openxmlformats.org/drawingml/2006/main">
            <a:off x="822960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Open once after selecting the candidate</a:t>
            </a:r>
          </a:p>
        </p:txBody>
      </p:sp>
      <p:sp>
        <p:nvSpPr>
          <p:cNvPr id="37" name="">
            <a:extLst xmlns:a="http://schemas.openxmlformats.org/drawingml/2006/main">
              <a:ext uri="{FF2B5EF4-FFF2-40B4-BE49-F238E27FC236}">
                <a16:creationId xmlns:a16="http://schemas.microsoft.com/office/drawing/2014/main" id="{CE159E31-C034-4D81-A4D0-0BB1A7554AD5}"/>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D28FEB9C-2997-42CD-981F-C344233E902E}"/>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split is part of the claim: validation may steer search; test evidence may not.</a:t>
            </a:r>
          </a:p>
        </p:txBody>
      </p:sp>
    </p:spTree>
    <p:extLst>
      <p:ext uri="{BB962C8B-B14F-4D97-AF65-F5344CB8AC3E}">
        <p14:creationId xmlns:p14="http://schemas.microsoft.com/office/powerpoint/2010/main" val="1848952303"/>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839BE29-53A7-4A24-8999-3A2BE6141B2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DeepSeek proposes; trusted Python controls the search</a:t>
            </a:r>
          </a:p>
        </p:txBody>
      </p:sp>
      <p:sp>
        <p:nvSpPr>
          <p:cNvPr id="2" name="">
            <a:extLst xmlns:a="http://schemas.openxmlformats.org/drawingml/2006/main">
              <a:ext uri="{FF2B5EF4-FFF2-40B4-BE49-F238E27FC236}">
                <a16:creationId xmlns:a16="http://schemas.microsoft.com/office/drawing/2014/main" id="{AACFE3D8-CD23-490D-946A-A61ECCA1076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minimal loop</a:t>
            </a:r>
          </a:p>
        </p:txBody>
      </p:sp>
      <p:sp>
        <p:nvSpPr>
          <p:cNvPr id="3" name="">
            <a:extLst xmlns:a="http://schemas.openxmlformats.org/drawingml/2006/main">
              <a:ext uri="{FF2B5EF4-FFF2-40B4-BE49-F238E27FC236}">
                <a16:creationId xmlns:a16="http://schemas.microsoft.com/office/drawing/2014/main" id="{8B318C8D-F920-4709-B9A4-498502CF2FA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1CD7BD2-DE06-4D86-9A09-AEBEC3A790D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2D8DB022-BCE1-46FB-A612-57D08D0EFF5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6D42C38-367D-45F2-A469-508DD1FA47A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431E513-4B68-42D0-97A1-F15DA64FFF0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F17FE7C-BBEB-477C-BB67-4A91D6BF359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1D4F7E0-FF40-46FA-AE76-8C135BEDBE0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B5084B3-4BD5-4CC1-AAE8-982EC90BA26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A410B13-23EC-45D6-A907-32BA113F866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84F7A3A-F83A-4A7D-8BBF-67DA6FD8639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68DE934-33FB-4998-9A7E-930FFB8B1141}"/>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3399370-111E-4C24-93B3-883CB5B516F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84B11BE-8824-4462-BB70-D9C4EE91DD4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Three DeepSeek V4 Pro calls / restricted seven-variable model language</a:t>
            </a:r>
          </a:p>
        </p:txBody>
      </p:sp>
      <p:sp>
        <p:nvSpPr>
          <p:cNvPr id="16" name="">
            <a:extLst xmlns:a="http://schemas.openxmlformats.org/drawingml/2006/main">
              <a:ext uri="{FF2B5EF4-FFF2-40B4-BE49-F238E27FC236}">
                <a16:creationId xmlns:a16="http://schemas.microsoft.com/office/drawing/2014/main" id="{91D25F1A-6F8D-4A04-9227-549764D2F1AB}"/>
              </a:ext>
            </a:extLst>
          </p:cNvPr>
          <p:cNvSpPr>
            <a:spLocks xmlns:a="http://schemas.openxmlformats.org/drawingml/2006/main" noGrp="1"/>
          </p:cNvSpPr>
          <p:nvPr/>
        </p:nvSpPr>
        <p:spPr>
          <a:xfrm xmlns:a="http://schemas.openxmlformats.org/drawingml/2006/main">
            <a:off x="800100" y="20002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234E70"/>
                </a:solidFill>
                <a:latin typeface="Arial"/>
                <a:ea typeface="Arial"/>
                <a:cs typeface="Arial"/>
              </a:defRPr>
            </a:pPr>
            <a:r>
              <a:rPr sz="1275" b="1" i="0">
                <a:solidFill>
                  <a:srgbClr val="234E70"/>
                </a:solidFill>
                <a:latin typeface="Arial"/>
                <a:ea typeface="Arial"/>
                <a:cs typeface="Arial"/>
              </a:rPr>
              <a:t>1 · PROPOSE</a:t>
            </a:r>
          </a:p>
        </p:txBody>
      </p:sp>
      <p:sp>
        <p:nvSpPr>
          <p:cNvPr id="17" name="">
            <a:extLst xmlns:a="http://schemas.openxmlformats.org/drawingml/2006/main">
              <a:ext uri="{FF2B5EF4-FFF2-40B4-BE49-F238E27FC236}">
                <a16:creationId xmlns:a16="http://schemas.microsoft.com/office/drawing/2014/main" id="{0F1C34FD-1CCD-4F20-80BB-DA94D82A4BC7}"/>
              </a:ext>
            </a:extLst>
          </p:cNvPr>
          <p:cNvSpPr>
            <a:spLocks xmlns:a="http://schemas.openxmlformats.org/drawingml/2006/main" noGrp="1"/>
          </p:cNvSpPr>
          <p:nvPr/>
        </p:nvSpPr>
        <p:spPr>
          <a:xfrm xmlns:a="http://schemas.openxmlformats.org/drawingml/2006/main">
            <a:off x="800100" y="23812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DeepSeek V4 Pro</a:t>
            </a:r>
          </a:p>
        </p:txBody>
      </p:sp>
      <p:sp>
        <p:nvSpPr>
          <p:cNvPr id="18" name="">
            <a:extLst xmlns:a="http://schemas.openxmlformats.org/drawingml/2006/main">
              <a:ext uri="{FF2B5EF4-FFF2-40B4-BE49-F238E27FC236}">
                <a16:creationId xmlns:a16="http://schemas.microsoft.com/office/drawing/2014/main" id="{1A23B323-FFD6-4402-A5D7-D8ABE21FE023}"/>
              </a:ext>
            </a:extLst>
          </p:cNvPr>
          <p:cNvSpPr>
            <a:spLocks xmlns:a="http://schemas.openxmlformats.org/drawingml/2006/main" noGrp="1"/>
          </p:cNvSpPr>
          <p:nvPr/>
        </p:nvSpPr>
        <p:spPr>
          <a:xfrm xmlns:a="http://schemas.openxmlformats.org/drawingml/2006/main">
            <a:off x="800100" y="2914650"/>
            <a:ext cx="2952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Reads training choices and masked think-aloud; returns four JSON model specifications.</a:t>
            </a:r>
          </a:p>
        </p:txBody>
      </p:sp>
      <p:sp>
        <p:nvSpPr>
          <p:cNvPr id="19" name="">
            <a:extLst xmlns:a="http://schemas.openxmlformats.org/drawingml/2006/main">
              <a:ext uri="{FF2B5EF4-FFF2-40B4-BE49-F238E27FC236}">
                <a16:creationId xmlns:a16="http://schemas.microsoft.com/office/drawing/2014/main" id="{B5BB4BEE-2F81-4043-8736-00AFB79DF855}"/>
              </a:ext>
            </a:extLst>
          </p:cNvPr>
          <p:cNvSpPr>
            <a:spLocks xmlns:a="http://schemas.openxmlformats.org/drawingml/2006/main" noGrp="1"/>
          </p:cNvSpPr>
          <p:nvPr/>
        </p:nvSpPr>
        <p:spPr>
          <a:xfrm xmlns:a="http://schemas.openxmlformats.org/drawingml/2006/main">
            <a:off x="3943350" y="337185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5C316FC-DB88-42BE-A282-76ED99E0633C}"/>
              </a:ext>
            </a:extLst>
          </p:cNvPr>
          <p:cNvSpPr>
            <a:spLocks xmlns:a="http://schemas.openxmlformats.org/drawingml/2006/main" noGrp="1"/>
          </p:cNvSpPr>
          <p:nvPr/>
        </p:nvSpPr>
        <p:spPr>
          <a:xfrm xmlns:a="http://schemas.openxmlformats.org/drawingml/2006/main">
            <a:off x="4724400" y="20002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315F63"/>
                </a:solidFill>
                <a:latin typeface="Arial"/>
                <a:ea typeface="Arial"/>
                <a:cs typeface="Arial"/>
              </a:defRPr>
            </a:pPr>
            <a:r>
              <a:rPr sz="1275" b="1" i="0">
                <a:solidFill>
                  <a:srgbClr val="315F63"/>
                </a:solidFill>
                <a:latin typeface="Arial"/>
                <a:ea typeface="Arial"/>
                <a:cs typeface="Arial"/>
              </a:rPr>
              <a:t>2 · SEARCH</a:t>
            </a:r>
          </a:p>
        </p:txBody>
      </p:sp>
      <p:sp>
        <p:nvSpPr>
          <p:cNvPr id="21" name="">
            <a:extLst xmlns:a="http://schemas.openxmlformats.org/drawingml/2006/main">
              <a:ext uri="{FF2B5EF4-FFF2-40B4-BE49-F238E27FC236}">
                <a16:creationId xmlns:a16="http://schemas.microsoft.com/office/drawing/2014/main" id="{9D01F0AB-93EE-4EC8-A53D-DE2C69100019}"/>
              </a:ext>
            </a:extLst>
          </p:cNvPr>
          <p:cNvSpPr>
            <a:spLocks xmlns:a="http://schemas.openxmlformats.org/drawingml/2006/main" noGrp="1"/>
          </p:cNvSpPr>
          <p:nvPr/>
        </p:nvSpPr>
        <p:spPr>
          <a:xfrm xmlns:a="http://schemas.openxmlformats.org/drawingml/2006/main">
            <a:off x="4724400" y="23812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Python evaluator</a:t>
            </a:r>
          </a:p>
        </p:txBody>
      </p:sp>
      <p:sp>
        <p:nvSpPr>
          <p:cNvPr id="22" name="">
            <a:extLst xmlns:a="http://schemas.openxmlformats.org/drawingml/2006/main">
              <a:ext uri="{FF2B5EF4-FFF2-40B4-BE49-F238E27FC236}">
                <a16:creationId xmlns:a16="http://schemas.microsoft.com/office/drawing/2014/main" id="{9FB74E61-3221-4B37-8373-1E9BC7290B2F}"/>
              </a:ext>
            </a:extLst>
          </p:cNvPr>
          <p:cNvSpPr>
            <a:spLocks xmlns:a="http://schemas.openxmlformats.org/drawingml/2006/main" noGrp="1"/>
          </p:cNvSpPr>
          <p:nvPr/>
        </p:nvSpPr>
        <p:spPr>
          <a:xfrm xmlns:a="http://schemas.openxmlformats.org/drawingml/2006/main">
            <a:off x="4724400" y="2914650"/>
            <a:ext cx="29527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Checks allowed variables, fits coefficients on training behavior, and ranks candidates by validation log loss.</a:t>
            </a:r>
          </a:p>
        </p:txBody>
      </p:sp>
      <p:sp>
        <p:nvSpPr>
          <p:cNvPr id="23" name="">
            <a:extLst xmlns:a="http://schemas.openxmlformats.org/drawingml/2006/main">
              <a:ext uri="{FF2B5EF4-FFF2-40B4-BE49-F238E27FC236}">
                <a16:creationId xmlns:a16="http://schemas.microsoft.com/office/drawing/2014/main" id="{A5898A08-EE84-4B21-BE0F-D3BBC5B07A02}"/>
              </a:ext>
            </a:extLst>
          </p:cNvPr>
          <p:cNvSpPr>
            <a:spLocks xmlns:a="http://schemas.openxmlformats.org/drawingml/2006/main" noGrp="1"/>
          </p:cNvSpPr>
          <p:nvPr/>
        </p:nvSpPr>
        <p:spPr>
          <a:xfrm xmlns:a="http://schemas.openxmlformats.org/drawingml/2006/main">
            <a:off x="7867650" y="337185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C1CF8ED-05E6-4923-85CE-A14EBBCBC27C}"/>
              </a:ext>
            </a:extLst>
          </p:cNvPr>
          <p:cNvSpPr>
            <a:spLocks xmlns:a="http://schemas.openxmlformats.org/drawingml/2006/main" noGrp="1"/>
          </p:cNvSpPr>
          <p:nvPr/>
        </p:nvSpPr>
        <p:spPr>
          <a:xfrm xmlns:a="http://schemas.openxmlformats.org/drawingml/2006/main">
            <a:off x="8648700" y="20002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3 · REVISE + TEST</a:t>
            </a:r>
          </a:p>
        </p:txBody>
      </p:sp>
      <p:sp>
        <p:nvSpPr>
          <p:cNvPr id="25" name="">
            <a:extLst xmlns:a="http://schemas.openxmlformats.org/drawingml/2006/main">
              <a:ext uri="{FF2B5EF4-FFF2-40B4-BE49-F238E27FC236}">
                <a16:creationId xmlns:a16="http://schemas.microsoft.com/office/drawing/2014/main" id="{E3C821CE-0CE1-42B5-A6BA-775F352C3DD8}"/>
              </a:ext>
            </a:extLst>
          </p:cNvPr>
          <p:cNvSpPr>
            <a:spLocks xmlns:a="http://schemas.openxmlformats.org/drawingml/2006/main" noGrp="1"/>
          </p:cNvSpPr>
          <p:nvPr/>
        </p:nvSpPr>
        <p:spPr>
          <a:xfrm xmlns:a="http://schemas.openxmlformats.org/drawingml/2006/main">
            <a:off x="8648700" y="238125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Two feedback rounds</a:t>
            </a:r>
          </a:p>
        </p:txBody>
      </p:sp>
      <p:sp>
        <p:nvSpPr>
          <p:cNvPr id="26" name="">
            <a:extLst xmlns:a="http://schemas.openxmlformats.org/drawingml/2006/main">
              <a:ext uri="{FF2B5EF4-FFF2-40B4-BE49-F238E27FC236}">
                <a16:creationId xmlns:a16="http://schemas.microsoft.com/office/drawing/2014/main" id="{0AD7DAAE-6092-405E-B02B-4A8409C49CBC}"/>
              </a:ext>
            </a:extLst>
          </p:cNvPr>
          <p:cNvSpPr>
            <a:spLocks xmlns:a="http://schemas.openxmlformats.org/drawingml/2006/main" noGrp="1"/>
          </p:cNvSpPr>
          <p:nvPr/>
        </p:nvSpPr>
        <p:spPr>
          <a:xfrm xmlns:a="http://schemas.openxmlformats.org/drawingml/2006/main">
            <a:off x="8648700" y="2914650"/>
            <a:ext cx="27241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023"/>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DeepSeek sees validation errors twice. Python stops at the plateau, selects one candidate, refits, then opens test once.</a:t>
            </a:r>
          </a:p>
        </p:txBody>
      </p:sp>
      <p:sp>
        <p:nvSpPr>
          <p:cNvPr id="27" name="">
            <a:extLst xmlns:a="http://schemas.openxmlformats.org/drawingml/2006/main">
              <a:ext uri="{FF2B5EF4-FFF2-40B4-BE49-F238E27FC236}">
                <a16:creationId xmlns:a16="http://schemas.microsoft.com/office/drawing/2014/main" id="{90923D3C-E5D1-4ADA-A54F-08CD7B158BE3}"/>
              </a:ext>
            </a:extLst>
          </p:cNvPr>
          <p:cNvSpPr>
            <a:spLocks xmlns:a="http://schemas.openxmlformats.org/drawingml/2006/main" noGrp="1"/>
          </p:cNvSpPr>
          <p:nvPr/>
        </p:nvSpPr>
        <p:spPr>
          <a:xfrm xmlns:a="http://schemas.openxmlformats.org/drawingml/2006/main">
            <a:off x="800100" y="4629150"/>
            <a:ext cx="105727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2CBB7AF-292D-43AF-B873-A32BF5258D3F}"/>
              </a:ext>
            </a:extLst>
          </p:cNvPr>
          <p:cNvSpPr>
            <a:spLocks xmlns:a="http://schemas.openxmlformats.org/drawingml/2006/main" noGrp="1"/>
          </p:cNvSpPr>
          <p:nvPr/>
        </p:nvSpPr>
        <p:spPr>
          <a:xfrm xmlns:a="http://schemas.openxmlformats.org/drawingml/2006/main">
            <a:off x="800100" y="48768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Allowed candidate</a:t>
            </a:r>
          </a:p>
        </p:txBody>
      </p:sp>
      <p:sp>
        <p:nvSpPr>
          <p:cNvPr id="29" name="">
            <a:extLst xmlns:a="http://schemas.openxmlformats.org/drawingml/2006/main">
              <a:ext uri="{FF2B5EF4-FFF2-40B4-BE49-F238E27FC236}">
                <a16:creationId xmlns:a16="http://schemas.microsoft.com/office/drawing/2014/main" id="{03E9B67F-2398-4194-9C4D-C4094B7C29F0}"/>
              </a:ext>
            </a:extLst>
          </p:cNvPr>
          <p:cNvSpPr>
            <a:spLocks xmlns:a="http://schemas.openxmlformats.org/drawingml/2006/main" noGrp="1"/>
          </p:cNvSpPr>
          <p:nvPr/>
        </p:nvSpPr>
        <p:spPr>
          <a:xfrm xmlns:a="http://schemas.openxmlformats.org/drawingml/2006/main">
            <a:off x="2724150" y="483870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5A4B6E"/>
                </a:solidFill>
                <a:latin typeface="Consolas"/>
                <a:ea typeface="Consolas"/>
                <a:cs typeface="Consolas"/>
              </a:defRPr>
            </a:pPr>
            <a:r>
              <a:rPr sz="1575" b="0" i="0">
                <a:solidFill>
                  <a:srgbClr val="5A4B6E"/>
                </a:solidFill>
                <a:latin typeface="Consolas"/>
                <a:ea typeface="Consolas"/>
                <a:cs typeface="Consolas"/>
              </a:rPr>
              <a:t>{ "features": ["ev_diff", "p_zero_diff"] }</a:t>
            </a:r>
          </a:p>
        </p:txBody>
      </p:sp>
      <p:sp>
        <p:nvSpPr>
          <p:cNvPr id="30" name="">
            <a:extLst xmlns:a="http://schemas.openxmlformats.org/drawingml/2006/main">
              <a:ext uri="{FF2B5EF4-FFF2-40B4-BE49-F238E27FC236}">
                <a16:creationId xmlns:a16="http://schemas.microsoft.com/office/drawing/2014/main" id="{E6FDA8A4-CA72-4D52-BF25-3728AB9E1D69}"/>
              </a:ext>
            </a:extLst>
          </p:cNvPr>
          <p:cNvSpPr>
            <a:spLocks xmlns:a="http://schemas.openxmlformats.org/drawingml/2006/main" noGrp="1"/>
          </p:cNvSpPr>
          <p:nvPr/>
        </p:nvSpPr>
        <p:spPr>
          <a:xfrm xmlns:a="http://schemas.openxmlformats.org/drawingml/2006/main">
            <a:off x="8401050" y="4876800"/>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No arbitrary code execution</a:t>
            </a:r>
          </a:p>
        </p:txBody>
      </p:sp>
      <p:sp>
        <p:nvSpPr>
          <p:cNvPr id="31" name="">
            <a:extLst xmlns:a="http://schemas.openxmlformats.org/drawingml/2006/main">
              <a:ext uri="{FF2B5EF4-FFF2-40B4-BE49-F238E27FC236}">
                <a16:creationId xmlns:a16="http://schemas.microsoft.com/office/drawing/2014/main" id="{C49D1F57-6487-42FF-8EBF-A5A62DBA5952}"/>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B32277A-15F2-4991-9D44-0381140B6FB5}"/>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language model searches a bounded hypothesis language; it does not score itself.</a:t>
            </a:r>
          </a:p>
        </p:txBody>
      </p:sp>
    </p:spTree>
    <p:extLst>
      <p:ext uri="{BB962C8B-B14F-4D97-AF65-F5344CB8AC3E}">
        <p14:creationId xmlns:p14="http://schemas.microsoft.com/office/powerpoint/2010/main" val="177732759"/>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D9C651EC-9979-46EF-82F0-8B80B911715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Each baseline rules out a different easy explanation</a:t>
            </a:r>
          </a:p>
        </p:txBody>
      </p:sp>
      <p:sp>
        <p:nvSpPr>
          <p:cNvPr id="2" name="">
            <a:extLst xmlns:a="http://schemas.openxmlformats.org/drawingml/2006/main">
              <a:ext uri="{FF2B5EF4-FFF2-40B4-BE49-F238E27FC236}">
                <a16:creationId xmlns:a16="http://schemas.microsoft.com/office/drawing/2014/main" id="{2333D6B9-E791-48D2-8A3D-C79A441E162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comparison contract</a:t>
            </a:r>
          </a:p>
        </p:txBody>
      </p:sp>
      <p:sp>
        <p:nvSpPr>
          <p:cNvPr id="3" name="">
            <a:extLst xmlns:a="http://schemas.openxmlformats.org/drawingml/2006/main">
              <a:ext uri="{FF2B5EF4-FFF2-40B4-BE49-F238E27FC236}">
                <a16:creationId xmlns:a16="http://schemas.microsoft.com/office/drawing/2014/main" id="{4BB64243-29F3-4AF7-B74F-9A683986FBD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C5FE36A-F97A-4F4E-981C-691893E68DA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B3ECC108-50BF-4858-8415-8CD5D789954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A2EF232-BCF0-4762-AB38-799DE0F369D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40DD662-6D0B-46DE-9654-39C6AF3CA06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7C4FEF4-80B7-4975-BA62-06223B5B105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3C43558-4F43-4340-B668-48AC843A76D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7FCE34E-9FD6-410F-9302-4743001F799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D8285C1-01E1-42DE-ABD9-2DE07B7A324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7B83F09-90DC-4BE1-B80E-C3928CDA319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7E4BA5A-1C45-4214-B1D7-E746183925D6}"/>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0466404-A03D-4D28-B990-082B2673080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6C35126-F3AA-40D7-B22E-842CC72C5CB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Fix comparison models before opening the test set</a:t>
            </a:r>
          </a:p>
        </p:txBody>
      </p:sp>
      <p:sp>
        <p:nvSpPr>
          <p:cNvPr id="16" name="">
            <a:extLst xmlns:a="http://schemas.openxmlformats.org/drawingml/2006/main">
              <a:ext uri="{FF2B5EF4-FFF2-40B4-BE49-F238E27FC236}">
                <a16:creationId xmlns:a16="http://schemas.microsoft.com/office/drawing/2014/main" id="{51E22814-679D-4ECB-A392-53F1FAC8A020}"/>
              </a:ext>
            </a:extLst>
          </p:cNvPr>
          <p:cNvSpPr>
            <a:spLocks xmlns:a="http://schemas.openxmlformats.org/drawingml/2006/main" noGrp="1"/>
          </p:cNvSpPr>
          <p:nvPr/>
        </p:nvSpPr>
        <p:spPr>
          <a:xfrm xmlns:a="http://schemas.openxmlformats.org/drawingml/2006/main">
            <a:off x="800100" y="19050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BASELINE</a:t>
            </a:r>
          </a:p>
        </p:txBody>
      </p:sp>
      <p:sp>
        <p:nvSpPr>
          <p:cNvPr id="17" name="">
            <a:extLst xmlns:a="http://schemas.openxmlformats.org/drawingml/2006/main">
              <a:ext uri="{FF2B5EF4-FFF2-40B4-BE49-F238E27FC236}">
                <a16:creationId xmlns:a16="http://schemas.microsoft.com/office/drawing/2014/main" id="{B68C520F-D5D5-465D-B6A5-31129CF794BF}"/>
              </a:ext>
            </a:extLst>
          </p:cNvPr>
          <p:cNvSpPr>
            <a:spLocks xmlns:a="http://schemas.openxmlformats.org/drawingml/2006/main" noGrp="1"/>
          </p:cNvSpPr>
          <p:nvPr/>
        </p:nvSpPr>
        <p:spPr>
          <a:xfrm xmlns:a="http://schemas.openxmlformats.org/drawingml/2006/main">
            <a:off x="4114800" y="1905000"/>
            <a:ext cx="676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 IT ANSWERS</a:t>
            </a:r>
          </a:p>
        </p:txBody>
      </p:sp>
      <p:sp>
        <p:nvSpPr>
          <p:cNvPr id="18" name="">
            <a:extLst xmlns:a="http://schemas.openxmlformats.org/drawingml/2006/main">
              <a:ext uri="{FF2B5EF4-FFF2-40B4-BE49-F238E27FC236}">
                <a16:creationId xmlns:a16="http://schemas.microsoft.com/office/drawing/2014/main" id="{0AF0F074-21DC-4232-8217-2A5D306893A1}"/>
              </a:ext>
            </a:extLst>
          </p:cNvPr>
          <p:cNvSpPr>
            <a:spLocks xmlns:a="http://schemas.openxmlformats.org/drawingml/2006/main" noGrp="1"/>
          </p:cNvSpPr>
          <p:nvPr/>
        </p:nvSpPr>
        <p:spPr>
          <a:xfrm xmlns:a="http://schemas.openxmlformats.org/drawingml/2006/main">
            <a:off x="800100" y="23241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Random probability</a:t>
            </a:r>
          </a:p>
        </p:txBody>
      </p:sp>
      <p:sp>
        <p:nvSpPr>
          <p:cNvPr id="19" name="">
            <a:extLst xmlns:a="http://schemas.openxmlformats.org/drawingml/2006/main">
              <a:ext uri="{FF2B5EF4-FFF2-40B4-BE49-F238E27FC236}">
                <a16:creationId xmlns:a16="http://schemas.microsoft.com/office/drawing/2014/main" id="{C0EAC0EA-E49E-49AD-B018-88B13A613EF7}"/>
              </a:ext>
            </a:extLst>
          </p:cNvPr>
          <p:cNvSpPr>
            <a:spLocks xmlns:a="http://schemas.openxmlformats.org/drawingml/2006/main" noGrp="1"/>
          </p:cNvSpPr>
          <p:nvPr/>
        </p:nvSpPr>
        <p:spPr>
          <a:xfrm xmlns:a="http://schemas.openxmlformats.org/drawingml/2006/main">
            <a:off x="4114800" y="23241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Can the workflow beat an uninformative 50/50 forecast?</a:t>
            </a:r>
          </a:p>
        </p:txBody>
      </p:sp>
      <p:sp>
        <p:nvSpPr>
          <p:cNvPr id="20" name="">
            <a:extLst xmlns:a="http://schemas.openxmlformats.org/drawingml/2006/main">
              <a:ext uri="{FF2B5EF4-FFF2-40B4-BE49-F238E27FC236}">
                <a16:creationId xmlns:a16="http://schemas.microsoft.com/office/drawing/2014/main" id="{7E49E0D6-7690-4EDF-A232-8E123C335E2F}"/>
              </a:ext>
            </a:extLst>
          </p:cNvPr>
          <p:cNvSpPr>
            <a:spLocks xmlns:a="http://schemas.openxmlformats.org/drawingml/2006/main" noGrp="1"/>
          </p:cNvSpPr>
          <p:nvPr/>
        </p:nvSpPr>
        <p:spPr>
          <a:xfrm xmlns:a="http://schemas.openxmlformats.org/drawingml/2006/main">
            <a:off x="800100" y="28003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09F539E-0A87-43AA-BDE9-665948A9D7A7}"/>
              </a:ext>
            </a:extLst>
          </p:cNvPr>
          <p:cNvSpPr>
            <a:spLocks xmlns:a="http://schemas.openxmlformats.org/drawingml/2006/main" noGrp="1"/>
          </p:cNvSpPr>
          <p:nvPr/>
        </p:nvSpPr>
        <p:spPr>
          <a:xfrm xmlns:a="http://schemas.openxmlformats.org/drawingml/2006/main">
            <a:off x="800100" y="29527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Training choice rate</a:t>
            </a:r>
          </a:p>
        </p:txBody>
      </p:sp>
      <p:sp>
        <p:nvSpPr>
          <p:cNvPr id="22" name="">
            <a:extLst xmlns:a="http://schemas.openxmlformats.org/drawingml/2006/main">
              <a:ext uri="{FF2B5EF4-FFF2-40B4-BE49-F238E27FC236}">
                <a16:creationId xmlns:a16="http://schemas.microsoft.com/office/drawing/2014/main" id="{6711853B-EFA9-4102-AE5F-A747ACEE6EBE}"/>
              </a:ext>
            </a:extLst>
          </p:cNvPr>
          <p:cNvSpPr>
            <a:spLocks xmlns:a="http://schemas.openxmlformats.org/drawingml/2006/main" noGrp="1"/>
          </p:cNvSpPr>
          <p:nvPr/>
        </p:nvSpPr>
        <p:spPr>
          <a:xfrm xmlns:a="http://schemas.openxmlformats.org/drawingml/2006/main">
            <a:off x="4114800" y="295275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it beat a constant forecast based only on A/B prevalence?</a:t>
            </a:r>
          </a:p>
        </p:txBody>
      </p:sp>
      <p:sp>
        <p:nvSpPr>
          <p:cNvPr id="23" name="">
            <a:extLst xmlns:a="http://schemas.openxmlformats.org/drawingml/2006/main">
              <a:ext uri="{FF2B5EF4-FFF2-40B4-BE49-F238E27FC236}">
                <a16:creationId xmlns:a16="http://schemas.microsoft.com/office/drawing/2014/main" id="{9CA94638-BC12-4F4E-93F1-F8525C14C229}"/>
              </a:ext>
            </a:extLst>
          </p:cNvPr>
          <p:cNvSpPr>
            <a:spLocks xmlns:a="http://schemas.openxmlformats.org/drawingml/2006/main" noGrp="1"/>
          </p:cNvSpPr>
          <p:nvPr/>
        </p:nvSpPr>
        <p:spPr>
          <a:xfrm xmlns:a="http://schemas.openxmlformats.org/drawingml/2006/main">
            <a:off x="800100" y="342900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8AF6C5B-20B0-4B6C-8957-88C3E921506E}"/>
              </a:ext>
            </a:extLst>
          </p:cNvPr>
          <p:cNvSpPr>
            <a:spLocks xmlns:a="http://schemas.openxmlformats.org/drawingml/2006/main" noGrp="1"/>
          </p:cNvSpPr>
          <p:nvPr/>
        </p:nvSpPr>
        <p:spPr>
          <a:xfrm xmlns:a="http://schemas.openxmlformats.org/drawingml/2006/main">
            <a:off x="800100" y="35814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5" name="">
            <a:extLst xmlns:a="http://schemas.openxmlformats.org/drawingml/2006/main">
              <a:ext uri="{FF2B5EF4-FFF2-40B4-BE49-F238E27FC236}">
                <a16:creationId xmlns:a16="http://schemas.microsoft.com/office/drawing/2014/main" id="{4C0128DB-07F0-431A-BF3A-C0BFEAC86B5B}"/>
              </a:ext>
            </a:extLst>
          </p:cNvPr>
          <p:cNvSpPr>
            <a:spLocks xmlns:a="http://schemas.openxmlformats.org/drawingml/2006/main" noGrp="1"/>
          </p:cNvSpPr>
          <p:nvPr/>
        </p:nvSpPr>
        <p:spPr>
          <a:xfrm xmlns:a="http://schemas.openxmlformats.org/drawingml/2006/main">
            <a:off x="4114800" y="35814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the discovered structure improve on a canonical decision rule?</a:t>
            </a:r>
          </a:p>
        </p:txBody>
      </p:sp>
      <p:sp>
        <p:nvSpPr>
          <p:cNvPr id="26" name="">
            <a:extLst xmlns:a="http://schemas.openxmlformats.org/drawingml/2006/main">
              <a:ext uri="{FF2B5EF4-FFF2-40B4-BE49-F238E27FC236}">
                <a16:creationId xmlns:a16="http://schemas.microsoft.com/office/drawing/2014/main" id="{1B53684D-6455-49D9-99E9-8A4C8D84BCD6}"/>
              </a:ext>
            </a:extLst>
          </p:cNvPr>
          <p:cNvSpPr>
            <a:spLocks xmlns:a="http://schemas.openxmlformats.org/drawingml/2006/main" noGrp="1"/>
          </p:cNvSpPr>
          <p:nvPr/>
        </p:nvSpPr>
        <p:spPr>
          <a:xfrm xmlns:a="http://schemas.openxmlformats.org/drawingml/2006/main">
            <a:off x="800100" y="40576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9A3FDB8-321F-480E-A505-1BF0300A9047}"/>
              </a:ext>
            </a:extLst>
          </p:cNvPr>
          <p:cNvSpPr>
            <a:spLocks xmlns:a="http://schemas.openxmlformats.org/drawingml/2006/main" noGrp="1"/>
          </p:cNvSpPr>
          <p:nvPr/>
        </p:nvSpPr>
        <p:spPr>
          <a:xfrm xmlns:a="http://schemas.openxmlformats.org/drawingml/2006/main">
            <a:off x="800100" y="42100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Best single feature</a:t>
            </a:r>
          </a:p>
        </p:txBody>
      </p:sp>
      <p:sp>
        <p:nvSpPr>
          <p:cNvPr id="28" name="">
            <a:extLst xmlns:a="http://schemas.openxmlformats.org/drawingml/2006/main">
              <a:ext uri="{FF2B5EF4-FFF2-40B4-BE49-F238E27FC236}">
                <a16:creationId xmlns:a16="http://schemas.microsoft.com/office/drawing/2014/main" id="{DAF7F84F-1926-4D25-90C6-BBBADB65B2D0}"/>
              </a:ext>
            </a:extLst>
          </p:cNvPr>
          <p:cNvSpPr>
            <a:spLocks xmlns:a="http://schemas.openxmlformats.org/drawingml/2006/main" noGrp="1"/>
          </p:cNvSpPr>
          <p:nvPr/>
        </p:nvSpPr>
        <p:spPr>
          <a:xfrm xmlns:a="http://schemas.openxmlformats.org/drawingml/2006/main">
            <a:off x="4114800" y="421005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combining variables add value beyond one selected cue?</a:t>
            </a:r>
          </a:p>
        </p:txBody>
      </p:sp>
      <p:sp>
        <p:nvSpPr>
          <p:cNvPr id="29" name="">
            <a:extLst xmlns:a="http://schemas.openxmlformats.org/drawingml/2006/main">
              <a:ext uri="{FF2B5EF4-FFF2-40B4-BE49-F238E27FC236}">
                <a16:creationId xmlns:a16="http://schemas.microsoft.com/office/drawing/2014/main" id="{5C0F5094-A71C-4FC9-B576-37F539A1FFDF}"/>
              </a:ext>
            </a:extLst>
          </p:cNvPr>
          <p:cNvSpPr>
            <a:spLocks xmlns:a="http://schemas.openxmlformats.org/drawingml/2006/main" noGrp="1"/>
          </p:cNvSpPr>
          <p:nvPr/>
        </p:nvSpPr>
        <p:spPr>
          <a:xfrm xmlns:a="http://schemas.openxmlformats.org/drawingml/2006/main">
            <a:off x="800100" y="468630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341356E7-2CB8-4C0D-B50F-F676E7E09856}"/>
              </a:ext>
            </a:extLst>
          </p:cNvPr>
          <p:cNvSpPr>
            <a:spLocks xmlns:a="http://schemas.openxmlformats.org/drawingml/2006/main" noGrp="1"/>
          </p:cNvSpPr>
          <p:nvPr/>
        </p:nvSpPr>
        <p:spPr>
          <a:xfrm xmlns:a="http://schemas.openxmlformats.org/drawingml/2006/main">
            <a:off x="800100" y="48387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All approved features</a:t>
            </a:r>
          </a:p>
        </p:txBody>
      </p:sp>
      <p:sp>
        <p:nvSpPr>
          <p:cNvPr id="31" name="">
            <a:extLst xmlns:a="http://schemas.openxmlformats.org/drawingml/2006/main">
              <a:ext uri="{FF2B5EF4-FFF2-40B4-BE49-F238E27FC236}">
                <a16:creationId xmlns:a16="http://schemas.microsoft.com/office/drawing/2014/main" id="{A61E71EB-2545-4D4B-8224-6AB2ACFEBC96}"/>
              </a:ext>
            </a:extLst>
          </p:cNvPr>
          <p:cNvSpPr>
            <a:spLocks xmlns:a="http://schemas.openxmlformats.org/drawingml/2006/main" noGrp="1"/>
          </p:cNvSpPr>
          <p:nvPr/>
        </p:nvSpPr>
        <p:spPr>
          <a:xfrm xmlns:a="http://schemas.openxmlformats.org/drawingml/2006/main">
            <a:off x="4114800" y="48387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How much prediction is lost by restricting the candidate language?</a:t>
            </a:r>
          </a:p>
        </p:txBody>
      </p:sp>
      <p:sp>
        <p:nvSpPr>
          <p:cNvPr id="32" name="">
            <a:extLst xmlns:a="http://schemas.openxmlformats.org/drawingml/2006/main">
              <a:ext uri="{FF2B5EF4-FFF2-40B4-BE49-F238E27FC236}">
                <a16:creationId xmlns:a16="http://schemas.microsoft.com/office/drawing/2014/main" id="{9E2B1BE5-0292-4185-A1B1-78D08F46ACE0}"/>
              </a:ext>
            </a:extLst>
          </p:cNvPr>
          <p:cNvSpPr>
            <a:spLocks xmlns:a="http://schemas.openxmlformats.org/drawingml/2006/main" noGrp="1"/>
          </p:cNvSpPr>
          <p:nvPr/>
        </p:nvSpPr>
        <p:spPr>
          <a:xfrm xmlns:a="http://schemas.openxmlformats.org/drawingml/2006/main">
            <a:off x="800100" y="53149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B3C774F-0301-421B-B618-2986155FCF95}"/>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5D0ED733-B570-4A62-B312-23A8787F5157}"/>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candidate is informative only if we know which simpler explanation it beats.</a:t>
            </a:r>
          </a:p>
        </p:txBody>
      </p:sp>
    </p:spTree>
    <p:extLst>
      <p:ext uri="{BB962C8B-B14F-4D97-AF65-F5344CB8AC3E}">
        <p14:creationId xmlns:p14="http://schemas.microsoft.com/office/powerpoint/2010/main" val="1008507569"/>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3A72ACB5-0B4C-4660-B63F-EED09FC9153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More search rounds plateau before the test is opened</a:t>
            </a:r>
          </a:p>
        </p:txBody>
      </p:sp>
      <p:sp>
        <p:nvSpPr>
          <p:cNvPr id="2" name="">
            <a:extLst xmlns:a="http://schemas.openxmlformats.org/drawingml/2006/main">
              <a:ext uri="{FF2B5EF4-FFF2-40B4-BE49-F238E27FC236}">
                <a16:creationId xmlns:a16="http://schemas.microsoft.com/office/drawing/2014/main" id="{760B9D93-43FD-4CC5-9AA4-F72B6FA6847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result</a:t>
            </a:r>
          </a:p>
        </p:txBody>
      </p:sp>
      <p:sp>
        <p:nvSpPr>
          <p:cNvPr id="3" name="">
            <a:extLst xmlns:a="http://schemas.openxmlformats.org/drawingml/2006/main">
              <a:ext uri="{FF2B5EF4-FFF2-40B4-BE49-F238E27FC236}">
                <a16:creationId xmlns:a16="http://schemas.microsoft.com/office/drawing/2014/main" id="{4367A56D-7ABD-4967-B038-300038952A0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74884F-8B48-49F8-A64F-E80F7A0FFB7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C5C19737-7237-440D-86B3-8A3C3C616E4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B8A3FA0-D5D9-4911-B7D2-55789A47669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0551CFF-646D-451F-8660-E1A887FA16A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8FF7930-050D-44F7-9994-6633B0DF088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AFE78FF-6461-45A5-9341-E1B94554B31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E714A1A-A1DC-415D-A67D-F43A5FF00AB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63534F8-30D3-41D2-B602-D66B50DF006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51182C-C574-4C11-AE25-F67E4395CFB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0AAFE39-D5B4-40C7-9198-9FC4199AD789}"/>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5E533F7-EBEA-46B0-92DE-50F73D58098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81F6591-9FEC-45DC-ABD4-B9674619FAE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Cached DeepSeek V4 Pro run / four validation trials / four test trials</a:t>
            </a:r>
          </a:p>
        </p:txBody>
      </p:sp>
      <p:sp>
        <p:nvSpPr>
          <p:cNvPr id="16" name="">
            <a:extLst xmlns:a="http://schemas.openxmlformats.org/drawingml/2006/main">
              <a:ext uri="{FF2B5EF4-FFF2-40B4-BE49-F238E27FC236}">
                <a16:creationId xmlns:a16="http://schemas.microsoft.com/office/drawing/2014/main" id="{0A0FAA2E-9BA4-43CB-A8D0-655F9803A675}"/>
              </a:ext>
            </a:extLst>
          </p:cNvPr>
          <p:cNvSpPr>
            <a:spLocks xmlns:a="http://schemas.openxmlformats.org/drawingml/2006/main" noGrp="1"/>
          </p:cNvSpPr>
          <p:nvPr/>
        </p:nvSpPr>
        <p:spPr>
          <a:xfrm xmlns:a="http://schemas.openxmlformats.org/drawingml/2006/main">
            <a:off x="800100" y="20002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Best validation log loss</a:t>
            </a:r>
          </a:p>
        </p:txBody>
      </p:sp>
      <p:sp>
        <p:nvSpPr>
          <p:cNvPr id="17" name="">
            <a:extLst xmlns:a="http://schemas.openxmlformats.org/drawingml/2006/main">
              <a:ext uri="{FF2B5EF4-FFF2-40B4-BE49-F238E27FC236}">
                <a16:creationId xmlns:a16="http://schemas.microsoft.com/office/drawing/2014/main" id="{507E4B65-C259-44C9-9222-9CFEBBF581B8}"/>
              </a:ext>
            </a:extLst>
          </p:cNvPr>
          <p:cNvSpPr>
            <a:spLocks xmlns:a="http://schemas.openxmlformats.org/drawingml/2006/main" noGrp="1"/>
          </p:cNvSpPr>
          <p:nvPr/>
        </p:nvSpPr>
        <p:spPr>
          <a:xfrm xmlns:a="http://schemas.openxmlformats.org/drawingml/2006/main">
            <a:off x="800100" y="24574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8000"/>
              </a:lnSpc>
              <a:buNone/>
              <a:defRPr sz="2100" b="1" i="0">
                <a:solidFill>
                  <a:srgbClr val="111827"/>
                </a:solidFill>
                <a:latin typeface="Arial"/>
                <a:ea typeface="Arial"/>
                <a:cs typeface="Arial"/>
              </a:defRPr>
            </a:pPr>
            <a:r>
              <a:rPr sz="2100" b="1" i="0">
                <a:solidFill>
                  <a:srgbClr val="111827"/>
                </a:solidFill>
                <a:latin typeface="Arial"/>
                <a:ea typeface="Arial"/>
                <a:cs typeface="Arial"/>
              </a:rPr>
              <a:t>0.663  -&gt;  0.663  -&gt;  0.663</a:t>
            </a:r>
          </a:p>
        </p:txBody>
      </p:sp>
      <p:sp>
        <p:nvSpPr>
          <p:cNvPr id="18" name="">
            <a:extLst xmlns:a="http://schemas.openxmlformats.org/drawingml/2006/main">
              <a:ext uri="{FF2B5EF4-FFF2-40B4-BE49-F238E27FC236}">
                <a16:creationId xmlns:a16="http://schemas.microsoft.com/office/drawing/2014/main" id="{D064E6E2-05FD-4C5C-8AF4-AC90D6C85D56}"/>
              </a:ext>
            </a:extLst>
          </p:cNvPr>
          <p:cNvSpPr>
            <a:spLocks xmlns:a="http://schemas.openxmlformats.org/drawingml/2006/main" noGrp="1"/>
          </p:cNvSpPr>
          <p:nvPr/>
        </p:nvSpPr>
        <p:spPr>
          <a:xfrm xmlns:a="http://schemas.openxmlformats.org/drawingml/2006/main">
            <a:off x="800100" y="29337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5A4B6E"/>
                </a:solidFill>
                <a:latin typeface="Consolas"/>
                <a:ea typeface="Consolas"/>
                <a:cs typeface="Consolas"/>
              </a:defRPr>
            </a:pPr>
            <a:r>
              <a:rPr sz="1650" b="0" i="0">
                <a:solidFill>
                  <a:srgbClr val="5A4B6E"/>
                </a:solidFill>
                <a:latin typeface="Consolas"/>
                <a:ea typeface="Consolas"/>
                <a:cs typeface="Consolas"/>
              </a:rPr>
              <a:t>ev_diff + p_zero_diff</a:t>
            </a:r>
          </a:p>
        </p:txBody>
      </p:sp>
      <p:sp>
        <p:nvSpPr>
          <p:cNvPr id="19" name="">
            <a:extLst xmlns:a="http://schemas.openxmlformats.org/drawingml/2006/main">
              <a:ext uri="{FF2B5EF4-FFF2-40B4-BE49-F238E27FC236}">
                <a16:creationId xmlns:a16="http://schemas.microsoft.com/office/drawing/2014/main" id="{7BD7091C-4B0F-41B0-BF4B-2A1FC1E86187}"/>
              </a:ext>
            </a:extLst>
          </p:cNvPr>
          <p:cNvSpPr>
            <a:spLocks xmlns:a="http://schemas.openxmlformats.org/drawingml/2006/main" noGrp="1"/>
          </p:cNvSpPr>
          <p:nvPr/>
        </p:nvSpPr>
        <p:spPr>
          <a:xfrm xmlns:a="http://schemas.openxmlformats.org/drawingml/2006/main">
            <a:off x="80010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Initial proposal</a:t>
            </a:r>
          </a:p>
        </p:txBody>
      </p:sp>
      <p:sp>
        <p:nvSpPr>
          <p:cNvPr id="20" name="">
            <a:extLst xmlns:a="http://schemas.openxmlformats.org/drawingml/2006/main">
              <a:ext uri="{FF2B5EF4-FFF2-40B4-BE49-F238E27FC236}">
                <a16:creationId xmlns:a16="http://schemas.microsoft.com/office/drawing/2014/main" id="{F856BAC0-BB3F-43E9-A6D5-984B8C438586}"/>
              </a:ext>
            </a:extLst>
          </p:cNvPr>
          <p:cNvSpPr>
            <a:spLocks xmlns:a="http://schemas.openxmlformats.org/drawingml/2006/main" noGrp="1"/>
          </p:cNvSpPr>
          <p:nvPr/>
        </p:nvSpPr>
        <p:spPr>
          <a:xfrm xmlns:a="http://schemas.openxmlformats.org/drawingml/2006/main">
            <a:off x="245745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Revision 1</a:t>
            </a:r>
          </a:p>
        </p:txBody>
      </p:sp>
      <p:sp>
        <p:nvSpPr>
          <p:cNvPr id="21" name="">
            <a:extLst xmlns:a="http://schemas.openxmlformats.org/drawingml/2006/main">
              <a:ext uri="{FF2B5EF4-FFF2-40B4-BE49-F238E27FC236}">
                <a16:creationId xmlns:a16="http://schemas.microsoft.com/office/drawing/2014/main" id="{EF0C4E65-5CCF-4225-8F26-5AC9CAF8B15B}"/>
              </a:ext>
            </a:extLst>
          </p:cNvPr>
          <p:cNvSpPr>
            <a:spLocks xmlns:a="http://schemas.openxmlformats.org/drawingml/2006/main" noGrp="1"/>
          </p:cNvSpPr>
          <p:nvPr/>
        </p:nvSpPr>
        <p:spPr>
          <a:xfrm xmlns:a="http://schemas.openxmlformats.org/drawingml/2006/main">
            <a:off x="411480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Revision 2</a:t>
            </a:r>
          </a:p>
        </p:txBody>
      </p:sp>
      <p:sp>
        <p:nvSpPr>
          <p:cNvPr id="22" name="">
            <a:extLst xmlns:a="http://schemas.openxmlformats.org/drawingml/2006/main">
              <a:ext uri="{FF2B5EF4-FFF2-40B4-BE49-F238E27FC236}">
                <a16:creationId xmlns:a16="http://schemas.microsoft.com/office/drawing/2014/main" id="{FAB1A92D-39B2-4C8D-898F-E0D377223BF7}"/>
              </a:ext>
            </a:extLst>
          </p:cNvPr>
          <p:cNvSpPr>
            <a:spLocks xmlns:a="http://schemas.openxmlformats.org/drawingml/2006/main" noGrp="1"/>
          </p:cNvSpPr>
          <p:nvPr/>
        </p:nvSpPr>
        <p:spPr>
          <a:xfrm xmlns:a="http://schemas.openxmlformats.org/drawingml/2006/main">
            <a:off x="800100" y="40957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8A3B35"/>
                </a:solidFill>
                <a:latin typeface="Arial"/>
                <a:ea typeface="Arial"/>
                <a:cs typeface="Arial"/>
              </a:defRPr>
            </a:pPr>
            <a:r>
              <a:rPr sz="1725" b="1" i="0">
                <a:solidFill>
                  <a:srgbClr val="8A3B35"/>
                </a:solidFill>
                <a:latin typeface="Arial"/>
                <a:ea typeface="Arial"/>
                <a:cs typeface="Arial"/>
              </a:rPr>
              <a:t>Stop: no validation improvement</a:t>
            </a:r>
          </a:p>
        </p:txBody>
      </p:sp>
      <p:sp>
        <p:nvSpPr>
          <p:cNvPr id="23" name="">
            <a:extLst xmlns:a="http://schemas.openxmlformats.org/drawingml/2006/main">
              <a:ext uri="{FF2B5EF4-FFF2-40B4-BE49-F238E27FC236}">
                <a16:creationId xmlns:a16="http://schemas.microsoft.com/office/drawing/2014/main" id="{E876CDA2-ADE1-42F5-9977-01F20000C732}"/>
              </a:ext>
            </a:extLst>
          </p:cNvPr>
          <p:cNvSpPr>
            <a:spLocks xmlns:a="http://schemas.openxmlformats.org/drawingml/2006/main" noGrp="1"/>
          </p:cNvSpPr>
          <p:nvPr/>
        </p:nvSpPr>
        <p:spPr>
          <a:xfrm xmlns:a="http://schemas.openxmlformats.org/drawingml/2006/main">
            <a:off x="5905500" y="2000250"/>
            <a:ext cx="11906"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D3C019A-A9B1-48C4-AD6C-2CC0EFE6EB10}"/>
              </a:ext>
            </a:extLst>
          </p:cNvPr>
          <p:cNvSpPr>
            <a:spLocks xmlns:a="http://schemas.openxmlformats.org/drawingml/2006/main" noGrp="1"/>
          </p:cNvSpPr>
          <p:nvPr/>
        </p:nvSpPr>
        <p:spPr>
          <a:xfrm xmlns:a="http://schemas.openxmlformats.org/drawingml/2006/main">
            <a:off x="6362700" y="20002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Frozen test comparison</a:t>
            </a:r>
          </a:p>
        </p:txBody>
      </p:sp>
      <p:sp>
        <p:nvSpPr>
          <p:cNvPr id="25" name="">
            <a:extLst xmlns:a="http://schemas.openxmlformats.org/drawingml/2006/main">
              <a:ext uri="{FF2B5EF4-FFF2-40B4-BE49-F238E27FC236}">
                <a16:creationId xmlns:a16="http://schemas.microsoft.com/office/drawing/2014/main" id="{7C0CEC0A-2659-41EE-A11B-D3E36DF92211}"/>
              </a:ext>
            </a:extLst>
          </p:cNvPr>
          <p:cNvSpPr>
            <a:spLocks xmlns:a="http://schemas.openxmlformats.org/drawingml/2006/main" noGrp="1"/>
          </p:cNvSpPr>
          <p:nvPr/>
        </p:nvSpPr>
        <p:spPr>
          <a:xfrm xmlns:a="http://schemas.openxmlformats.org/drawingml/2006/main">
            <a:off x="6362700" y="25336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a:t>
            </a:r>
          </a:p>
        </p:txBody>
      </p:sp>
      <p:sp>
        <p:nvSpPr>
          <p:cNvPr id="26" name="">
            <a:extLst xmlns:a="http://schemas.openxmlformats.org/drawingml/2006/main">
              <a:ext uri="{FF2B5EF4-FFF2-40B4-BE49-F238E27FC236}">
                <a16:creationId xmlns:a16="http://schemas.microsoft.com/office/drawing/2014/main" id="{49335A77-970B-41ED-A649-D1B32F18D6F8}"/>
              </a:ext>
            </a:extLst>
          </p:cNvPr>
          <p:cNvSpPr>
            <a:spLocks xmlns:a="http://schemas.openxmlformats.org/drawingml/2006/main" noGrp="1"/>
          </p:cNvSpPr>
          <p:nvPr/>
        </p:nvSpPr>
        <p:spPr>
          <a:xfrm xmlns:a="http://schemas.openxmlformats.org/drawingml/2006/main">
            <a:off x="8877300" y="253365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27" name="">
            <a:extLst xmlns:a="http://schemas.openxmlformats.org/drawingml/2006/main">
              <a:ext uri="{FF2B5EF4-FFF2-40B4-BE49-F238E27FC236}">
                <a16:creationId xmlns:a16="http://schemas.microsoft.com/office/drawing/2014/main" id="{B7BC5540-18D8-4AF4-B452-716C56BD7A97}"/>
              </a:ext>
            </a:extLst>
          </p:cNvPr>
          <p:cNvSpPr>
            <a:spLocks xmlns:a="http://schemas.openxmlformats.org/drawingml/2006/main" noGrp="1"/>
          </p:cNvSpPr>
          <p:nvPr/>
        </p:nvSpPr>
        <p:spPr>
          <a:xfrm xmlns:a="http://schemas.openxmlformats.org/drawingml/2006/main">
            <a:off x="10001250" y="25336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 acc.</a:t>
            </a:r>
          </a:p>
        </p:txBody>
      </p:sp>
      <p:sp>
        <p:nvSpPr>
          <p:cNvPr id="28" name="">
            <a:extLst xmlns:a="http://schemas.openxmlformats.org/drawingml/2006/main">
              <a:ext uri="{FF2B5EF4-FFF2-40B4-BE49-F238E27FC236}">
                <a16:creationId xmlns:a16="http://schemas.microsoft.com/office/drawing/2014/main" id="{77E892C9-7587-4BA9-A593-97AF8995F75F}"/>
              </a:ext>
            </a:extLst>
          </p:cNvPr>
          <p:cNvSpPr>
            <a:spLocks xmlns:a="http://schemas.openxmlformats.org/drawingml/2006/main" noGrp="1"/>
          </p:cNvSpPr>
          <p:nvPr/>
        </p:nvSpPr>
        <p:spPr>
          <a:xfrm xmlns:a="http://schemas.openxmlformats.org/drawingml/2006/main">
            <a:off x="6362700" y="2952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315F63"/>
                </a:solidFill>
                <a:latin typeface="Arial"/>
                <a:ea typeface="Arial"/>
                <a:cs typeface="Arial"/>
              </a:defRPr>
            </a:pPr>
            <a:r>
              <a:rPr sz="1275" b="0" i="0">
                <a:solidFill>
                  <a:srgbClr val="315F63"/>
                </a:solidFill>
                <a:latin typeface="Arial"/>
                <a:ea typeface="Arial"/>
                <a:cs typeface="Arial"/>
              </a:rPr>
              <a:t>All-feature baseline</a:t>
            </a:r>
          </a:p>
        </p:txBody>
      </p:sp>
      <p:sp>
        <p:nvSpPr>
          <p:cNvPr id="29" name="">
            <a:extLst xmlns:a="http://schemas.openxmlformats.org/drawingml/2006/main">
              <a:ext uri="{FF2B5EF4-FFF2-40B4-BE49-F238E27FC236}">
                <a16:creationId xmlns:a16="http://schemas.microsoft.com/office/drawing/2014/main" id="{99200964-50B2-42AD-B0AC-A76BE0909FC6}"/>
              </a:ext>
            </a:extLst>
          </p:cNvPr>
          <p:cNvSpPr>
            <a:spLocks xmlns:a="http://schemas.openxmlformats.org/drawingml/2006/main" noGrp="1"/>
          </p:cNvSpPr>
          <p:nvPr/>
        </p:nvSpPr>
        <p:spPr>
          <a:xfrm xmlns:a="http://schemas.openxmlformats.org/drawingml/2006/main">
            <a:off x="8877300" y="29527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315F63"/>
                </a:solidFill>
                <a:latin typeface="Arial"/>
                <a:ea typeface="Arial"/>
                <a:cs typeface="Arial"/>
              </a:defRPr>
            </a:pPr>
            <a:r>
              <a:rPr sz="1425" b="1" i="0">
                <a:solidFill>
                  <a:srgbClr val="315F63"/>
                </a:solidFill>
                <a:latin typeface="Arial"/>
                <a:ea typeface="Arial"/>
                <a:cs typeface="Arial"/>
              </a:rPr>
              <a:t>0.248</a:t>
            </a:r>
          </a:p>
        </p:txBody>
      </p:sp>
      <p:sp>
        <p:nvSpPr>
          <p:cNvPr id="30" name="">
            <a:extLst xmlns:a="http://schemas.openxmlformats.org/drawingml/2006/main">
              <a:ext uri="{FF2B5EF4-FFF2-40B4-BE49-F238E27FC236}">
                <a16:creationId xmlns:a16="http://schemas.microsoft.com/office/drawing/2014/main" id="{EF268B81-97AF-4F5C-817C-9A31E7521441}"/>
              </a:ext>
            </a:extLst>
          </p:cNvPr>
          <p:cNvSpPr>
            <a:spLocks xmlns:a="http://schemas.openxmlformats.org/drawingml/2006/main" noGrp="1"/>
          </p:cNvSpPr>
          <p:nvPr/>
        </p:nvSpPr>
        <p:spPr>
          <a:xfrm xmlns:a="http://schemas.openxmlformats.org/drawingml/2006/main">
            <a:off x="10001250" y="29527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315F63"/>
                </a:solidFill>
                <a:latin typeface="Arial"/>
                <a:ea typeface="Arial"/>
                <a:cs typeface="Arial"/>
              </a:defRPr>
            </a:pPr>
            <a:r>
              <a:rPr sz="1425" b="1" i="0">
                <a:solidFill>
                  <a:srgbClr val="315F63"/>
                </a:solidFill>
                <a:latin typeface="Arial"/>
                <a:ea typeface="Arial"/>
                <a:cs typeface="Arial"/>
              </a:rPr>
              <a:t>1.000</a:t>
            </a:r>
          </a:p>
        </p:txBody>
      </p:sp>
      <p:sp>
        <p:nvSpPr>
          <p:cNvPr id="31" name="">
            <a:extLst xmlns:a="http://schemas.openxmlformats.org/drawingml/2006/main">
              <a:ext uri="{FF2B5EF4-FFF2-40B4-BE49-F238E27FC236}">
                <a16:creationId xmlns:a16="http://schemas.microsoft.com/office/drawing/2014/main" id="{377D899E-0447-483B-BFC8-6189BEB9F7F0}"/>
              </a:ext>
            </a:extLst>
          </p:cNvPr>
          <p:cNvSpPr>
            <a:spLocks xmlns:a="http://schemas.openxmlformats.org/drawingml/2006/main" noGrp="1"/>
          </p:cNvSpPr>
          <p:nvPr/>
        </p:nvSpPr>
        <p:spPr>
          <a:xfrm xmlns:a="http://schemas.openxmlformats.org/drawingml/2006/main">
            <a:off x="6362700" y="329565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1580C763-539E-4665-B6B9-5FBE52EAE67F}"/>
              </a:ext>
            </a:extLst>
          </p:cNvPr>
          <p:cNvSpPr>
            <a:spLocks xmlns:a="http://schemas.openxmlformats.org/drawingml/2006/main" noGrp="1"/>
          </p:cNvSpPr>
          <p:nvPr/>
        </p:nvSpPr>
        <p:spPr>
          <a:xfrm xmlns:a="http://schemas.openxmlformats.org/drawingml/2006/main">
            <a:off x="6362700" y="33813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234E70"/>
                </a:solidFill>
                <a:latin typeface="Arial"/>
                <a:ea typeface="Arial"/>
                <a:cs typeface="Arial"/>
              </a:defRPr>
            </a:pPr>
            <a:r>
              <a:rPr sz="1275" b="0" i="0">
                <a:solidFill>
                  <a:srgbClr val="234E70"/>
                </a:solidFill>
                <a:latin typeface="Arial"/>
                <a:ea typeface="Arial"/>
                <a:cs typeface="Arial"/>
              </a:rPr>
              <a:t>Expected-value baseline</a:t>
            </a:r>
          </a:p>
        </p:txBody>
      </p:sp>
      <p:sp>
        <p:nvSpPr>
          <p:cNvPr id="33" name="">
            <a:extLst xmlns:a="http://schemas.openxmlformats.org/drawingml/2006/main">
              <a:ext uri="{FF2B5EF4-FFF2-40B4-BE49-F238E27FC236}">
                <a16:creationId xmlns:a16="http://schemas.microsoft.com/office/drawing/2014/main" id="{398B26FE-FCA9-4148-9589-B9C2D88C31D8}"/>
              </a:ext>
            </a:extLst>
          </p:cNvPr>
          <p:cNvSpPr>
            <a:spLocks xmlns:a="http://schemas.openxmlformats.org/drawingml/2006/main" noGrp="1"/>
          </p:cNvSpPr>
          <p:nvPr/>
        </p:nvSpPr>
        <p:spPr>
          <a:xfrm xmlns:a="http://schemas.openxmlformats.org/drawingml/2006/main">
            <a:off x="8877300" y="338137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0.453</a:t>
            </a:r>
          </a:p>
        </p:txBody>
      </p:sp>
      <p:sp>
        <p:nvSpPr>
          <p:cNvPr id="34" name="">
            <a:extLst xmlns:a="http://schemas.openxmlformats.org/drawingml/2006/main">
              <a:ext uri="{FF2B5EF4-FFF2-40B4-BE49-F238E27FC236}">
                <a16:creationId xmlns:a16="http://schemas.microsoft.com/office/drawing/2014/main" id="{186442F2-001C-42A1-8D3F-C33CCC550779}"/>
              </a:ext>
            </a:extLst>
          </p:cNvPr>
          <p:cNvSpPr>
            <a:spLocks xmlns:a="http://schemas.openxmlformats.org/drawingml/2006/main" noGrp="1"/>
          </p:cNvSpPr>
          <p:nvPr/>
        </p:nvSpPr>
        <p:spPr>
          <a:xfrm xmlns:a="http://schemas.openxmlformats.org/drawingml/2006/main">
            <a:off x="10001250" y="3381375"/>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0.750</a:t>
            </a:r>
          </a:p>
        </p:txBody>
      </p:sp>
      <p:sp>
        <p:nvSpPr>
          <p:cNvPr id="35" name="">
            <a:extLst xmlns:a="http://schemas.openxmlformats.org/drawingml/2006/main">
              <a:ext uri="{FF2B5EF4-FFF2-40B4-BE49-F238E27FC236}">
                <a16:creationId xmlns:a16="http://schemas.microsoft.com/office/drawing/2014/main" id="{D2FEFA41-9A0D-49EE-A7DC-021AAF319B6D}"/>
              </a:ext>
            </a:extLst>
          </p:cNvPr>
          <p:cNvSpPr>
            <a:spLocks xmlns:a="http://schemas.openxmlformats.org/drawingml/2006/main" noGrp="1"/>
          </p:cNvSpPr>
          <p:nvPr/>
        </p:nvSpPr>
        <p:spPr>
          <a:xfrm xmlns:a="http://schemas.openxmlformats.org/drawingml/2006/main">
            <a:off x="6362700" y="3724275"/>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F9C94921-A300-446F-B257-7166D3FC2BFB}"/>
              </a:ext>
            </a:extLst>
          </p:cNvPr>
          <p:cNvSpPr>
            <a:spLocks xmlns:a="http://schemas.openxmlformats.org/drawingml/2006/main" noGrp="1"/>
          </p:cNvSpPr>
          <p:nvPr/>
        </p:nvSpPr>
        <p:spPr>
          <a:xfrm xmlns:a="http://schemas.openxmlformats.org/drawingml/2006/main">
            <a:off x="6362700" y="38100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DeepSeek-selected</a:t>
            </a:r>
          </a:p>
        </p:txBody>
      </p:sp>
      <p:sp>
        <p:nvSpPr>
          <p:cNvPr id="37" name="">
            <a:extLst xmlns:a="http://schemas.openxmlformats.org/drawingml/2006/main">
              <a:ext uri="{FF2B5EF4-FFF2-40B4-BE49-F238E27FC236}">
                <a16:creationId xmlns:a16="http://schemas.microsoft.com/office/drawing/2014/main" id="{E6956C89-A881-428B-8CD3-B763A6ECA3FD}"/>
              </a:ext>
            </a:extLst>
          </p:cNvPr>
          <p:cNvSpPr>
            <a:spLocks xmlns:a="http://schemas.openxmlformats.org/drawingml/2006/main" noGrp="1"/>
          </p:cNvSpPr>
          <p:nvPr/>
        </p:nvSpPr>
        <p:spPr>
          <a:xfrm xmlns:a="http://schemas.openxmlformats.org/drawingml/2006/main">
            <a:off x="8877300" y="38100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8A3B35"/>
                </a:solidFill>
                <a:latin typeface="Arial"/>
                <a:ea typeface="Arial"/>
                <a:cs typeface="Arial"/>
              </a:defRPr>
            </a:pPr>
            <a:r>
              <a:rPr sz="1425" b="1" i="0">
                <a:solidFill>
                  <a:srgbClr val="8A3B35"/>
                </a:solidFill>
                <a:latin typeface="Arial"/>
                <a:ea typeface="Arial"/>
                <a:cs typeface="Arial"/>
              </a:rPr>
              <a:t>0.534</a:t>
            </a:r>
          </a:p>
        </p:txBody>
      </p:sp>
      <p:sp>
        <p:nvSpPr>
          <p:cNvPr id="38" name="">
            <a:extLst xmlns:a="http://schemas.openxmlformats.org/drawingml/2006/main">
              <a:ext uri="{FF2B5EF4-FFF2-40B4-BE49-F238E27FC236}">
                <a16:creationId xmlns:a16="http://schemas.microsoft.com/office/drawing/2014/main" id="{C2794ABF-BF03-4CAF-B9AF-B6A3E24285EF}"/>
              </a:ext>
            </a:extLst>
          </p:cNvPr>
          <p:cNvSpPr>
            <a:spLocks xmlns:a="http://schemas.openxmlformats.org/drawingml/2006/main" noGrp="1"/>
          </p:cNvSpPr>
          <p:nvPr/>
        </p:nvSpPr>
        <p:spPr>
          <a:xfrm xmlns:a="http://schemas.openxmlformats.org/drawingml/2006/main">
            <a:off x="10001250" y="381000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8A3B35"/>
                </a:solidFill>
                <a:latin typeface="Arial"/>
                <a:ea typeface="Arial"/>
                <a:cs typeface="Arial"/>
              </a:defRPr>
            </a:pPr>
            <a:r>
              <a:rPr sz="1425" b="1" i="0">
                <a:solidFill>
                  <a:srgbClr val="8A3B35"/>
                </a:solidFill>
                <a:latin typeface="Arial"/>
                <a:ea typeface="Arial"/>
                <a:cs typeface="Arial"/>
              </a:rPr>
              <a:t>0.500</a:t>
            </a:r>
          </a:p>
        </p:txBody>
      </p:sp>
      <p:sp>
        <p:nvSpPr>
          <p:cNvPr id="39" name="">
            <a:extLst xmlns:a="http://schemas.openxmlformats.org/drawingml/2006/main">
              <a:ext uri="{FF2B5EF4-FFF2-40B4-BE49-F238E27FC236}">
                <a16:creationId xmlns:a16="http://schemas.microsoft.com/office/drawing/2014/main" id="{98AF19E7-F5E0-4B7A-B71F-641A5DA5C519}"/>
              </a:ext>
            </a:extLst>
          </p:cNvPr>
          <p:cNvSpPr>
            <a:spLocks xmlns:a="http://schemas.openxmlformats.org/drawingml/2006/main" noGrp="1"/>
          </p:cNvSpPr>
          <p:nvPr/>
        </p:nvSpPr>
        <p:spPr>
          <a:xfrm xmlns:a="http://schemas.openxmlformats.org/drawingml/2006/main">
            <a:off x="6362700" y="415290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46E3B1EE-2C3A-4534-9642-E136237E20BB}"/>
              </a:ext>
            </a:extLst>
          </p:cNvPr>
          <p:cNvSpPr>
            <a:spLocks xmlns:a="http://schemas.openxmlformats.org/drawingml/2006/main" noGrp="1"/>
          </p:cNvSpPr>
          <p:nvPr/>
        </p:nvSpPr>
        <p:spPr>
          <a:xfrm xmlns:a="http://schemas.openxmlformats.org/drawingml/2006/main">
            <a:off x="6362700" y="42386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5A4B6E"/>
                </a:solidFill>
                <a:latin typeface="Arial"/>
                <a:ea typeface="Arial"/>
                <a:cs typeface="Arial"/>
              </a:defRPr>
            </a:pPr>
            <a:r>
              <a:rPr sz="1275" b="0" i="0">
                <a:solidFill>
                  <a:srgbClr val="5A4B6E"/>
                </a:solidFill>
                <a:latin typeface="Arial"/>
                <a:ea typeface="Arial"/>
                <a:cs typeface="Arial"/>
              </a:rPr>
              <a:t>Best single feature</a:t>
            </a:r>
          </a:p>
        </p:txBody>
      </p:sp>
      <p:sp>
        <p:nvSpPr>
          <p:cNvPr id="41" name="">
            <a:extLst xmlns:a="http://schemas.openxmlformats.org/drawingml/2006/main">
              <a:ext uri="{FF2B5EF4-FFF2-40B4-BE49-F238E27FC236}">
                <a16:creationId xmlns:a16="http://schemas.microsoft.com/office/drawing/2014/main" id="{BB59A7C0-0F93-43A1-A2D7-668041E81152}"/>
              </a:ext>
            </a:extLst>
          </p:cNvPr>
          <p:cNvSpPr>
            <a:spLocks xmlns:a="http://schemas.openxmlformats.org/drawingml/2006/main" noGrp="1"/>
          </p:cNvSpPr>
          <p:nvPr/>
        </p:nvSpPr>
        <p:spPr>
          <a:xfrm xmlns:a="http://schemas.openxmlformats.org/drawingml/2006/main">
            <a:off x="8877300" y="423862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0.607</a:t>
            </a:r>
          </a:p>
        </p:txBody>
      </p:sp>
      <p:sp>
        <p:nvSpPr>
          <p:cNvPr id="42" name="">
            <a:extLst xmlns:a="http://schemas.openxmlformats.org/drawingml/2006/main">
              <a:ext uri="{FF2B5EF4-FFF2-40B4-BE49-F238E27FC236}">
                <a16:creationId xmlns:a16="http://schemas.microsoft.com/office/drawing/2014/main" id="{A45AFBAC-B350-4F74-ACEA-11670C6D5D79}"/>
              </a:ext>
            </a:extLst>
          </p:cNvPr>
          <p:cNvSpPr>
            <a:spLocks xmlns:a="http://schemas.openxmlformats.org/drawingml/2006/main" noGrp="1"/>
          </p:cNvSpPr>
          <p:nvPr/>
        </p:nvSpPr>
        <p:spPr>
          <a:xfrm xmlns:a="http://schemas.openxmlformats.org/drawingml/2006/main">
            <a:off x="10001250" y="4238625"/>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0.750</a:t>
            </a:r>
          </a:p>
        </p:txBody>
      </p:sp>
      <p:sp>
        <p:nvSpPr>
          <p:cNvPr id="43" name="">
            <a:extLst xmlns:a="http://schemas.openxmlformats.org/drawingml/2006/main">
              <a:ext uri="{FF2B5EF4-FFF2-40B4-BE49-F238E27FC236}">
                <a16:creationId xmlns:a16="http://schemas.microsoft.com/office/drawing/2014/main" id="{A951351D-F0A4-433E-A3FC-5F2CEB2DE79E}"/>
              </a:ext>
            </a:extLst>
          </p:cNvPr>
          <p:cNvSpPr>
            <a:spLocks xmlns:a="http://schemas.openxmlformats.org/drawingml/2006/main" noGrp="1"/>
          </p:cNvSpPr>
          <p:nvPr/>
        </p:nvSpPr>
        <p:spPr>
          <a:xfrm xmlns:a="http://schemas.openxmlformats.org/drawingml/2006/main">
            <a:off x="6362700" y="4581525"/>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7C4660D9-5BB5-4D7C-8953-BABA867F1056}"/>
              </a:ext>
            </a:extLst>
          </p:cNvPr>
          <p:cNvSpPr>
            <a:spLocks xmlns:a="http://schemas.openxmlformats.org/drawingml/2006/main" noGrp="1"/>
          </p:cNvSpPr>
          <p:nvPr/>
        </p:nvSpPr>
        <p:spPr>
          <a:xfrm xmlns:a="http://schemas.openxmlformats.org/drawingml/2006/main">
            <a:off x="6362700" y="46672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667085"/>
                </a:solidFill>
                <a:latin typeface="Arial"/>
                <a:ea typeface="Arial"/>
                <a:cs typeface="Arial"/>
              </a:defRPr>
            </a:pPr>
            <a:r>
              <a:rPr sz="1275" b="0" i="0">
                <a:solidFill>
                  <a:srgbClr val="667085"/>
                </a:solidFill>
                <a:latin typeface="Arial"/>
                <a:ea typeface="Arial"/>
                <a:cs typeface="Arial"/>
              </a:rPr>
              <a:t>Random probability</a:t>
            </a:r>
          </a:p>
        </p:txBody>
      </p:sp>
      <p:sp>
        <p:nvSpPr>
          <p:cNvPr id="45" name="">
            <a:extLst xmlns:a="http://schemas.openxmlformats.org/drawingml/2006/main">
              <a:ext uri="{FF2B5EF4-FFF2-40B4-BE49-F238E27FC236}">
                <a16:creationId xmlns:a16="http://schemas.microsoft.com/office/drawing/2014/main" id="{D33045BD-4CA2-480F-9806-B441A0CDC947}"/>
              </a:ext>
            </a:extLst>
          </p:cNvPr>
          <p:cNvSpPr>
            <a:spLocks xmlns:a="http://schemas.openxmlformats.org/drawingml/2006/main" noGrp="1"/>
          </p:cNvSpPr>
          <p:nvPr/>
        </p:nvSpPr>
        <p:spPr>
          <a:xfrm xmlns:a="http://schemas.openxmlformats.org/drawingml/2006/main">
            <a:off x="8877300" y="46672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0.693</a:t>
            </a:r>
          </a:p>
        </p:txBody>
      </p:sp>
      <p:sp>
        <p:nvSpPr>
          <p:cNvPr id="46" name="">
            <a:extLst xmlns:a="http://schemas.openxmlformats.org/drawingml/2006/main">
              <a:ext uri="{FF2B5EF4-FFF2-40B4-BE49-F238E27FC236}">
                <a16:creationId xmlns:a16="http://schemas.microsoft.com/office/drawing/2014/main" id="{EA7A1803-0DCB-443E-8671-7C76F63D1465}"/>
              </a:ext>
            </a:extLst>
          </p:cNvPr>
          <p:cNvSpPr>
            <a:spLocks xmlns:a="http://schemas.openxmlformats.org/drawingml/2006/main" noGrp="1"/>
          </p:cNvSpPr>
          <p:nvPr/>
        </p:nvSpPr>
        <p:spPr>
          <a:xfrm xmlns:a="http://schemas.openxmlformats.org/drawingml/2006/main">
            <a:off x="10001250" y="46672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0.500</a:t>
            </a:r>
          </a:p>
        </p:txBody>
      </p:sp>
      <p:sp>
        <p:nvSpPr>
          <p:cNvPr id="47" name="">
            <a:extLst xmlns:a="http://schemas.openxmlformats.org/drawingml/2006/main">
              <a:ext uri="{FF2B5EF4-FFF2-40B4-BE49-F238E27FC236}">
                <a16:creationId xmlns:a16="http://schemas.microsoft.com/office/drawing/2014/main" id="{39C7F54A-6C00-4081-8C12-DBD40E939480}"/>
              </a:ext>
            </a:extLst>
          </p:cNvPr>
          <p:cNvSpPr>
            <a:spLocks xmlns:a="http://schemas.openxmlformats.org/drawingml/2006/main" noGrp="1"/>
          </p:cNvSpPr>
          <p:nvPr/>
        </p:nvSpPr>
        <p:spPr>
          <a:xfrm xmlns:a="http://schemas.openxmlformats.org/drawingml/2006/main">
            <a:off x="6362700" y="501015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C46BE06B-DCAA-43E2-B46D-FCF1CC2553D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CB684E51-463C-46A9-8281-548C6F03643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More iterations did not improve validation, and the selected candidate still lost to expected value on test.</a:t>
            </a:r>
          </a:p>
        </p:txBody>
      </p:sp>
    </p:spTree>
    <p:extLst>
      <p:ext uri="{BB962C8B-B14F-4D97-AF65-F5344CB8AC3E}">
        <p14:creationId xmlns:p14="http://schemas.microsoft.com/office/powerpoint/2010/main" val="65826256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6E1A579-C26A-412B-A74B-0879EA795ED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7662EDB9-D0D0-4A51-9346-2C10AF29EFC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2408D240-1B1D-4F40-BCCA-2CB725BC310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23759B2-8FCF-41BE-906E-BADDE973371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52D225D0-8430-4458-BC10-DAE77DBE7BF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186E874-3C0C-4B78-B118-38C08F6BBB3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1333494-1EC1-4C7A-8C1B-E2667BB04B2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EFD0CD-5BE1-45D2-9790-C0B397DE25A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0429229-5447-47AC-B8A0-34B83CE864E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2E95B5D-B25A-4CD2-A8E2-BF1A40B1EDF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1F7255E-5E39-4CDB-B95B-B5971A838D0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D29875A-A88A-4B88-8F7C-BEBE2C9045A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0898717-979B-435E-9C86-C1657B494C0F}"/>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CB6F93F-CB2C-4DA9-A072-029E999EC3E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B7542D7-4138-4B6C-94F0-952A2D78720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823A109B-ECEA-4E04-A8A1-63F40300FA0A}"/>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8CDC6F68-6150-4FA1-8824-5BCDE45BC0C6}"/>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0E3875CB-B42E-4CCA-A1DD-D2B12FAF3913}"/>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F82B8E1-39C4-4A3F-BD60-6B9EF9681816}"/>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1EE07EE7-3D0A-4263-94DD-8C2CE06CEE84}"/>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1F2A202F-8995-4CC3-A5E5-412289134044}"/>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4BCAD016-3504-4183-A9FF-EC41548E4FC6}"/>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D2A840E6-9EA5-46B0-A940-A0F4862E41FD}"/>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79854111-ED6C-4D6B-95EF-19BAA9A68568}"/>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A2B54C14-F3A4-443E-B97C-70515D962AFF}"/>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E9C2D618-0C6E-43A4-87AF-5C874C8C1875}"/>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E50A4F60-F292-4B01-A5B3-06623AAB59D2}"/>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48642F46-9485-4854-ACAA-6E62F84B4D7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948BA34-039A-4876-A27C-82AFC96B031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54278975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F17052D-EBDA-408A-B155-CA1FD12F459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F4C7AD3E-170C-4D54-8BFE-17C6724B864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5F556FFD-DD1E-4818-8230-50B3AECA02F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AB328C-2BB7-4CD2-997E-BF3B0515AD0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76</a:t>
            </a:r>
          </a:p>
        </p:txBody>
      </p:sp>
      <p:sp>
        <p:nvSpPr>
          <p:cNvPr id="5" name="">
            <a:extLst xmlns:a="http://schemas.openxmlformats.org/drawingml/2006/main">
              <a:ext uri="{FF2B5EF4-FFF2-40B4-BE49-F238E27FC236}">
                <a16:creationId xmlns:a16="http://schemas.microsoft.com/office/drawing/2014/main" id="{CC433E1B-F0E7-4AE1-BBD1-C008F97CE1C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895187F-D18F-4C1D-B8A6-D06ADAEEDBE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6A4D89A-527D-4D5F-8614-6C6047FA453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42D32E-2BE4-45AA-9CC9-C2E1D13F53E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231381F-9C90-4722-BED4-A488B7BE3F7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414B952-71EA-4C88-A0FD-499BEB1F100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AB4F830-BF65-4D14-A59D-2843C9DEFC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0414F6F-A34C-4889-AD00-9D9E8E95FEC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6261E6F-3384-4A1A-8179-8D4C354C81AD}"/>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B5F85CE-273F-41AD-8085-EBABFB0C8DE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5919FA7-CDF6-4E38-9967-FDCCE597D6F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E8CECD1C-5B6B-4329-B4BA-B34D9640DAE9}"/>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C5272D8C-3EC9-4BEC-8B4F-B49BB8AA3625}"/>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38205901-91D7-49C0-B179-F04FA99FFE2A}"/>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CEAD82B9-0CE3-4320-BDCF-68567BE5DE04}"/>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387050F5-6F6E-479E-BD56-F494687A5D8D}"/>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8EA0E1D8-1507-4E35-AB4B-B368E6CCAEF2}"/>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18E5A0FB-FB3E-44C2-B0C7-6872B7CB7361}"/>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DA38438-B83E-4005-8AE6-B9C47077395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0B2E8A3-BC88-48C8-A625-FF87121D2C0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104524657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BE9D24B-67AC-4932-9E0E-54C8493E446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D0B9BAEC-5609-408C-AA56-8B276DC1E6E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091CF1AA-A75E-4604-9BC4-D7E9949FB6C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50C3DDF-524B-41CC-82BE-AC111DA4CED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77</a:t>
            </a:r>
          </a:p>
        </p:txBody>
      </p:sp>
      <p:sp>
        <p:nvSpPr>
          <p:cNvPr id="5" name="">
            <a:extLst xmlns:a="http://schemas.openxmlformats.org/drawingml/2006/main">
              <a:ext uri="{FF2B5EF4-FFF2-40B4-BE49-F238E27FC236}">
                <a16:creationId xmlns:a16="http://schemas.microsoft.com/office/drawing/2014/main" id="{3A0DB1B3-C5A8-4879-A46D-A08FFAE083C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C04597C-F7E4-4035-9F5A-A419B38BA81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541412E-75EB-4653-9E3F-E0503695EF1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9441DCD-50AF-443D-9DF6-F42E593A913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67CC011-5BF7-4AEE-B2D8-191A6D882F5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FA0CC60-1816-4DFA-85B3-5BF9F752318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565874F-B9A4-463C-B50F-C183CD0B486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F96F8B6-9158-4C4F-AD05-BBA63E06DDA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ABBF55D-AAAE-4A10-B9B8-BC91BC0BA8A2}"/>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C700E4A-F8D1-4564-BDC7-AF8AA004A37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57648D4-3073-4C25-84DE-5ABF3B9A8885}"/>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50EA1427-484E-4967-AE3D-D959E46746A6}"/>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7C1AC7EC-6FB3-4615-A5B2-C62EB4ED43E4}"/>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7B5FADD-C268-4F40-848F-7AF91E8DF7D2}"/>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EE588D43-3B74-4F09-BA7E-1C10F89E2432}"/>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5019E762-EF1D-444B-BC4F-B3AF04EEC0BC}"/>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368ABCA-D77E-4EB2-BEF8-4AF053813BCA}"/>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495AA22A-71AA-4397-BFD3-A6F7403F72B0}"/>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AAF10112-F541-4AD3-BFE7-28476EB3A73D}"/>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55976E0-D586-4EA6-AB9A-842F8FEFCA28}"/>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9D6B7476-B61D-45B9-B275-CC5C4C224B67}"/>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8F980CB2-6AE5-45FB-9082-19A75A65C263}"/>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80EC41B-ADA8-4C62-91B9-3892CFE4409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F0C0561-3335-4D13-987B-56EE7DFD7A2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1499999630"/>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85FD085-F4A0-4BFC-B1A2-A7DAECD8E28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3F4A132A-A93C-4D74-AA3F-EF097F68ED9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B851C785-AD6F-4255-94F1-B583C8538E0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9ED430-E353-4291-854B-1424B750D7B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78</a:t>
            </a:r>
          </a:p>
        </p:txBody>
      </p:sp>
      <p:sp>
        <p:nvSpPr>
          <p:cNvPr id="5" name="">
            <a:extLst xmlns:a="http://schemas.openxmlformats.org/drawingml/2006/main">
              <a:ext uri="{FF2B5EF4-FFF2-40B4-BE49-F238E27FC236}">
                <a16:creationId xmlns:a16="http://schemas.microsoft.com/office/drawing/2014/main" id="{1F03E3C5-480D-49AA-86AE-FBB1AD3BF02F}"/>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B49C26CD-69CA-44FB-B63C-31D881B9776F}"/>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9B7AAF49-A0E1-4D8C-AFF1-A9D683F26BA2}"/>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E7C0B9D-A2AC-4C2A-9F0A-BFF25493A630}"/>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FB8BD208-51F4-4D00-B4CB-5AFEC67D5E3A}"/>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50641F8E-045F-4593-9825-F6E1F4D3DB38}"/>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8F4C1E8-0043-426F-97D6-6F4AAC48BAE6}"/>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A3DE8BDD-B73C-4D40-9CDB-DBA55C68960D}"/>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DE36786A-5837-469B-B9C5-F933E167AEAA}"/>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A754522-A534-425C-8810-82F91B0E201A}"/>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53E0AFE-B77C-489E-8257-2269C420109D}"/>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0431B137-6169-442E-9F8F-468507BDF97E}"/>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679747A-C093-4B07-AD13-10C727347DBC}"/>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3096DDD-8D37-448F-ACED-1B8193FFCDAC}"/>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10402118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0FA6601-C0C4-42BE-9F3F-0846C341D6E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7DA8D853-B23A-405A-B8C3-E5D1C4255B5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ED194CCA-8E76-462D-8AB0-BC28BDA8327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C4684A9-5965-4E81-9BFF-9062BE5DBD5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79</a:t>
            </a:r>
          </a:p>
        </p:txBody>
      </p:sp>
      <p:sp>
        <p:nvSpPr>
          <p:cNvPr id="5" name="">
            <a:extLst xmlns:a="http://schemas.openxmlformats.org/drawingml/2006/main">
              <a:ext uri="{FF2B5EF4-FFF2-40B4-BE49-F238E27FC236}">
                <a16:creationId xmlns:a16="http://schemas.microsoft.com/office/drawing/2014/main" id="{17CF6745-626D-4B0B-8079-3DB67D68FAFE}"/>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AD642ECF-FEB0-4541-9B84-904B85B645D3}"/>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39AA3786-DAA6-407B-A5AA-00AE0EDE4F38}"/>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EBE6C5D-D957-40DB-9931-DE341A84C143}"/>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C393E3A2-E95D-4461-BC48-74F695DAE163}"/>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89D62B5D-FCDE-448A-B33C-3CC02C8F8B67}"/>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EE62743-27D2-4AF5-A0BD-6E3529302497}"/>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562E3168-CE27-4EAA-983E-C8DDD4E8A867}"/>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BAD6082B-FD93-4A92-B8ED-89E4AA60A57A}"/>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8C4F9A6-58E5-41CE-9A14-78E439E7C30C}"/>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D0D6549D-7D79-418D-99B7-3EED2FEAFCBC}"/>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162967999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2180525-05A3-4380-9E98-604E5A558E8A}"/>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61945595-38CA-498C-9FA5-2F452F35C618}"/>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B7776DA4-2BB7-46A0-A521-E635C5137A8B}"/>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62B0439-513A-4C91-A161-5C013F720A9D}"/>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244828655"/>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476C8A7-2D88-4D41-8B7C-F914D801523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E4FC469B-EAC4-451C-95C6-28D3FE3D2F0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71E946FB-8B79-4DC9-9DE3-20B02381975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2ABB426-73B4-4ED4-B351-D4489A5EA78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81</a:t>
            </a:r>
          </a:p>
        </p:txBody>
      </p:sp>
      <p:sp>
        <p:nvSpPr>
          <p:cNvPr id="5" name="">
            <a:extLst xmlns:a="http://schemas.openxmlformats.org/drawingml/2006/main">
              <a:ext uri="{FF2B5EF4-FFF2-40B4-BE49-F238E27FC236}">
                <a16:creationId xmlns:a16="http://schemas.microsoft.com/office/drawing/2014/main" id="{A55EA339-6041-46B5-B4DB-8D424C26A913}"/>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17796890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2026-08-13T07:52:43.0510000Z</dcterms:created>
  <dcterms:modified xsi:type="dcterms:W3CDTF">2026-08-13T07:52:43.0510000Z</dcterms:modified>
</coreProperties>
</file>