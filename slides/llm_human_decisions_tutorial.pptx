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66778274754508" /><Relationship Type="http://schemas.openxmlformats.org/officeDocument/2006/relationships/extended-properties" Target="/docProps/app.xml" Id="R25d04660bf2e4327" /><Relationship Type="http://schemas.openxmlformats.org/officeDocument/2006/relationships/officeDocument" Target="/ppt/presentation.xml" Id="R8a153bf3ed274fe1" /></Relationships>
</file>

<file path=ppt/presentation.xml><?xml version="1.0" encoding="utf-8"?>
<p:presentation xmlns:p="http://schemas.openxmlformats.org/presentationml/2006/main">
  <p:sldMasterIdLst>
    <p:sldMasterId xmlns:r="http://schemas.openxmlformats.org/officeDocument/2006/relationships" id="2147483648" r:id="R0b6d7890b7414734"/>
  </p:sldMasterIdLst>
  <p:notesMasterIdLst>
    <p:notesMasterId xmlns:r="http://schemas.openxmlformats.org/officeDocument/2006/relationships" r:id="Rb5a6beea0e0d4280"/>
  </p:notesMasterIdLst>
  <p:sldIdLst>
    <p:sldId xmlns:r="http://schemas.openxmlformats.org/officeDocument/2006/relationships" id="256" r:id="Rb2639153d2b14fb7"/>
    <p:sldId xmlns:r="http://schemas.openxmlformats.org/officeDocument/2006/relationships" id="257" r:id="R8c57d99ccadf4bbc"/>
    <p:sldId xmlns:r="http://schemas.openxmlformats.org/officeDocument/2006/relationships" id="258" r:id="Re14d326dac6348a4"/>
    <p:sldId xmlns:r="http://schemas.openxmlformats.org/officeDocument/2006/relationships" id="259" r:id="Rb4c573863da44334"/>
    <p:sldId xmlns:r="http://schemas.openxmlformats.org/officeDocument/2006/relationships" id="260" r:id="Re3f9e4196edb402a"/>
    <p:sldId xmlns:r="http://schemas.openxmlformats.org/officeDocument/2006/relationships" id="261" r:id="Rf0b96497d8ab4d56"/>
    <p:sldId xmlns:r="http://schemas.openxmlformats.org/officeDocument/2006/relationships" id="262" r:id="Ref0b8b1903364072"/>
    <p:sldId xmlns:r="http://schemas.openxmlformats.org/officeDocument/2006/relationships" id="263" r:id="R33902c7a3c2841d6"/>
    <p:sldId xmlns:r="http://schemas.openxmlformats.org/officeDocument/2006/relationships" id="264" r:id="Ra4dcfbc9b2f747b6"/>
    <p:sldId xmlns:r="http://schemas.openxmlformats.org/officeDocument/2006/relationships" id="265" r:id="R8bd8775758034981"/>
    <p:sldId xmlns:r="http://schemas.openxmlformats.org/officeDocument/2006/relationships" id="266" r:id="R8e137116e3a141b1"/>
    <p:sldId xmlns:r="http://schemas.openxmlformats.org/officeDocument/2006/relationships" id="267" r:id="R15dca1b78e53421d"/>
    <p:sldId xmlns:r="http://schemas.openxmlformats.org/officeDocument/2006/relationships" id="268" r:id="Rdb2817fa6b8c4005"/>
    <p:sldId xmlns:r="http://schemas.openxmlformats.org/officeDocument/2006/relationships" id="269" r:id="R59882d0cab6c4e0f"/>
    <p:sldId xmlns:r="http://schemas.openxmlformats.org/officeDocument/2006/relationships" id="270" r:id="R3e9ebac1eecf478f"/>
    <p:sldId xmlns:r="http://schemas.openxmlformats.org/officeDocument/2006/relationships" id="271" r:id="Redd9961c40b54f4d"/>
    <p:sldId xmlns:r="http://schemas.openxmlformats.org/officeDocument/2006/relationships" id="272" r:id="R392d967915e34a89"/>
    <p:sldId xmlns:r="http://schemas.openxmlformats.org/officeDocument/2006/relationships" id="273" r:id="R11413c2efa874ac9"/>
    <p:sldId xmlns:r="http://schemas.openxmlformats.org/officeDocument/2006/relationships" id="274" r:id="Rbf5dd24cd90c4dd4"/>
    <p:sldId xmlns:r="http://schemas.openxmlformats.org/officeDocument/2006/relationships" id="275" r:id="Rd0729b8a735a4608"/>
    <p:sldId xmlns:r="http://schemas.openxmlformats.org/officeDocument/2006/relationships" id="276" r:id="Rf7b8bd749aeb4abe"/>
    <p:sldId xmlns:r="http://schemas.openxmlformats.org/officeDocument/2006/relationships" id="277" r:id="Rb7e342d768f8449d"/>
    <p:sldId xmlns:r="http://schemas.openxmlformats.org/officeDocument/2006/relationships" id="278" r:id="R88e823c856ff4624"/>
    <p:sldId xmlns:r="http://schemas.openxmlformats.org/officeDocument/2006/relationships" id="279" r:id="Rb1feb00c6a044ef7"/>
    <p:sldId xmlns:r="http://schemas.openxmlformats.org/officeDocument/2006/relationships" id="280" r:id="R327b0004490047c2"/>
    <p:sldId xmlns:r="http://schemas.openxmlformats.org/officeDocument/2006/relationships" id="281" r:id="Rd73db9796e77419a"/>
    <p:sldId xmlns:r="http://schemas.openxmlformats.org/officeDocument/2006/relationships" id="282" r:id="Rd2745927aa984b70"/>
    <p:sldId xmlns:r="http://schemas.openxmlformats.org/officeDocument/2006/relationships" id="283" r:id="R009b8e48df6f4ee7"/>
    <p:sldId xmlns:r="http://schemas.openxmlformats.org/officeDocument/2006/relationships" id="284" r:id="R9773454b2d9749ed"/>
    <p:sldId xmlns:r="http://schemas.openxmlformats.org/officeDocument/2006/relationships" id="285" r:id="R31180c879e11445d"/>
    <p:sldId xmlns:r="http://schemas.openxmlformats.org/officeDocument/2006/relationships" id="286" r:id="R6236762130cd497b"/>
    <p:sldId xmlns:r="http://schemas.openxmlformats.org/officeDocument/2006/relationships" id="287" r:id="R6dac29390ccd4f1e"/>
    <p:sldId xmlns:r="http://schemas.openxmlformats.org/officeDocument/2006/relationships" id="288" r:id="R20c59b233d774f80"/>
    <p:sldId xmlns:r="http://schemas.openxmlformats.org/officeDocument/2006/relationships" id="289" r:id="R89aea72bd0a74c1e"/>
    <p:sldId xmlns:r="http://schemas.openxmlformats.org/officeDocument/2006/relationships" id="290" r:id="Rba83da3ab04f4909"/>
    <p:sldId xmlns:r="http://schemas.openxmlformats.org/officeDocument/2006/relationships" id="291" r:id="R886e6149bfa24e96"/>
    <p:sldId xmlns:r="http://schemas.openxmlformats.org/officeDocument/2006/relationships" id="292" r:id="R72844859406b4d61"/>
    <p:sldId xmlns:r="http://schemas.openxmlformats.org/officeDocument/2006/relationships" id="293" r:id="Rdf26ed8ea14f4ecc"/>
    <p:sldId xmlns:r="http://schemas.openxmlformats.org/officeDocument/2006/relationships" id="294" r:id="Rf362bfd9880b4b35"/>
    <p:sldId xmlns:r="http://schemas.openxmlformats.org/officeDocument/2006/relationships" id="295" r:id="R5ac5049ee8334618"/>
    <p:sldId xmlns:r="http://schemas.openxmlformats.org/officeDocument/2006/relationships" id="296" r:id="R91dc1215c292484d"/>
    <p:sldId xmlns:r="http://schemas.openxmlformats.org/officeDocument/2006/relationships" id="297" r:id="R641959b08e6a4c11"/>
    <p:sldId xmlns:r="http://schemas.openxmlformats.org/officeDocument/2006/relationships" id="298" r:id="Rdeea8a00898d45c5"/>
    <p:sldId xmlns:r="http://schemas.openxmlformats.org/officeDocument/2006/relationships" id="299" r:id="R2cb26240986d42a6"/>
    <p:sldId xmlns:r="http://schemas.openxmlformats.org/officeDocument/2006/relationships" id="300" r:id="Rf8a1f62c9ad24a3c"/>
    <p:sldId xmlns:r="http://schemas.openxmlformats.org/officeDocument/2006/relationships" id="301" r:id="Rf10b42ef48674cf9"/>
    <p:sldId xmlns:r="http://schemas.openxmlformats.org/officeDocument/2006/relationships" id="302" r:id="R8220426fb72e42bd"/>
    <p:sldId xmlns:r="http://schemas.openxmlformats.org/officeDocument/2006/relationships" id="303" r:id="Ra1f135e21bf444e0"/>
    <p:sldId xmlns:r="http://schemas.openxmlformats.org/officeDocument/2006/relationships" id="304" r:id="R535d3c1a42794ea9"/>
    <p:sldId xmlns:r="http://schemas.openxmlformats.org/officeDocument/2006/relationships" id="305" r:id="Rb333951ae4554377"/>
    <p:sldId xmlns:r="http://schemas.openxmlformats.org/officeDocument/2006/relationships" id="306" r:id="Re0f2fb06db6a4d47"/>
    <p:sldId xmlns:r="http://schemas.openxmlformats.org/officeDocument/2006/relationships" id="307" r:id="Reea34b52d7474601"/>
    <p:sldId xmlns:r="http://schemas.openxmlformats.org/officeDocument/2006/relationships" id="308" r:id="R9765cb901f554adb"/>
    <p:sldId xmlns:r="http://schemas.openxmlformats.org/officeDocument/2006/relationships" id="309" r:id="R048720cd7c5e4815"/>
    <p:sldId xmlns:r="http://schemas.openxmlformats.org/officeDocument/2006/relationships" id="310" r:id="R944028d1af9143e5"/>
    <p:sldId xmlns:r="http://schemas.openxmlformats.org/officeDocument/2006/relationships" id="311" r:id="Ra6cf3cf51a394a5a"/>
    <p:sldId xmlns:r="http://schemas.openxmlformats.org/officeDocument/2006/relationships" id="312" r:id="R70850392bebe4096"/>
    <p:sldId xmlns:r="http://schemas.openxmlformats.org/officeDocument/2006/relationships" id="313" r:id="R7fbdf85738de4818"/>
    <p:sldId xmlns:r="http://schemas.openxmlformats.org/officeDocument/2006/relationships" id="314" r:id="Re64bed24143d4b78"/>
    <p:sldId xmlns:r="http://schemas.openxmlformats.org/officeDocument/2006/relationships" id="315" r:id="Re5a3f54145994954"/>
    <p:sldId xmlns:r="http://schemas.openxmlformats.org/officeDocument/2006/relationships" id="316" r:id="R97dbbebc5aad4310"/>
    <p:sldId xmlns:r="http://schemas.openxmlformats.org/officeDocument/2006/relationships" id="317" r:id="Rba529f7bb0014585"/>
    <p:sldId xmlns:r="http://schemas.openxmlformats.org/officeDocument/2006/relationships" id="318" r:id="R50e13887b0f34be4"/>
    <p:sldId xmlns:r="http://schemas.openxmlformats.org/officeDocument/2006/relationships" id="319" r:id="R7716ae4451624643"/>
    <p:sldId xmlns:r="http://schemas.openxmlformats.org/officeDocument/2006/relationships" id="320" r:id="R083ec35a60bb46f1"/>
    <p:sldId xmlns:r="http://schemas.openxmlformats.org/officeDocument/2006/relationships" id="321" r:id="R82d07e9f666d4a13"/>
    <p:sldId xmlns:r="http://schemas.openxmlformats.org/officeDocument/2006/relationships" id="322" r:id="Rdb85d1514f774299"/>
    <p:sldId xmlns:r="http://schemas.openxmlformats.org/officeDocument/2006/relationships" id="323" r:id="Rc00cd4591b62426e"/>
    <p:sldId xmlns:r="http://schemas.openxmlformats.org/officeDocument/2006/relationships" id="324" r:id="Ref0a556f6b36479d"/>
    <p:sldId xmlns:r="http://schemas.openxmlformats.org/officeDocument/2006/relationships" id="325" r:id="R16cbaf50b9dd42c2"/>
    <p:sldId xmlns:r="http://schemas.openxmlformats.org/officeDocument/2006/relationships" id="326" r:id="R57c4a97888de4d47"/>
    <p:sldId xmlns:r="http://schemas.openxmlformats.org/officeDocument/2006/relationships" id="327" r:id="R5ee54e3141494010"/>
    <p:sldId xmlns:r="http://schemas.openxmlformats.org/officeDocument/2006/relationships" id="328" r:id="R97d06ffe919e49b9"/>
    <p:sldId xmlns:r="http://schemas.openxmlformats.org/officeDocument/2006/relationships" id="329" r:id="R223b6a4f6bae4dbe"/>
    <p:sldId xmlns:r="http://schemas.openxmlformats.org/officeDocument/2006/relationships" id="330" r:id="R862c0afe5fd944bd"/>
    <p:sldId xmlns:r="http://schemas.openxmlformats.org/officeDocument/2006/relationships" id="331" r:id="Rf77236b2f414481c"/>
    <p:sldId xmlns:r="http://schemas.openxmlformats.org/officeDocument/2006/relationships" id="332" r:id="R5fbf2b12cd504358"/>
    <p:sldId xmlns:r="http://schemas.openxmlformats.org/officeDocument/2006/relationships" id="333" r:id="Rb219d8a2f86a4bf5"/>
    <p:sldId xmlns:r="http://schemas.openxmlformats.org/officeDocument/2006/relationships" id="334" r:id="R47b779fafc4e4dce"/>
    <p:sldId xmlns:r="http://schemas.openxmlformats.org/officeDocument/2006/relationships" id="335" r:id="R04f781f21822417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71ce438d1484042" /><Relationship Type="http://schemas.openxmlformats.org/officeDocument/2006/relationships/slideMaster" Target="/ppt/slideMasters/slideMaster1.xml" Id="R0b6d7890b7414734" /><Relationship Type="http://schemas.openxmlformats.org/officeDocument/2006/relationships/notesMaster" Target="/ppt/notesMasters/notesMaster1.xml" Id="Rb5a6beea0e0d4280" /><Relationship Type="http://schemas.openxmlformats.org/officeDocument/2006/relationships/presProps" Target="/ppt/presProps.xml" Id="R55fba86983354198" /><Relationship Type="http://schemas.openxmlformats.org/officeDocument/2006/relationships/tableStyles" Target="/ppt/tableStyles.xml" Id="R81ff73eb2bee43ec" /><Relationship Type="http://schemas.openxmlformats.org/officeDocument/2006/relationships/slide" Target="/ppt/slides/slide1.xml" Id="Rb2639153d2b14fb7" /><Relationship Type="http://schemas.openxmlformats.org/officeDocument/2006/relationships/slide" Target="/ppt/slides/slide2.xml" Id="R8c57d99ccadf4bbc" /><Relationship Type="http://schemas.openxmlformats.org/officeDocument/2006/relationships/slide" Target="/ppt/slides/slide3.xml" Id="Re14d326dac6348a4" /><Relationship Type="http://schemas.openxmlformats.org/officeDocument/2006/relationships/slide" Target="/ppt/slides/slide4.xml" Id="Rb4c573863da44334" /><Relationship Type="http://schemas.openxmlformats.org/officeDocument/2006/relationships/slide" Target="/ppt/slides/slide5.xml" Id="Re3f9e4196edb402a" /><Relationship Type="http://schemas.openxmlformats.org/officeDocument/2006/relationships/slide" Target="/ppt/slides/slide6.xml" Id="Rf0b96497d8ab4d56" /><Relationship Type="http://schemas.openxmlformats.org/officeDocument/2006/relationships/slide" Target="/ppt/slides/slide7.xml" Id="Ref0b8b1903364072" /><Relationship Type="http://schemas.openxmlformats.org/officeDocument/2006/relationships/slide" Target="/ppt/slides/slide8.xml" Id="R33902c7a3c2841d6" /><Relationship Type="http://schemas.openxmlformats.org/officeDocument/2006/relationships/slide" Target="/ppt/slides/slide9.xml" Id="Ra4dcfbc9b2f747b6" /><Relationship Type="http://schemas.openxmlformats.org/officeDocument/2006/relationships/slide" Target="/ppt/slides/slide10.xml" Id="R8bd8775758034981" /><Relationship Type="http://schemas.openxmlformats.org/officeDocument/2006/relationships/slide" Target="/ppt/slides/slide11.xml" Id="R8e137116e3a141b1" /><Relationship Type="http://schemas.openxmlformats.org/officeDocument/2006/relationships/slide" Target="/ppt/slides/slide12.xml" Id="R15dca1b78e53421d" /><Relationship Type="http://schemas.openxmlformats.org/officeDocument/2006/relationships/slide" Target="/ppt/slides/slide13.xml" Id="Rdb2817fa6b8c4005" /><Relationship Type="http://schemas.openxmlformats.org/officeDocument/2006/relationships/slide" Target="/ppt/slides/slide14.xml" Id="R59882d0cab6c4e0f" /><Relationship Type="http://schemas.openxmlformats.org/officeDocument/2006/relationships/slide" Target="/ppt/slides/slide15.xml" Id="R3e9ebac1eecf478f" /><Relationship Type="http://schemas.openxmlformats.org/officeDocument/2006/relationships/slide" Target="/ppt/slides/slide16.xml" Id="Redd9961c40b54f4d" /><Relationship Type="http://schemas.openxmlformats.org/officeDocument/2006/relationships/slide" Target="/ppt/slides/slide17.xml" Id="R392d967915e34a89" /><Relationship Type="http://schemas.openxmlformats.org/officeDocument/2006/relationships/slide" Target="/ppt/slides/slide18.xml" Id="R11413c2efa874ac9" /><Relationship Type="http://schemas.openxmlformats.org/officeDocument/2006/relationships/slide" Target="/ppt/slides/slide19.xml" Id="Rbf5dd24cd90c4dd4" /><Relationship Type="http://schemas.openxmlformats.org/officeDocument/2006/relationships/slide" Target="/ppt/slides/slide20.xml" Id="Rd0729b8a735a4608" /><Relationship Type="http://schemas.openxmlformats.org/officeDocument/2006/relationships/slide" Target="/ppt/slides/slide21.xml" Id="Rf7b8bd749aeb4abe" /><Relationship Type="http://schemas.openxmlformats.org/officeDocument/2006/relationships/slide" Target="/ppt/slides/slide22.xml" Id="Rb7e342d768f8449d" /><Relationship Type="http://schemas.openxmlformats.org/officeDocument/2006/relationships/slide" Target="/ppt/slides/slide23.xml" Id="R88e823c856ff4624" /><Relationship Type="http://schemas.openxmlformats.org/officeDocument/2006/relationships/slide" Target="/ppt/slides/slide24.xml" Id="Rb1feb00c6a044ef7" /><Relationship Type="http://schemas.openxmlformats.org/officeDocument/2006/relationships/slide" Target="/ppt/slides/slide25.xml" Id="R327b0004490047c2" /><Relationship Type="http://schemas.openxmlformats.org/officeDocument/2006/relationships/slide" Target="/ppt/slides/slide26.xml" Id="Rd73db9796e77419a" /><Relationship Type="http://schemas.openxmlformats.org/officeDocument/2006/relationships/slide" Target="/ppt/slides/slide27.xml" Id="Rd2745927aa984b70" /><Relationship Type="http://schemas.openxmlformats.org/officeDocument/2006/relationships/slide" Target="/ppt/slides/slide28.xml" Id="R009b8e48df6f4ee7" /><Relationship Type="http://schemas.openxmlformats.org/officeDocument/2006/relationships/slide" Target="/ppt/slides/slide29.xml" Id="R9773454b2d9749ed" /><Relationship Type="http://schemas.openxmlformats.org/officeDocument/2006/relationships/slide" Target="/ppt/slides/slide30.xml" Id="R31180c879e11445d" /><Relationship Type="http://schemas.openxmlformats.org/officeDocument/2006/relationships/slide" Target="/ppt/slides/slide31.xml" Id="R6236762130cd497b" /><Relationship Type="http://schemas.openxmlformats.org/officeDocument/2006/relationships/slide" Target="/ppt/slides/slide32.xml" Id="R6dac29390ccd4f1e" /><Relationship Type="http://schemas.openxmlformats.org/officeDocument/2006/relationships/slide" Target="/ppt/slides/slide33.xml" Id="R20c59b233d774f80" /><Relationship Type="http://schemas.openxmlformats.org/officeDocument/2006/relationships/slide" Target="/ppt/slides/slide34.xml" Id="R89aea72bd0a74c1e" /><Relationship Type="http://schemas.openxmlformats.org/officeDocument/2006/relationships/slide" Target="/ppt/slides/slide35.xml" Id="Rba83da3ab04f4909" /><Relationship Type="http://schemas.openxmlformats.org/officeDocument/2006/relationships/slide" Target="/ppt/slides/slide36.xml" Id="R886e6149bfa24e96" /><Relationship Type="http://schemas.openxmlformats.org/officeDocument/2006/relationships/slide" Target="/ppt/slides/slide37.xml" Id="R72844859406b4d61" /><Relationship Type="http://schemas.openxmlformats.org/officeDocument/2006/relationships/slide" Target="/ppt/slides/slide38.xml" Id="Rdf26ed8ea14f4ecc" /><Relationship Type="http://schemas.openxmlformats.org/officeDocument/2006/relationships/slide" Target="/ppt/slides/slide39.xml" Id="Rf362bfd9880b4b35" /><Relationship Type="http://schemas.openxmlformats.org/officeDocument/2006/relationships/slide" Target="/ppt/slides/slide40.xml" Id="R5ac5049ee8334618" /><Relationship Type="http://schemas.openxmlformats.org/officeDocument/2006/relationships/slide" Target="/ppt/slides/slide41.xml" Id="R91dc1215c292484d" /><Relationship Type="http://schemas.openxmlformats.org/officeDocument/2006/relationships/slide" Target="/ppt/slides/slide42.xml" Id="R641959b08e6a4c11" /><Relationship Type="http://schemas.openxmlformats.org/officeDocument/2006/relationships/slide" Target="/ppt/slides/slide43.xml" Id="Rdeea8a00898d45c5" /><Relationship Type="http://schemas.openxmlformats.org/officeDocument/2006/relationships/slide" Target="/ppt/slides/slide44.xml" Id="R2cb26240986d42a6" /><Relationship Type="http://schemas.openxmlformats.org/officeDocument/2006/relationships/slide" Target="/ppt/slides/slide45.xml" Id="Rf8a1f62c9ad24a3c" /><Relationship Type="http://schemas.openxmlformats.org/officeDocument/2006/relationships/slide" Target="/ppt/slides/slide46.xml" Id="Rf10b42ef48674cf9" /><Relationship Type="http://schemas.openxmlformats.org/officeDocument/2006/relationships/slide" Target="/ppt/slides/slide47.xml" Id="R8220426fb72e42bd" /><Relationship Type="http://schemas.openxmlformats.org/officeDocument/2006/relationships/slide" Target="/ppt/slides/slide48.xml" Id="Ra1f135e21bf444e0" /><Relationship Type="http://schemas.openxmlformats.org/officeDocument/2006/relationships/slide" Target="/ppt/slides/slide49.xml" Id="R535d3c1a42794ea9" /><Relationship Type="http://schemas.openxmlformats.org/officeDocument/2006/relationships/slide" Target="/ppt/slides/slide50.xml" Id="Rb333951ae4554377" /><Relationship Type="http://schemas.openxmlformats.org/officeDocument/2006/relationships/slide" Target="/ppt/slides/slide51.xml" Id="Re0f2fb06db6a4d47" /><Relationship Type="http://schemas.openxmlformats.org/officeDocument/2006/relationships/slide" Target="/ppt/slides/slide52.xml" Id="Reea34b52d7474601" /><Relationship Type="http://schemas.openxmlformats.org/officeDocument/2006/relationships/slide" Target="/ppt/slides/slide53.xml" Id="R9765cb901f554adb" /><Relationship Type="http://schemas.openxmlformats.org/officeDocument/2006/relationships/slide" Target="/ppt/slides/slide54.xml" Id="R048720cd7c5e4815" /><Relationship Type="http://schemas.openxmlformats.org/officeDocument/2006/relationships/slide" Target="/ppt/slides/slide55.xml" Id="R944028d1af9143e5" /><Relationship Type="http://schemas.openxmlformats.org/officeDocument/2006/relationships/slide" Target="/ppt/slides/slide56.xml" Id="Ra6cf3cf51a394a5a" /><Relationship Type="http://schemas.openxmlformats.org/officeDocument/2006/relationships/slide" Target="/ppt/slides/slide57.xml" Id="R70850392bebe4096" /><Relationship Type="http://schemas.openxmlformats.org/officeDocument/2006/relationships/slide" Target="/ppt/slides/slide58.xml" Id="R7fbdf85738de4818" /><Relationship Type="http://schemas.openxmlformats.org/officeDocument/2006/relationships/slide" Target="/ppt/slides/slide59.xml" Id="Re64bed24143d4b78" /><Relationship Type="http://schemas.openxmlformats.org/officeDocument/2006/relationships/slide" Target="/ppt/slides/slide60.xml" Id="Re5a3f54145994954" /><Relationship Type="http://schemas.openxmlformats.org/officeDocument/2006/relationships/slide" Target="/ppt/slides/slide61.xml" Id="R97dbbebc5aad4310" /><Relationship Type="http://schemas.openxmlformats.org/officeDocument/2006/relationships/slide" Target="/ppt/slides/slide62.xml" Id="Rba529f7bb0014585" /><Relationship Type="http://schemas.openxmlformats.org/officeDocument/2006/relationships/slide" Target="/ppt/slides/slide63.xml" Id="R50e13887b0f34be4" /><Relationship Type="http://schemas.openxmlformats.org/officeDocument/2006/relationships/slide" Target="/ppt/slides/slide64.xml" Id="R7716ae4451624643" /><Relationship Type="http://schemas.openxmlformats.org/officeDocument/2006/relationships/slide" Target="/ppt/slides/slide65.xml" Id="R083ec35a60bb46f1" /><Relationship Type="http://schemas.openxmlformats.org/officeDocument/2006/relationships/slide" Target="/ppt/slides/slide66.xml" Id="R82d07e9f666d4a13" /><Relationship Type="http://schemas.openxmlformats.org/officeDocument/2006/relationships/slide" Target="/ppt/slides/slide67.xml" Id="Rdb85d1514f774299" /><Relationship Type="http://schemas.openxmlformats.org/officeDocument/2006/relationships/slide" Target="/ppt/slides/slide68.xml" Id="Rc00cd4591b62426e" /><Relationship Type="http://schemas.openxmlformats.org/officeDocument/2006/relationships/slide" Target="/ppt/slides/slide69.xml" Id="Ref0a556f6b36479d" /><Relationship Type="http://schemas.openxmlformats.org/officeDocument/2006/relationships/slide" Target="/ppt/slides/slide70.xml" Id="R16cbaf50b9dd42c2" /><Relationship Type="http://schemas.openxmlformats.org/officeDocument/2006/relationships/slide" Target="/ppt/slides/slide71.xml" Id="R57c4a97888de4d47" /><Relationship Type="http://schemas.openxmlformats.org/officeDocument/2006/relationships/slide" Target="/ppt/slides/slide72.xml" Id="R5ee54e3141494010" /><Relationship Type="http://schemas.openxmlformats.org/officeDocument/2006/relationships/slide" Target="/ppt/slides/slide73.xml" Id="R97d06ffe919e49b9" /><Relationship Type="http://schemas.openxmlformats.org/officeDocument/2006/relationships/slide" Target="/ppt/slides/slide74.xml" Id="R223b6a4f6bae4dbe" /><Relationship Type="http://schemas.openxmlformats.org/officeDocument/2006/relationships/slide" Target="/ppt/slides/slide75.xml" Id="R862c0afe5fd944bd" /><Relationship Type="http://schemas.openxmlformats.org/officeDocument/2006/relationships/slide" Target="/ppt/slides/slide76.xml" Id="Rf77236b2f414481c" /><Relationship Type="http://schemas.openxmlformats.org/officeDocument/2006/relationships/slide" Target="/ppt/slides/slide77.xml" Id="R5fbf2b12cd504358" /><Relationship Type="http://schemas.openxmlformats.org/officeDocument/2006/relationships/slide" Target="/ppt/slides/slide78.xml" Id="Rb219d8a2f86a4bf5" /><Relationship Type="http://schemas.openxmlformats.org/officeDocument/2006/relationships/slide" Target="/ppt/slides/slide79.xml" Id="R47b779fafc4e4dce" /><Relationship Type="http://schemas.openxmlformats.org/officeDocument/2006/relationships/slide" Target="/ppt/slides/slide80.xml" Id="R04f781f2182241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814125d4214d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c13598c4614988" /><Relationship Type="http://schemas.openxmlformats.org/officeDocument/2006/relationships/notesMaster" Target="/ppt/notesMasters/notesMaster1.xml" Id="R62f2e59453304d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731fffca6d4207" /><Relationship Type="http://schemas.openxmlformats.org/officeDocument/2006/relationships/notesMaster" Target="/ppt/notesMasters/notesMaster1.xml" Id="R8ba0d4428a5441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2ce52f56ba4778" /><Relationship Type="http://schemas.openxmlformats.org/officeDocument/2006/relationships/notesMaster" Target="/ppt/notesMasters/notesMaster1.xml" Id="Rfa9036d29bb846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9c2fce8c80f4f62" /><Relationship Type="http://schemas.openxmlformats.org/officeDocument/2006/relationships/notesMaster" Target="/ppt/notesMasters/notesMaster1.xml" Id="R24f029319b594d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11e7f4540f412a" /><Relationship Type="http://schemas.openxmlformats.org/officeDocument/2006/relationships/notesMaster" Target="/ppt/notesMasters/notesMaster1.xml" Id="R1fb8fd3de4f647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c54897ed084b2a" /><Relationship Type="http://schemas.openxmlformats.org/officeDocument/2006/relationships/notesMaster" Target="/ppt/notesMasters/notesMaster1.xml" Id="R052058bddbd64f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c9963006154bb3" /><Relationship Type="http://schemas.openxmlformats.org/officeDocument/2006/relationships/notesMaster" Target="/ppt/notesMasters/notesMaster1.xml" Id="R1f3e6605fd1d4e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b97a881e154f2f" /><Relationship Type="http://schemas.openxmlformats.org/officeDocument/2006/relationships/notesMaster" Target="/ppt/notesMasters/notesMaster1.xml" Id="R66250778216747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ef638674664df1" /><Relationship Type="http://schemas.openxmlformats.org/officeDocument/2006/relationships/notesMaster" Target="/ppt/notesMasters/notesMaster1.xml" Id="R2b597170747f436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849cc89aa742c9" /><Relationship Type="http://schemas.openxmlformats.org/officeDocument/2006/relationships/notesMaster" Target="/ppt/notesMasters/notesMaster1.xml" Id="R3d3e077b31a5401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1080f160c94c14" /><Relationship Type="http://schemas.openxmlformats.org/officeDocument/2006/relationships/notesMaster" Target="/ppt/notesMasters/notesMaster1.xml" Id="Rd3053c9f1cd34c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7982dbff59e4265" /><Relationship Type="http://schemas.openxmlformats.org/officeDocument/2006/relationships/notesMaster" Target="/ppt/notesMasters/notesMaster1.xml" Id="R7b048076aa27488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0deefbb5d8b4a3f" /><Relationship Type="http://schemas.openxmlformats.org/officeDocument/2006/relationships/notesMaster" Target="/ppt/notesMasters/notesMaster1.xml" Id="R867e7952cd44414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4899c09e3bc4180" /><Relationship Type="http://schemas.openxmlformats.org/officeDocument/2006/relationships/notesMaster" Target="/ppt/notesMasters/notesMaster1.xml" Id="R627ec8b86187456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da32d2a2de34e99" /><Relationship Type="http://schemas.openxmlformats.org/officeDocument/2006/relationships/notesMaster" Target="/ppt/notesMasters/notesMaster1.xml" Id="R22d26886f73a4a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da46cfe0a8e40a4" /><Relationship Type="http://schemas.openxmlformats.org/officeDocument/2006/relationships/notesMaster" Target="/ppt/notesMasters/notesMaster1.xml" Id="R750dd55fdb3e48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77324d4400497c" /><Relationship Type="http://schemas.openxmlformats.org/officeDocument/2006/relationships/notesMaster" Target="/ppt/notesMasters/notesMaster1.xml" Id="R3a3c3483f83b40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137b4976fea44be" /><Relationship Type="http://schemas.openxmlformats.org/officeDocument/2006/relationships/notesMaster" Target="/ppt/notesMasters/notesMaster1.xml" Id="Rc085345431f3460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6979daccb7246f0" /><Relationship Type="http://schemas.openxmlformats.org/officeDocument/2006/relationships/notesMaster" Target="/ppt/notesMasters/notesMaster1.xml" Id="R74667b6c213e4e5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30830ef6f154d15" /><Relationship Type="http://schemas.openxmlformats.org/officeDocument/2006/relationships/notesMaster" Target="/ppt/notesMasters/notesMaster1.xml" Id="R0f873d2b813f4dc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db2215cd9874029" /><Relationship Type="http://schemas.openxmlformats.org/officeDocument/2006/relationships/notesMaster" Target="/ppt/notesMasters/notesMaster1.xml" Id="R4a58c6bb29e945a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c8e92f0dd584acb" /><Relationship Type="http://schemas.openxmlformats.org/officeDocument/2006/relationships/notesMaster" Target="/ppt/notesMasters/notesMaster1.xml" Id="Rf97e8716ac0444f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70b5f14e37645c1" /><Relationship Type="http://schemas.openxmlformats.org/officeDocument/2006/relationships/notesMaster" Target="/ppt/notesMasters/notesMaster1.xml" Id="R03143db19251412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0e489a8fd614667" /><Relationship Type="http://schemas.openxmlformats.org/officeDocument/2006/relationships/notesMaster" Target="/ppt/notesMasters/notesMaster1.xml" Id="R15e3870533f048f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37886533d934495" /><Relationship Type="http://schemas.openxmlformats.org/officeDocument/2006/relationships/notesMaster" Target="/ppt/notesMasters/notesMaster1.xml" Id="R51addd1b01334f6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ba825fcc9684980" /><Relationship Type="http://schemas.openxmlformats.org/officeDocument/2006/relationships/notesMaster" Target="/ppt/notesMasters/notesMaster1.xml" Id="R54223e3e64654f1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dabc0742524458e" /><Relationship Type="http://schemas.openxmlformats.org/officeDocument/2006/relationships/notesMaster" Target="/ppt/notesMasters/notesMaster1.xml" Id="R425e0f573f414a9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5db621b1f984e09" /><Relationship Type="http://schemas.openxmlformats.org/officeDocument/2006/relationships/notesMaster" Target="/ppt/notesMasters/notesMaster1.xml" Id="R33557ea87c57476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8772f052f2c4018" /><Relationship Type="http://schemas.openxmlformats.org/officeDocument/2006/relationships/notesMaster" Target="/ppt/notesMasters/notesMaster1.xml" Id="R16dd874949674a8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bc55370d582462b" /><Relationship Type="http://schemas.openxmlformats.org/officeDocument/2006/relationships/notesMaster" Target="/ppt/notesMasters/notesMaster1.xml" Id="Rdc23423089e6472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77cac8411f34a14" /><Relationship Type="http://schemas.openxmlformats.org/officeDocument/2006/relationships/notesMaster" Target="/ppt/notesMasters/notesMaster1.xml" Id="R5552533aadae4a9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7c544c6c2f34be5" /><Relationship Type="http://schemas.openxmlformats.org/officeDocument/2006/relationships/notesMaster" Target="/ppt/notesMasters/notesMaster1.xml" Id="R83b869477ec8406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82a2cbbe67447dd" /><Relationship Type="http://schemas.openxmlformats.org/officeDocument/2006/relationships/notesMaster" Target="/ppt/notesMasters/notesMaster1.xml" Id="R80c3bf36c3f945b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3f5c32b6f0b4cce" /><Relationship Type="http://schemas.openxmlformats.org/officeDocument/2006/relationships/notesMaster" Target="/ppt/notesMasters/notesMaster1.xml" Id="Rac2488c221d243a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c6d7b843d42491d" /><Relationship Type="http://schemas.openxmlformats.org/officeDocument/2006/relationships/notesMaster" Target="/ppt/notesMasters/notesMaster1.xml" Id="Re602aab5a232458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7280919505e4884" /><Relationship Type="http://schemas.openxmlformats.org/officeDocument/2006/relationships/notesMaster" Target="/ppt/notesMasters/notesMaster1.xml" Id="Rd8100e3283ac471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0e787ded3c4402d" /><Relationship Type="http://schemas.openxmlformats.org/officeDocument/2006/relationships/notesMaster" Target="/ppt/notesMasters/notesMaster1.xml" Id="R62924fc0456f49f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d6b7e5ef1ed4923" /><Relationship Type="http://schemas.openxmlformats.org/officeDocument/2006/relationships/notesMaster" Target="/ppt/notesMasters/notesMaster1.xml" Id="R08e6fb2709a743e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89413b601cd465d" /><Relationship Type="http://schemas.openxmlformats.org/officeDocument/2006/relationships/notesMaster" Target="/ppt/notesMasters/notesMaster1.xml" Id="Rd4e64028668747c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bf56ca612574683" /><Relationship Type="http://schemas.openxmlformats.org/officeDocument/2006/relationships/notesMaster" Target="/ppt/notesMasters/notesMaster1.xml" Id="Rb22aa217e48848e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638932cc2664c6c" /><Relationship Type="http://schemas.openxmlformats.org/officeDocument/2006/relationships/notesMaster" Target="/ppt/notesMasters/notesMaster1.xml" Id="R075784830f714ca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0e855d468b94b30" /><Relationship Type="http://schemas.openxmlformats.org/officeDocument/2006/relationships/notesMaster" Target="/ppt/notesMasters/notesMaster1.xml" Id="Rf54450fc1970420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de944228ab24c2c" /><Relationship Type="http://schemas.openxmlformats.org/officeDocument/2006/relationships/notesMaster" Target="/ppt/notesMasters/notesMaster1.xml" Id="Rc8d2094660e8460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90c580ffd184081" /><Relationship Type="http://schemas.openxmlformats.org/officeDocument/2006/relationships/notesMaster" Target="/ppt/notesMasters/notesMaster1.xml" Id="R8b842c4d47d4476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3ea68861ec140aa" /><Relationship Type="http://schemas.openxmlformats.org/officeDocument/2006/relationships/notesMaster" Target="/ppt/notesMasters/notesMaster1.xml" Id="R9a1a874b52ee4ce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859ace39b0244b3" /><Relationship Type="http://schemas.openxmlformats.org/officeDocument/2006/relationships/notesMaster" Target="/ppt/notesMasters/notesMaster1.xml" Id="R9e74c589de204d7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b989a2334f14fa8" /><Relationship Type="http://schemas.openxmlformats.org/officeDocument/2006/relationships/notesMaster" Target="/ppt/notesMasters/notesMaster1.xml" Id="R16a03553c88049d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b1faddc27044a9b" /><Relationship Type="http://schemas.openxmlformats.org/officeDocument/2006/relationships/notesMaster" Target="/ppt/notesMasters/notesMaster1.xml" Id="R7dbf78e0b677472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9d4359fe9154009" /><Relationship Type="http://schemas.openxmlformats.org/officeDocument/2006/relationships/notesMaster" Target="/ppt/notesMasters/notesMaster1.xml" Id="Rcd3eecafb3b54fc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63b953afdb0454a" /><Relationship Type="http://schemas.openxmlformats.org/officeDocument/2006/relationships/notesMaster" Target="/ppt/notesMasters/notesMaster1.xml" Id="Rcde13135204648d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500c8a791734df5" /><Relationship Type="http://schemas.openxmlformats.org/officeDocument/2006/relationships/notesMaster" Target="/ppt/notesMasters/notesMaster1.xml" Id="Rbb3a5f753d33441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36877ad9f434453" /><Relationship Type="http://schemas.openxmlformats.org/officeDocument/2006/relationships/notesMaster" Target="/ppt/notesMasters/notesMaster1.xml" Id="Rfd5c1bea31f0428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ad3247716044bad" /><Relationship Type="http://schemas.openxmlformats.org/officeDocument/2006/relationships/notesMaster" Target="/ppt/notesMasters/notesMaster1.xml" Id="Rc52b36907b634cd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486db0caf084841" /><Relationship Type="http://schemas.openxmlformats.org/officeDocument/2006/relationships/notesMaster" Target="/ppt/notesMasters/notesMaster1.xml" Id="R7c974a4a1054488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069e021c79d4c8d" /><Relationship Type="http://schemas.openxmlformats.org/officeDocument/2006/relationships/notesMaster" Target="/ppt/notesMasters/notesMaster1.xml" Id="R921050412c52415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0b656d5fff6471c" /><Relationship Type="http://schemas.openxmlformats.org/officeDocument/2006/relationships/notesMaster" Target="/ppt/notesMasters/notesMaster1.xml" Id="Ra753f798735b4f3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7ee6d3c3e42439d" /><Relationship Type="http://schemas.openxmlformats.org/officeDocument/2006/relationships/notesMaster" Target="/ppt/notesMasters/notesMaster1.xml" Id="R67ba77b4a6d64f1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e3613a310b541db" /><Relationship Type="http://schemas.openxmlformats.org/officeDocument/2006/relationships/notesMaster" Target="/ppt/notesMasters/notesMaster1.xml" Id="Ra6e2a16517ce4dc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1782c9e49a84452" /><Relationship Type="http://schemas.openxmlformats.org/officeDocument/2006/relationships/notesMaster" Target="/ppt/notesMasters/notesMaster1.xml" Id="Rba50505afb4c477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cc2c4e2a03c4351" /><Relationship Type="http://schemas.openxmlformats.org/officeDocument/2006/relationships/notesMaster" Target="/ppt/notesMasters/notesMaster1.xml" Id="Rd1d813f2deb046c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c4477c20c51479a" /><Relationship Type="http://schemas.openxmlformats.org/officeDocument/2006/relationships/notesMaster" Target="/ppt/notesMasters/notesMaster1.xml" Id="R71d5bfe3479b414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6eaf94d01bb47cd" /><Relationship Type="http://schemas.openxmlformats.org/officeDocument/2006/relationships/notesMaster" Target="/ppt/notesMasters/notesMaster1.xml" Id="R868bf6914608444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9968d7626c0411e" /><Relationship Type="http://schemas.openxmlformats.org/officeDocument/2006/relationships/notesMaster" Target="/ppt/notesMasters/notesMaster1.xml" Id="R64266929453141b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b468db0b89f4d41" /><Relationship Type="http://schemas.openxmlformats.org/officeDocument/2006/relationships/notesMaster" Target="/ppt/notesMasters/notesMaster1.xml" Id="Raa104ca1765c47c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dd513ac08054c10" /><Relationship Type="http://schemas.openxmlformats.org/officeDocument/2006/relationships/notesMaster" Target="/ppt/notesMasters/notesMaster1.xml" Id="Rf50d1b9a40d54a2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276bfcac4f24061" /><Relationship Type="http://schemas.openxmlformats.org/officeDocument/2006/relationships/notesMaster" Target="/ppt/notesMasters/notesMaster1.xml" Id="Rea98e9ff9ebd4db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a4ae0e375e44711" /><Relationship Type="http://schemas.openxmlformats.org/officeDocument/2006/relationships/notesMaster" Target="/ppt/notesMasters/notesMaster1.xml" Id="R14af8032f1eb4d0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95aa4b6062c442c" /><Relationship Type="http://schemas.openxmlformats.org/officeDocument/2006/relationships/notesMaster" Target="/ppt/notesMasters/notesMaster1.xml" Id="R95cb0c1ad3aa452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d3247910fea41ba" /><Relationship Type="http://schemas.openxmlformats.org/officeDocument/2006/relationships/notesMaster" Target="/ppt/notesMasters/notesMaster1.xml" Id="R2032db3dfdde419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1f9cacf94584119" /><Relationship Type="http://schemas.openxmlformats.org/officeDocument/2006/relationships/notesMaster" Target="/ppt/notesMasters/notesMaster1.xml" Id="R55566729997e412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ad851860b4c49b8" /><Relationship Type="http://schemas.openxmlformats.org/officeDocument/2006/relationships/notesMaster" Target="/ppt/notesMasters/notesMaster1.xml" Id="R271b4a348ac746d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a7619b1e029941aa" /><Relationship Type="http://schemas.openxmlformats.org/officeDocument/2006/relationships/notesMaster" Target="/ppt/notesMasters/notesMaster1.xml" Id="Rf1a534e8e2f240a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cf893a8efde4d4e" /><Relationship Type="http://schemas.openxmlformats.org/officeDocument/2006/relationships/notesMaster" Target="/ppt/notesMasters/notesMaster1.xml" Id="R7eeed76e4d81456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ecc41d13779a4c9d" /><Relationship Type="http://schemas.openxmlformats.org/officeDocument/2006/relationships/notesMaster" Target="/ppt/notesMasters/notesMaster1.xml" Id="R5b270f0c3d834b9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b9db9d6c270418c" /><Relationship Type="http://schemas.openxmlformats.org/officeDocument/2006/relationships/notesMaster" Target="/ppt/notesMasters/notesMaster1.xml" Id="Re449c803b15142f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c7af38072bd4562" /><Relationship Type="http://schemas.openxmlformats.org/officeDocument/2006/relationships/notesMaster" Target="/ppt/notesMasters/notesMaster1.xml" Id="Rf4cb8c994ea2444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ed7f627ffc647f4" /><Relationship Type="http://schemas.openxmlformats.org/officeDocument/2006/relationships/notesMaster" Target="/ppt/notesMasters/notesMaster1.xml" Id="R93f6e63abb4f4c2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eaaed4665a14838" /><Relationship Type="http://schemas.openxmlformats.org/officeDocument/2006/relationships/notesMaster" Target="/ppt/notesMasters/notesMaster1.xml" Id="R09ddb84449ae4ba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adea7a38e364388" /><Relationship Type="http://schemas.openxmlformats.org/officeDocument/2006/relationships/notesMaster" Target="/ppt/notesMasters/notesMaster1.xml" Id="R465a7694227740f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0e2987449bd4741" /><Relationship Type="http://schemas.openxmlformats.org/officeDocument/2006/relationships/notesMaster" Target="/ppt/notesMasters/notesMaster1.xml" Id="R5952121447d74d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Unbalanced history can bias the model toward one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forty future trials are retained, giving 19 A and 21 B targets. Each participant's first eight history trials contain six A and two B choices. The balanced condition resamples eight earlier trials as four A and four B. Option order is counterbalanced in scoring.
[Sources]
- notebooks/results/clean_icl_balance_demo/summary.csv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panels evaluate the same forty future choices: twenty from P025 and twenty from P026. Each participant has one shared zero-history point. Natural histories use the first k earlier trials. Balanced histories contain k/2 A and k/2 B choices. P025 improves most at k=6 under balanced history; P026 is noisier and improves at k=12. The curves support a teaching claim about experimental control, not a stable population estimate.
[Sources]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Unbalanced history pushes mean P(B) below the observed target rate and yields log loss 0.715, worse than an uninformative binary forecast. Balanced history reduces log loss to 0.649, better than the current-trial baseline of 0.675. Accuracy does not improve in parallel, which is why this section evaluates token probabilities with log loss. The participant curves show that the average masks heterogeneous and non-monotonic responses to history. The remaining uncertainty is compatible with at least two explanations: the participant history may not contain a strong stable individual regularity, or the current model and prompt may be too weak to extract and use it.
[Sources]
- notebooks/results/clean_icl_balance_demo/summary.csv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teaching-scale example mirrors the participant-level logic of the CCN study while reducing the search to one participant and two validation-guided revisions. The explicit choice conclusion is removed from think-aloud before it enters the proposal prompt. Four validation and four test trials are too small for a substantive scientific conclusion.
[Sources]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minimal executable loop implemented in Notebook 3 and scripts/minimal_discovery_loop.py. DeepSeek proposes feature sets and process hypotheses in JSON. Trusted code performs validation, fitting, selection, and testing.
[Sources]
- https://api-docs.deepseek.com/api/create-chat-completion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baselines are evaluated by trusted Python on the same frozen test trials. The all-feature model is an upper-capacity comparison, not a cognitive theory; with only four test trials its estimate is highly unstable.
[Sources]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proposal and both validation-guided revisions selected the same two-feature structure with validation log loss 0.663. The test set remained closed until selection. On four test questions the selected candidate underperformed the expected-value and all-feature baselines. The all-feature baseline has eight fitted parameters and only four test trials, so its perfect balanced accuracy is descriptive, not a stable estimate.
[Sources]
- notebooks/results/minimal_discovery_loop/minimal_discovery_run.json
- notebooks/results/minimal_discovery_loop/validation_results.csv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497069185647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e62857aa3c44f4" /><Relationship Type="http://schemas.openxmlformats.org/officeDocument/2006/relationships/slideLayout" Target="/ppt/slideLayouts/slideLayout1.xml" Id="Rc53d7c6cacad4c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3d7c6cacad4c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d85ac89859a4ad5" /><Relationship Type="http://schemas.openxmlformats.org/officeDocument/2006/relationships/notesSlide" Target="/ppt/notesSlides/notesSlide1.xml" Id="R8aec9496034249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76d9cee143e40b8" /><Relationship Type="http://schemas.openxmlformats.org/officeDocument/2006/relationships/notesSlide" Target="/ppt/notesSlides/notesSlide2.xml" Id="Rf8d1df8396474b7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6bfe0ccaafe4a56" /><Relationship Type="http://schemas.openxmlformats.org/officeDocument/2006/relationships/notesSlide" Target="/ppt/notesSlides/notesSlide3.xml" Id="Recfe59a65f8c45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8c239915d1d4b5c" /><Relationship Type="http://schemas.openxmlformats.org/officeDocument/2006/relationships/notesSlide" Target="/ppt/notesSlides/notesSlide4.xml" Id="Rb91374c8c04848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075b96917d0493e" /><Relationship Type="http://schemas.openxmlformats.org/officeDocument/2006/relationships/notesSlide" Target="/ppt/notesSlides/notesSlide5.xml" Id="Rd91662151fb148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7343f7f303b4939" /><Relationship Type="http://schemas.openxmlformats.org/officeDocument/2006/relationships/notesSlide" Target="/ppt/notesSlides/notesSlide6.xml" Id="R7bbc9203dd8f4c3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631523329e44190" /><Relationship Type="http://schemas.openxmlformats.org/officeDocument/2006/relationships/notesSlide" Target="/ppt/notesSlides/notesSlide7.xml" Id="R6fe7fce00af448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1b44afc9bb34c94" /><Relationship Type="http://schemas.openxmlformats.org/officeDocument/2006/relationships/notesSlide" Target="/ppt/notesSlides/notesSlide8.xml" Id="R11e28fdfec3749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06b41382074baf" /><Relationship Type="http://schemas.openxmlformats.org/officeDocument/2006/relationships/notesSlide" Target="/ppt/notesSlides/notesSlide9.xml" Id="R0b4d7125d62841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407f11db7664131" /><Relationship Type="http://schemas.openxmlformats.org/officeDocument/2006/relationships/notesSlide" Target="/ppt/notesSlides/notesSlide10.xml" Id="R65f810d39856462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bf66296b25945ab" /><Relationship Type="http://schemas.openxmlformats.org/officeDocument/2006/relationships/notesSlide" Target="/ppt/notesSlides/notesSlide11.xml" Id="Re664720e264648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e001b7714084a58" /><Relationship Type="http://schemas.openxmlformats.org/officeDocument/2006/relationships/notesSlide" Target="/ppt/notesSlides/notesSlide12.xml" Id="R7af4300a96a6430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3e95a5521f24274" /><Relationship Type="http://schemas.openxmlformats.org/officeDocument/2006/relationships/notesSlide" Target="/ppt/notesSlides/notesSlide13.xml" Id="Rd94c717874bc45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2a37ee91d144e97" /><Relationship Type="http://schemas.openxmlformats.org/officeDocument/2006/relationships/notesSlide" Target="/ppt/notesSlides/notesSlide14.xml" Id="R5a3812fc0eff49b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779da3a94784d34" /><Relationship Type="http://schemas.openxmlformats.org/officeDocument/2006/relationships/notesSlide" Target="/ppt/notesSlides/notesSlide15.xml" Id="R0dfdf3c185954db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163e2874c2f43ab" /><Relationship Type="http://schemas.openxmlformats.org/officeDocument/2006/relationships/notesSlide" Target="/ppt/notesSlides/notesSlide16.xml" Id="R9d72922206c6425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091b32a799d425c" /><Relationship Type="http://schemas.openxmlformats.org/officeDocument/2006/relationships/notesSlide" Target="/ppt/notesSlides/notesSlide17.xml" Id="Rfe9af3b92c19425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c8dec9ee6f646ca" /><Relationship Type="http://schemas.openxmlformats.org/officeDocument/2006/relationships/notesSlide" Target="/ppt/notesSlides/notesSlide18.xml" Id="Rfaef76af40db4d1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b3a636cc0c84567" /><Relationship Type="http://schemas.openxmlformats.org/officeDocument/2006/relationships/notesSlide" Target="/ppt/notesSlides/notesSlide19.xml" Id="R4efda77432a9407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df9b09e11af4fd4" /><Relationship Type="http://schemas.openxmlformats.org/officeDocument/2006/relationships/notesSlide" Target="/ppt/notesSlides/notesSlide20.xml" Id="R1893a8f941784b1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fe4544f1f704a29" /><Relationship Type="http://schemas.openxmlformats.org/officeDocument/2006/relationships/notesSlide" Target="/ppt/notesSlides/notesSlide21.xml" Id="R76ad651b5f17422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ab79cc6c41a4164" /><Relationship Type="http://schemas.openxmlformats.org/officeDocument/2006/relationships/notesSlide" Target="/ppt/notesSlides/notesSlide22.xml" Id="Ra6276d8016ac4f2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021389680fa4589" /><Relationship Type="http://schemas.openxmlformats.org/officeDocument/2006/relationships/notesSlide" Target="/ppt/notesSlides/notesSlide23.xml" Id="R93ea20721d6a44f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14e5a6587f34586" /><Relationship Type="http://schemas.openxmlformats.org/officeDocument/2006/relationships/notesSlide" Target="/ppt/notesSlides/notesSlide24.xml" Id="R4fab8659099f470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10c60f44eaf498d" /><Relationship Type="http://schemas.openxmlformats.org/officeDocument/2006/relationships/notesSlide" Target="/ppt/notesSlides/notesSlide25.xml" Id="Rb54d45d1dbf04dd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d930ec8930b40c1" /><Relationship Type="http://schemas.openxmlformats.org/officeDocument/2006/relationships/notesSlide" Target="/ppt/notesSlides/notesSlide26.xml" Id="R0421ab5bd45c4a6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63a49be78dd4372" /><Relationship Type="http://schemas.openxmlformats.org/officeDocument/2006/relationships/notesSlide" Target="/ppt/notesSlides/notesSlide27.xml" Id="R809f1b8ff51c4dc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94b868fc00a4c84" /><Relationship Type="http://schemas.openxmlformats.org/officeDocument/2006/relationships/notesSlide" Target="/ppt/notesSlides/notesSlide28.xml" Id="Re1533846081d464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d8725cf08cb4e95" /><Relationship Type="http://schemas.openxmlformats.org/officeDocument/2006/relationships/notesSlide" Target="/ppt/notesSlides/notesSlide29.xml" Id="R7d8988f857dc4dd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b2cc63b89554f21" /><Relationship Type="http://schemas.openxmlformats.org/officeDocument/2006/relationships/notesSlide" Target="/ppt/notesSlides/notesSlide30.xml" Id="Ra5b6127eb43e45e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6589ae6a7cd4d03" /><Relationship Type="http://schemas.openxmlformats.org/officeDocument/2006/relationships/notesSlide" Target="/ppt/notesSlides/notesSlide31.xml" Id="R2df6e7f800b54b2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7e12c99bc4146af" /><Relationship Type="http://schemas.openxmlformats.org/officeDocument/2006/relationships/notesSlide" Target="/ppt/notesSlides/notesSlide32.xml" Id="R118851d42bd947e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50562bfb37c44691" /><Relationship Type="http://schemas.openxmlformats.org/officeDocument/2006/relationships/image" Target="/ppt/media/image.png" Id="R326294f860c94d8f" /><Relationship Type="http://schemas.openxmlformats.org/officeDocument/2006/relationships/image" Target="/ppt/media/image2.png" Id="R6c271dfb25924541" /><Relationship Type="http://schemas.openxmlformats.org/officeDocument/2006/relationships/notesSlide" Target="/ppt/notesSlides/notesSlide33.xml" Id="Raedbbf31922c495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91036d11a8524a22" /><Relationship Type="http://schemas.openxmlformats.org/officeDocument/2006/relationships/notesSlide" Target="/ppt/notesSlides/notesSlide34.xml" Id="R2dd6931a5f0345c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788bd93e361402e" /><Relationship Type="http://schemas.openxmlformats.org/officeDocument/2006/relationships/notesSlide" Target="/ppt/notesSlides/notesSlide35.xml" Id="Rf11e37b1d9b146c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577d5e011fb457d" /><Relationship Type="http://schemas.openxmlformats.org/officeDocument/2006/relationships/notesSlide" Target="/ppt/notesSlides/notesSlide36.xml" Id="R7e37bfb17a7b476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5d04ff426ee478a" /><Relationship Type="http://schemas.openxmlformats.org/officeDocument/2006/relationships/notesSlide" Target="/ppt/notesSlides/notesSlide37.xml" Id="R426926ef783f4b4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ee2db26807746c4" /><Relationship Type="http://schemas.openxmlformats.org/officeDocument/2006/relationships/notesSlide" Target="/ppt/notesSlides/notesSlide38.xml" Id="Red11e4e8654949f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75fb2a56e9240fd" /><Relationship Type="http://schemas.openxmlformats.org/officeDocument/2006/relationships/notesSlide" Target="/ppt/notesSlides/notesSlide39.xml" Id="R1ef01cb0b552455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db53cbb6b5d48e6" /><Relationship Type="http://schemas.openxmlformats.org/officeDocument/2006/relationships/notesSlide" Target="/ppt/notesSlides/notesSlide40.xml" Id="R5da455c60f6542f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e5b65d59957427b" /><Relationship Type="http://schemas.openxmlformats.org/officeDocument/2006/relationships/notesSlide" Target="/ppt/notesSlides/notesSlide41.xml" Id="R806f97b9590c4d3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81e8938d5d474293" /><Relationship Type="http://schemas.openxmlformats.org/officeDocument/2006/relationships/notesSlide" Target="/ppt/notesSlides/notesSlide42.xml" Id="Rc16d762eae174c4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17b8774787734873" /><Relationship Type="http://schemas.openxmlformats.org/officeDocument/2006/relationships/notesSlide" Target="/ppt/notesSlides/notesSlide43.xml" Id="R5d469b76e3f048d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e8c380f571644a99" /><Relationship Type="http://schemas.openxmlformats.org/officeDocument/2006/relationships/notesSlide" Target="/ppt/notesSlides/notesSlide44.xml" Id="R86ad382dce094f9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dd804359c1314c03" /><Relationship Type="http://schemas.openxmlformats.org/officeDocument/2006/relationships/notesSlide" Target="/ppt/notesSlides/notesSlide45.xml" Id="R27eef8a3eb0841d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377998a7818d421c" /><Relationship Type="http://schemas.openxmlformats.org/officeDocument/2006/relationships/notesSlide" Target="/ppt/notesSlides/notesSlide46.xml" Id="R5e061bc7f2904a7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31449d2b07c2415c" /><Relationship Type="http://schemas.openxmlformats.org/officeDocument/2006/relationships/notesSlide" Target="/ppt/notesSlides/notesSlide47.xml" Id="R9a1ac7f3cb6b441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07a52152a674612" /><Relationship Type="http://schemas.openxmlformats.org/officeDocument/2006/relationships/notesSlide" Target="/ppt/notesSlides/notesSlide48.xml" Id="R7144e1e2034243f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0451ebc8d41431f" /><Relationship Type="http://schemas.openxmlformats.org/officeDocument/2006/relationships/notesSlide" Target="/ppt/notesSlides/notesSlide49.xml" Id="R0eda1339a0ff43a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98b64e306d343a2" /><Relationship Type="http://schemas.openxmlformats.org/officeDocument/2006/relationships/image" Target="/ppt/media/image3.png" Id="Ra4585085b4cc42af" /><Relationship Type="http://schemas.openxmlformats.org/officeDocument/2006/relationships/notesSlide" Target="/ppt/notesSlides/notesSlide50.xml" Id="Red60379b84954e0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aabaeb9226cb4faa" /><Relationship Type="http://schemas.openxmlformats.org/officeDocument/2006/relationships/notesSlide" Target="/ppt/notesSlides/notesSlide51.xml" Id="R0bc3bddeb6eb4ff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d407a522545f4e5f" /><Relationship Type="http://schemas.openxmlformats.org/officeDocument/2006/relationships/image" Target="/ppt/media/image4.png" Id="R7518bbf71f474f9a" /><Relationship Type="http://schemas.openxmlformats.org/officeDocument/2006/relationships/notesSlide" Target="/ppt/notesSlides/notesSlide52.xml" Id="R6dccabd5a6ed416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c1c06a463fb54a1d" /><Relationship Type="http://schemas.openxmlformats.org/officeDocument/2006/relationships/image" Target="/ppt/media/image5.png" Id="R92d8b5ab35d746f9" /><Relationship Type="http://schemas.openxmlformats.org/officeDocument/2006/relationships/notesSlide" Target="/ppt/notesSlides/notesSlide53.xml" Id="R75154813c904443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14ef16950f044b5" /><Relationship Type="http://schemas.openxmlformats.org/officeDocument/2006/relationships/notesSlide" Target="/ppt/notesSlides/notesSlide54.xml" Id="R10436aa4d5fb4b2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c54fbbf6c3db4a03" /><Relationship Type="http://schemas.openxmlformats.org/officeDocument/2006/relationships/notesSlide" Target="/ppt/notesSlides/notesSlide55.xml" Id="Rfaeafae9a2f84f4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8e5c6b8c414946cb" /><Relationship Type="http://schemas.openxmlformats.org/officeDocument/2006/relationships/notesSlide" Target="/ppt/notesSlides/notesSlide56.xml" Id="R6d38a1b03d174e0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a58122f1eeb44c77" /><Relationship Type="http://schemas.openxmlformats.org/officeDocument/2006/relationships/image" Target="/ppt/media/image6.png" Id="R713fa51026a34634" /><Relationship Type="http://schemas.openxmlformats.org/officeDocument/2006/relationships/notesSlide" Target="/ppt/notesSlides/notesSlide57.xml" Id="Rf6bcb077b75445a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0ecdaabd92243ff" /><Relationship Type="http://schemas.openxmlformats.org/officeDocument/2006/relationships/notesSlide" Target="/ppt/notesSlides/notesSlide58.xml" Id="R10a58bc8aa6f4ff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cb33575334884640" /><Relationship Type="http://schemas.openxmlformats.org/officeDocument/2006/relationships/notesSlide" Target="/ppt/notesSlides/notesSlide59.xml" Id="Re32a1e5598e445c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a7e58b20fa8446d6" /><Relationship Type="http://schemas.openxmlformats.org/officeDocument/2006/relationships/notesSlide" Target="/ppt/notesSlides/notesSlide60.xml" Id="Re1ff311c04354e2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08fad2528f04601" /><Relationship Type="http://schemas.openxmlformats.org/officeDocument/2006/relationships/notesSlide" Target="/ppt/notesSlides/notesSlide61.xml" Id="R5462fc2a18d1497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d8da4c672a6486d" /><Relationship Type="http://schemas.openxmlformats.org/officeDocument/2006/relationships/notesSlide" Target="/ppt/notesSlides/notesSlide62.xml" Id="R61107bdb90de497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e1eb2d8c8ff84f45" /><Relationship Type="http://schemas.openxmlformats.org/officeDocument/2006/relationships/notesSlide" Target="/ppt/notesSlides/notesSlide63.xml" Id="R824eb7d47836475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8aec9c6d562a4f9b" /><Relationship Type="http://schemas.openxmlformats.org/officeDocument/2006/relationships/notesSlide" Target="/ppt/notesSlides/notesSlide64.xml" Id="Rc99cf29a9d144cc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df8e952dcf2e4323" /><Relationship Type="http://schemas.openxmlformats.org/officeDocument/2006/relationships/notesSlide" Target="/ppt/notesSlides/notesSlide65.xml" Id="Raf82080ca47240e7"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3e3c63b2355b4a3f" /><Relationship Type="http://schemas.openxmlformats.org/officeDocument/2006/relationships/notesSlide" Target="/ppt/notesSlides/notesSlide66.xml" Id="R558cd3bc3bb84ed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cc3cb329710247d9" /><Relationship Type="http://schemas.openxmlformats.org/officeDocument/2006/relationships/notesSlide" Target="/ppt/notesSlides/notesSlide67.xml" Id="R2a56e212e0c04ab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23d48c7699b54368" /><Relationship Type="http://schemas.openxmlformats.org/officeDocument/2006/relationships/notesSlide" Target="/ppt/notesSlides/notesSlide68.xml" Id="R85e28b45305e48a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c18fcc88dcb43b4" /><Relationship Type="http://schemas.openxmlformats.org/officeDocument/2006/relationships/notesSlide" Target="/ppt/notesSlides/notesSlide69.xml" Id="Rffafb592fe3e43d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d46d2f7559d440e" /><Relationship Type="http://schemas.openxmlformats.org/officeDocument/2006/relationships/notesSlide" Target="/ppt/notesSlides/notesSlide70.xml" Id="R129d44d25acc4a14"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0f9fe0434f9343f0" /><Relationship Type="http://schemas.openxmlformats.org/officeDocument/2006/relationships/notesSlide" Target="/ppt/notesSlides/notesSlide71.xml" Id="R6c0dee9f95bb4e8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deb962d619c49fa" /><Relationship Type="http://schemas.openxmlformats.org/officeDocument/2006/relationships/notesSlide" Target="/ppt/notesSlides/notesSlide72.xml" Id="Rd05f30f8264d4ac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d5d515851ad34b2e" /><Relationship Type="http://schemas.openxmlformats.org/officeDocument/2006/relationships/notesSlide" Target="/ppt/notesSlides/notesSlide73.xml" Id="Rd45025cd4e6b47a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f06fd19ca2e4e32" /><Relationship Type="http://schemas.openxmlformats.org/officeDocument/2006/relationships/notesSlide" Target="/ppt/notesSlides/notesSlide74.xml" Id="Rf8619b4a5a5b4c9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04c81d882eed421e" /><Relationship Type="http://schemas.openxmlformats.org/officeDocument/2006/relationships/notesSlide" Target="/ppt/notesSlides/notesSlide75.xml" Id="R04469e3d8a89452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8fbc70982da14e56" /><Relationship Type="http://schemas.openxmlformats.org/officeDocument/2006/relationships/notesSlide" Target="/ppt/notesSlides/notesSlide76.xml" Id="R9361e51d1e854da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11bca711d8df4dfa" /><Relationship Type="http://schemas.openxmlformats.org/officeDocument/2006/relationships/notesSlide" Target="/ppt/notesSlides/notesSlide77.xml" Id="R11c39534b5c84fd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2f4950ad26b14f07" /><Relationship Type="http://schemas.openxmlformats.org/officeDocument/2006/relationships/notesSlide" Target="/ppt/notesSlides/notesSlide78.xml" Id="R22d6d81ba4a74ca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7d3d626436644c6c" /><Relationship Type="http://schemas.openxmlformats.org/officeDocument/2006/relationships/notesSlide" Target="/ppt/notesSlides/notesSlide79.xml" Id="R7bc37fd62efa4c3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1581f1e37d854872" /><Relationship Type="http://schemas.openxmlformats.org/officeDocument/2006/relationships/notesSlide" Target="/ppt/notesSlides/notesSlide80.xml" Id="R54f4eb0344c94f3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BB0C23-F8C0-4083-9C9E-7E00EE0EF2BA}"/>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52F4F85C-24EB-42EF-92AB-06A29D917462}"/>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4280EF7C-1DB9-44BE-B026-79A8E5228BD6}"/>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C9F3A80B-9645-4988-A057-F9B91D8F2D0C}"/>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90EB573-48B3-484D-AA4B-56B948A06490}"/>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ED25936C-7576-460A-9A20-7416F04E5DAF}"/>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556DA3AD-476C-432F-8E95-AF63CADC4376}"/>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5524341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B32E450-8243-4112-9EA0-9B5F7829771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8CAA4E6D-7B5C-46DD-8682-1B55D21022B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9996A5EE-0DCA-4403-B947-617C3466F70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13D0B05-DFB9-4C62-BB8A-4C93B67D2EA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4DA9D7EB-0423-4BF6-B2A8-0806F290C4D3}"/>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18CCDF5A-4F1B-4FC1-851E-B9B0AFDF309B}"/>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C2B4415B-7885-4790-9875-555E44AE781C}"/>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35171126-4E8C-41AC-A1D7-08440D595C19}"/>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9939A515-072F-407A-80A6-DCD724BD2670}"/>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E319F875-7B6D-4889-B868-B86A04567C8E}"/>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F1E8B1DB-8EF8-47E5-AB48-0CE7C59DE6A9}"/>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F69D2B7-5635-495F-8614-77B190EDDA05}"/>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FE74DE48-23B4-4F35-95A7-766329E6E94D}"/>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72F3F8B9-F18F-4B7D-ADCF-93990991E06B}"/>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99C243E3-726F-482C-96D5-2D7D1ABCBDA6}"/>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62E1C9E7-A206-468E-8582-636CFA605BEB}"/>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444D84AF-EBE6-4430-9F10-9A3A41195730}"/>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181C0065-B60E-4AD2-A340-B97B960E18D3}"/>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DEE3B22A-D72A-4540-9350-74F3CBAF4792}"/>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C10A27FA-4CE9-42CD-9A5C-E953F0EBE7CE}"/>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14B59B59-CC1C-4219-B05D-95ED9A3FB437}"/>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107E5D94-8F71-4318-8112-5542AAB657F7}"/>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1CC14D9C-2D5A-48E2-9ADB-CDAEEFE665A6}"/>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853CE056-622B-4A3E-B63D-AE6DD09B692C}"/>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8211124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9D09AB-30E8-4AED-A22A-1F74571A8D5B}"/>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88F930D8-BC27-4E5C-8F74-488580309098}"/>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4350AF80-1890-4199-93F1-CCC0F6355A40}"/>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64A4D3C0-1E7F-4805-BF6C-CA8F92BD7BE8}"/>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1E7886C8-4F93-4323-A111-12105A9F4790}"/>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C67A8457-7448-4C7E-8AA9-8759A32596F3}"/>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95DCF2D2-2700-4B05-98CB-8EE30574DF17}"/>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2308DE7B-980D-472F-8101-B8192E81263C}"/>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153281678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5376D6C-C2AB-45A8-8AA5-B4386AD252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F50589AD-3B3E-44E7-AF20-70C1BF01C43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81B084BA-4CE6-407F-BADC-2169B41CE8D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F63169-4F72-4E05-B86C-D566130F49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DC6C8FA7-2BB7-467F-9941-D88827966263}"/>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EA2C2D80-4205-4005-A813-DB5B2138D219}"/>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353D98A9-E378-4260-8638-BE42ABEB56C0}"/>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58BCA06E-7943-441A-92B7-D57A1F9487F0}"/>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C3FD14E-C84E-4AE5-BC7B-2360733F2553}"/>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53DEDF92-2785-4B0B-9E9D-7E54AD25B5D8}"/>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E35CF914-D30D-4213-A90C-D509E1C5DE1C}"/>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F3EE29B7-514B-4069-AAA9-E18EE8BBA5B7}"/>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9375DDE-D217-414E-A641-26A440604DA3}"/>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73EA1D3E-83F5-4796-9E7C-2305E53E7988}"/>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06FEBF72-866B-4CAB-8BEF-9808710DCF1B}"/>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7E0B7831-A00F-4788-B1DB-96A8DF86FC9D}"/>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2C36800-C3D3-45CB-9AA5-F14E64EC16E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102A4F4-B62F-4801-B1FD-662762FBA20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1298719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47492D1-FBFB-4878-AF44-BAE36028412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DC467EF1-EB48-4748-8130-3ED0377A504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682BFBC2-E399-4FFE-9CFB-350A877E0DD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183978-AC3E-4523-8497-F2F5DC4F32A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537743C2-00A1-448E-8438-804EF07AD699}"/>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D5C67C9F-3AE1-4962-BAE5-534D220F19E2}"/>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FA4CC6B6-A3E2-478A-AF27-83E4D08D07DD}"/>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797F8852-9919-4EBE-952A-DC8F3FADDFE0}"/>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93876B1-C65F-4854-B6D8-F47748329B9B}"/>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AD8494D9-116E-4953-9A9E-507BE1C44858}"/>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D5EEFFC9-324A-4FA7-AFB4-F92A5E945932}"/>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65BD1ADA-773A-4BB5-B9C2-5458C264AAE3}"/>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1AE280F-C6DF-4F2D-9030-6C5141B78E9B}"/>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22C81E5D-FA70-4AAB-BA33-642B2B963B04}"/>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A8E6DDED-2C2F-438E-A781-28CCDCF6F80A}"/>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B81ECBA6-FCAE-45D9-9C40-7E2AFC9B12ED}"/>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201588C-9F15-4AD5-8796-3E0D469A3558}"/>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47DF2B28-30A0-4E5A-A73A-7A2026EE6E17}"/>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AD320846-F5D0-4C3D-AE38-C12BDBDD7405}"/>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9FCFE0D2-C7FB-4496-9A62-083607C8D672}"/>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5EE4BF9-408A-41E7-93D7-7F557750489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AB91C45-F05D-4A97-9BCD-CD49BBE8487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21131099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5D5B243-69C7-435D-B3AD-312B3A48E50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654FD6EC-DF0B-4378-AB31-4D4EC80BDE9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845B54E1-049C-4F90-80DA-48C130DCD79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6598BBA-014E-4839-A245-E487AD4F65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B48AE7A5-AB25-481F-91A3-7DA22F1DFBCA}"/>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B1024F88-E169-4D7B-9FC2-B4D1FDAA9D23}"/>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C8E8C0E1-F571-4FDA-B8C5-ED2FA83215C6}"/>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7055A3A9-B465-457B-96CB-6C91B40A4B6D}"/>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DEDFE52C-2614-4BCA-A3A9-9AE6EC2AD22E}"/>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19485DD6-CA0D-49DA-ADFF-AD4C3154D218}"/>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AC73B75D-7035-4801-A04E-522229518997}"/>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9AA3686C-A7A5-4657-ADBE-060F92363F3E}"/>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0716CA2-80E1-423F-B004-2323C5CA587C}"/>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0D54FDA9-3DE5-4747-9763-BDF45A924A28}"/>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EDE47E02-C097-49C6-B2DA-60AE82B98A1E}"/>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64C3BEC3-8B32-4254-A6E5-3DD278A093E7}"/>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797F022A-4CD3-4F57-869F-D8866E4C27B3}"/>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D62B593-66CC-4EFA-9D05-079455FF2247}"/>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C83987E6-24BF-4D63-BA25-1B561AEC6800}"/>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4FC1D7A8-CABF-4813-84F4-2E79621DE5CE}"/>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EF43EA89-1A73-4B2F-B5FC-97DE80819DBF}"/>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3CFBE5A4-E9D0-4F34-ADF0-465190D81E8D}"/>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1570C44-D09C-49FC-9079-38AED7E95C62}"/>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8272956B-3AF2-4787-AFB8-56C4D7987248}"/>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972AE79A-6BFD-4DDD-B9E5-2B516338A44F}"/>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96229155-D5A9-4F20-AA79-34ABA6FCA5B8}"/>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7BE4DBA0-5EC6-4530-B81A-85959EED1DD4}"/>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84EBE86-7CA9-4EA0-803F-D718EF6616AC}"/>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0B746AD0-51E8-4DB1-896A-BD7AAA5ECC35}"/>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0A126AEE-E977-47C8-B0C9-A45B3782AA23}"/>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040CA976-A1A6-4DCB-8870-1140A17D437B}"/>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AE5E7CAB-2BAE-4637-BAB8-2D0D6E19CD2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4E7487D-FB68-4A59-9533-8CB52312F9D9}"/>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3406011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3683D9A-F392-4CDE-90EF-9F65E13FD1D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E128E55F-931F-4B21-B4A8-864A4ABACDD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21078389-0A85-4196-B5FB-3BBE68181D5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57E34D-761C-47D9-B262-66820C6EA5A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C536188B-989A-40AF-9201-F7622B62F5F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05844A94-5AE4-428A-B70D-75C0809A6107}"/>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BF38784A-0D77-4D1E-B2EE-BE7EB92D1863}"/>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764B82C8-197E-446E-B2F9-02F8BFEC47FD}"/>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A6BE60F5-678B-4946-8F36-817B35549A1D}"/>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7B70DCA9-13AE-434F-BD40-C32960DBF0CC}"/>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62A9A82E-9E47-450C-9F8B-3C1D2345DC67}"/>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6362C10C-7801-4D93-A600-EAB050690792}"/>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85A07D56-5A0A-4549-9E3A-C0B14F697B96}"/>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5B1A234F-3533-4F70-8987-82296F2FF047}"/>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D5A34A58-D9BB-4E80-85D6-DA00D4463FEB}"/>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B8A323A-E35F-467B-A0DD-452A931345D7}"/>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58870F50-5E45-4F55-88E8-53050E875B86}"/>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A4E21582-CD6B-4D89-BC5E-2DEAB91188AB}"/>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0D24C53-C214-4A80-8157-E2A3406D4A1C}"/>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50FD39B-4B35-442D-A08A-9880B0C40FD7}"/>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C59AC46C-C06F-4CC3-9DA8-707AE5863D76}"/>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762E577D-813F-49AF-B7A4-CFA8267998B1}"/>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3C0F8D1-1C52-4794-8F88-F46C16AD8D8C}"/>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71A41B0-A928-4CF5-B23C-F4D9CB4AD231}"/>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89D05544-1AD9-49F3-83A0-A7E8C3292F3E}"/>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5F5C3BEC-D05D-45AA-9174-FA3903B63FC2}"/>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5CB250E-C9F6-47E4-BB9B-D6FB85476969}"/>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448A269-0D7D-4162-B1B3-C02ED584A8E8}"/>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7B61A852-DFA6-46EF-B79A-F7522053B7A0}"/>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3235517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98CBAB1-55B0-43FB-971D-F6614BF35511}"/>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903B45BA-1888-4236-A198-E6B6B388B7C4}"/>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97A8A3D5-6217-4002-96A9-F5AE164EFE57}"/>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E38DC9-BB80-4014-BAD2-99330C24BEF9}"/>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AF1F650E-1972-4CB7-8BBA-DA1093E228B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23A3EAC-A4BC-4F85-B84E-C025D82D677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37080A7-3A11-4256-B74A-5DD6A54118F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C082AD-621D-4DA8-B4B9-26D2C825D2A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7184BB5-C89E-4AAE-98E0-24A064DB695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6E898B3-E03D-484B-82F1-E8AA67A4A06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F4F9AE3-C0C6-4DA9-A33A-741A57D231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6B9404-8A3C-4D1B-813D-49A8AD8CDA9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A93BF47-5761-4C01-9C29-4773CA55B4F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9AA5EAE-04CB-4136-A1B5-CBA1781D1BB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3073824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CC7147EA-764B-4D56-BB71-2F0EB91D920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EB20990C-A7B6-4AF7-A47A-43126644928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C0599C5-F2E6-4E9C-9042-8CA80FEA726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D4BC54-2EC2-48F7-8E8F-6561866B31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B8FFBCA8-F915-4FC8-A062-84B0F79656B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542DAC5-4674-47C2-B122-9CD643878D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0B17757-98E0-4A8D-8A7B-67C39DDA183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97FB36C-53BA-43E3-9564-98D82AF2D46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9C5357E-C5DD-46AC-90F1-6C9AF214D4C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8078F9D-1F07-4209-89FD-D292E1B42E6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B1B363-EDA9-4BE4-9050-9E9E21C4867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AD73033-FA68-4355-9FC5-C190B7C305D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BA70A7E-8E27-41D9-8262-7747DFB3C6E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1D658B-9649-4D2C-B48F-5E6EC1F7A8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4DDFAD4-4429-4FE6-B714-C4DEB6488B7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8421578C-4DD1-4769-AF98-E27B58083EDF}"/>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0A20B76-B459-42F4-A665-9760C9A2CC83}"/>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2E337E-3BD4-4DED-A794-869948E119B0}"/>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3CD2791-369F-4B29-8BA7-9F4ACFF9EAFA}"/>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0FDF760-F175-4140-A6B0-5052BC931F45}"/>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712D0EA-EFE8-41E7-9B24-4DA14DA0155E}"/>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5014982D-42A8-4005-9A8E-1101FC89F969}"/>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FC1F26A-B97B-4AE9-94B5-E5252DD66129}"/>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BE2B3238-0616-48D4-A488-4411BC6B7B1D}"/>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D4C08681-4CF0-4D04-81BA-0706CB8D62A7}"/>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475D236F-8E81-4CA7-A87C-640FBE8F4A51}"/>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8352351-5CAE-4248-8081-5CA9DBDD4C1F}"/>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93EBA257-0CDE-414F-8B1F-7840D5E413F9}"/>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1E942F2E-76CD-44BA-A6E6-D9D7A390F165}"/>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27C56749-6974-42D3-8FCE-99B9C94A6469}"/>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EE49457-6E10-4C21-9B81-A24B456F2BE6}"/>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3B71D8E1-90D0-46E5-93B4-DFF74CAEE6B5}"/>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CA5EC855-42F7-44C1-A5D8-98D87CA7518A}"/>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C53005BA-1F57-4E4A-8706-4B372CB1A0EC}"/>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0E49AF5D-6CCC-4E63-A607-4C93FCF82674}"/>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2F5243E9-0B9B-468B-A83D-760868147FEB}"/>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1564F368-27BD-4D65-B864-65558DEDEE5B}"/>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A805CF54-8145-4EB3-B7BB-502E9224ACE8}"/>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77024682-B774-4BC7-AD35-2038542CD6FC}"/>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10EC883B-1E4B-40B6-994A-9F3C535ED6FA}"/>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D85CE857-64C9-44AC-A119-E313EF509AFB}"/>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55702593-91B2-484A-A331-A84344044707}"/>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0CCE3829-8983-428F-89B2-A3BA472BF704}"/>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C6C2634A-220C-4410-AA41-F4312E43D196}"/>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3F41BFB5-58F9-48F5-B149-8BBF5B1F46BD}"/>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7C3BEFC4-D076-4097-ADDE-98B3AD2F9970}"/>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29223376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008E5ECE-5486-4AD9-8347-20D45872EB3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BA989836-9C9F-431A-8A27-F506344AA75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677271F6-D4AF-435C-92E6-6FE757E67DB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F51C908-236E-4B22-8174-E752B1F6B98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2166F587-BDDE-44BA-8AEB-269E03D9FFD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6E4D606-BA43-43C5-AD6B-D4A63FE608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245FCDC-0F3E-481E-9A45-00BA3B7823D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78CDA5-B6A3-4D33-A467-2696947A648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9BEADCD-BB91-451A-8E74-1139E175D6A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D84237-8081-437E-9A15-4B0938E8A80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6EA6635-9821-4E21-87F9-EEBD8447407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DF44D10-D96C-4195-883E-A847BDA1C67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0931885-BAE5-46C4-B6DF-0FE341AA7E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73B1A9E-985F-4018-ACD0-604D4D8FC18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3CB278D-A7CD-44D8-986A-2EBA1B243D0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657B5C73-BA77-43A1-A57F-E53941F5D7A9}"/>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F619AD5-B0B6-4E6D-BC1F-3ED4993BBD54}"/>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0F76646-C686-45B4-AF5F-D8D05CF59CF6}"/>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168D0D6-CB7E-41A2-9B81-A76AC6E1C8EE}"/>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CED86B4-0AE1-44DC-8A07-B2F95FC53629}"/>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469C6F3-4BEC-4D3C-9AF0-B9424C92F29D}"/>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9D1C9407-9583-4929-9AB9-4857BC92C3E1}"/>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F9C49CD-F48D-403B-A69B-F8BE4FC67A8B}"/>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1E86D06A-EA33-4719-9C3D-A6B2F313BE11}"/>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B55C540E-4F04-4119-820D-8BEE4622C4BB}"/>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1A120B2A-C701-4722-950B-6DB03578BDD8}"/>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D9CC753-907E-4FD4-9CD4-5498BFAEB275}"/>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DB5A3E2A-A0DD-4F85-A959-CDC36ACA935F}"/>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5CB5D36F-7E14-4AE6-95C9-4C3644CD2EF4}"/>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8C9B50B0-B074-4979-9D05-7271BE54C7A0}"/>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E743ED-12D2-48B4-9F32-31E602A8BCF3}"/>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1BBEC8F9-C948-41B4-8FAF-9F07572D7279}"/>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DF8C63D7-08ED-4BAB-859A-0F70E6C71B52}"/>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8ACF2E98-A459-4ED5-9C91-941462B8ECC6}"/>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A0A61BA2-7292-4602-9BCD-E5AAD958BDF8}"/>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C45FBD96-0597-4EF4-B6C2-285F04C81340}"/>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EC96195C-A6DA-493F-9402-AF425D83379B}"/>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DC9B6FC7-FD1C-4BDA-AC2B-FBD06A00BBB0}"/>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D3A1CB0-E887-4578-ADF4-97C6D3D61110}"/>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81F1F21B-1B14-4A53-95B5-71FD62A17D47}"/>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B1F0C2B5-2ECD-4F3E-A8D9-C646BC44EB1C}"/>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1F47FB37-B60C-4736-912F-6574C11968C6}"/>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4AFFAD45-2AE2-4C7D-8B45-67188CA86ADB}"/>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494E7FC5-03EA-4015-90A3-909BB31BCEFC}"/>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736DE673-356B-491B-A1EA-CF1772EF8D64}"/>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8B1B062A-7B4A-4993-A88A-6A0C04FD029B}"/>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8FBFD5B-0D0F-4999-9770-D26F82C9B3DF}"/>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67DB065B-E9B0-471B-A94F-77788AF6354E}"/>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E665EF00-C8B6-444F-A1AD-5385561E9819}"/>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E2A8FCE8-7C75-458F-89E1-32BB9F687200}"/>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A9E68C52-0E92-48AA-BE62-228EFD22F1C7}"/>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76401E8E-A10E-4C20-8010-A1347F0E835B}"/>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FC252B19-CC15-4A09-8933-CDE36C139659}"/>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FA447087-A228-40F3-96A8-918A1B736E80}"/>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42C73E5B-7334-47B6-BE37-6EF8D748B5F0}"/>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8D66B367-0F02-405F-9687-99F2FC596E85}"/>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7456BD96-7E3E-485C-87A2-EB60B0FCE4BE}"/>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B28C7BD7-CBC9-47B4-9BF9-716C494B4A5B}"/>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8B34D7E3-1D76-49D6-A891-282FC8502377}"/>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02794909-FEA5-4F40-8F56-64EE3FE2066B}"/>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0AAAFEC3-C010-4179-AA07-8B617808DFC3}"/>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9C1EA350-D9F4-4801-95E7-E2AB401E4ABE}"/>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9CC325AD-D707-4006-B20F-026CA689AB94}"/>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CD2721BB-F29B-4AAE-84A4-84C3F26CF085}"/>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42207DFD-C346-415D-9F1A-DCE103E7E83F}"/>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19366439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D980BCEB-FC87-4341-8800-8A8E5AC926F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259568E5-9DD7-40D6-9B92-6F7E836CCB6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170F79B-F96D-4237-A5B3-00CCB5E86C9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16C9E53-E370-4C95-A533-57A07A8459E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608F6143-E965-44F5-94AD-E9D8851785E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DA70FD3-592C-4129-AF3E-D0E3FB46D1A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82A2A99-AAE6-41ED-A82E-E0A57BCF35C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0ECDEE-54C8-4D75-B36C-1B3B096664F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DE3D739-3B92-4AD9-A7B0-66F629DBA40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ECFAC0-0CF2-463E-9003-6F1C599157F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E81A6FD-23E6-4181-BE69-3F0B0D6E605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AB843E-92CB-44D1-8FC0-66713C91A99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AFDF5B-D95E-450B-B277-DBF43F7938C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6C82BA4-1725-4074-A814-71E05A99018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2417A90-0C4E-41BF-B8D1-2907754C044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C82F1F69-0D39-45C9-A97C-DAA4B5043BFA}"/>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258FC610-06BB-454D-B91A-142108A3588B}"/>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C2F8565A-4398-436A-AC87-191F325193A5}"/>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3328F86-D957-4172-924C-E9CBD8A7DDA9}"/>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4960C375-26C4-47BD-B922-F5039C507A85}"/>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045F6FC6-B98D-4F54-89D0-DBA9F29FBF1A}"/>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92D34EC7-87B1-41C3-8998-E63120DC5425}"/>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87347D59-2E12-488D-AFFD-3DE0DDEB1A50}"/>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EEE7F3AB-7E89-48CF-BBB2-D64C496A9EBB}"/>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1BA69FF5-0113-47FB-B84C-73D09D73B173}"/>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7919ADB6-0DFB-4858-BB6C-91D547661E0A}"/>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8FDE1BC9-3A54-4187-A8C6-5503F63C8110}"/>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4FF41299-F32E-4A13-8B2D-1AB48C3F7EA8}"/>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E958990E-9134-43D4-A0CB-FA936873B091}"/>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F81E72DC-47D9-4051-9DDC-3F31422727F9}"/>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B976B594-864B-4510-83E2-383F2CE6DC20}"/>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6269FEA6-6647-4B0C-83E6-B641B2401F32}"/>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80BA623E-354A-4129-88F7-03E4A3923FF5}"/>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9A0BC454-5827-4ADE-9678-8AA21ECD1B58}"/>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406C7A7A-7E85-4764-B5B8-A37BDA5D97CF}"/>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210954C6-77DC-43C1-9508-840931381158}"/>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AC26DCB3-062A-4579-AAB5-78A736F09058}"/>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5CEB1E0-4957-475C-9BC1-317F2A81CA24}"/>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F20BEBF0-052F-4CE2-B7F4-4BC47AE54AAE}"/>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1093547A-F310-43AC-8057-9727478CF3AE}"/>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3D7DF282-F5CA-4C5A-902E-46B6E95E8B19}"/>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6912548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12B9CD1D-9CBE-4034-9B2A-7DB5C93404A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8991BC83-093F-4E6B-8240-BB6756CADE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070091B-536E-415E-8474-BFAA7377A28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BD65E5C-D85D-4737-BD50-795BC4BE825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73727FB5-FD44-4F9C-ACDE-31A343797B8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09703A5-48BC-4144-8006-2CB51C715B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9756D87-5394-4E6B-AB4F-9E1805262D5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799368-7144-4348-865F-7F8CE27D42B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1C39DA9-DFF2-4A4D-A537-586814477D2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D991CF9-C285-4A35-869A-FAE699DC62C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22527DB-B3D8-435A-A465-4E26D2DF6B4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997879-4A53-4690-BF7C-12179523F52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BBA6A67-D8E7-43AB-A06B-2D92DE9656E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13BA26D-9C69-4B3E-B2EA-AF8EC7F2CCB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D438D59-FD90-4633-8138-F4CBCCD629A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B018386A-8E7F-4A43-9F00-38B28A8C3928}"/>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B5201C79-CE41-4C42-9CB1-FA9BC875305C}"/>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5825B2D1-529A-46E0-BB68-1EFB97A0C250}"/>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6E18E533-5221-4C37-A490-368D79C1F1DD}"/>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7CF12BD-9FE1-4CDB-A934-C7BF6F9C196C}"/>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0DF36470-5F78-4234-88A0-78339D96A55C}"/>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0C3AF0BB-D515-49E2-B4CB-EF86243E2467}"/>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84F2A988-65DA-4A79-803C-929D7088AD55}"/>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2569A0D-1AB5-43BE-860D-DB83291969EB}"/>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1C21019A-05F5-4704-90D9-1540858093C3}"/>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5E7BA24-294B-4E70-960F-FD419AE7E8F6}"/>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F7BB20BD-D1B5-4CD6-9E7E-AE43DB58E37D}"/>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EF26C41-9DB4-4131-8EAA-09210AEE0BBB}"/>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95EE62EC-F525-4799-BC69-D4500BD8629D}"/>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B41DA978-24E8-473B-BF73-DC11897F8DBC}"/>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6486755A-F985-4C4B-BAC1-33DC279F0D4E}"/>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67DD33F-D3E6-4B39-BE60-3FD425F94C39}"/>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7C93D448-3273-425B-BA45-35F6E5754759}"/>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E777FFC4-B759-4803-9042-F079D98FCCB5}"/>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61C80106-FE99-48E7-B918-6402E51CD7FC}"/>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DA520E22-6498-4955-9699-7F4AC329598F}"/>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1B1AC5A1-36DE-4056-BE17-DD302C8E791D}"/>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8DDF6523-6044-4053-9CA7-19324715AF3C}"/>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D5CDD565-BED1-423C-84F5-2FB54DBB0C10}"/>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24554D41-B7C5-421C-B3EE-FAD09B201C39}"/>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14544D11-0D04-4FD6-87E6-2F133E6816A3}"/>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289737C9-5674-4CA4-A882-B4D72E78862A}"/>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41C9B72C-39F9-405C-8CA2-61A95C9AEB04}"/>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79368896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F65B2CE-F77B-4266-9166-F95F948F4CF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3769C6BC-AFE1-4484-8C53-F784EC658FF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8A87420-7BB8-4FB5-A980-5286662D7E9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BB2FD3-4E90-4111-A5C6-F05DDBB834C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BD9E0ADF-E678-42D5-B71A-3609E5C2FAC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4E84987-1D38-479A-9DBC-75EEB622D3E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3F273B3-DD0C-4962-9F4C-81C34CC75F4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7A29786-B282-47DC-A3E2-3CFBF893086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7D6E550-3DBA-400C-AB9D-D69028A8191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B7FE90C-C1B9-49B7-9BE5-112608763E0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942A4F-2ADF-49D0-80DF-EF669DD127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0D0DF14-BDF8-4F37-B4DF-21EE11A1868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43F39BB-45B7-48D1-9F7D-2F7F44B83AE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24F0DF-47C0-4B3A-A90A-24144580DCA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40C45BE-6B3B-4948-9329-9488E23A9FA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D2BF26FC-349C-4D80-BB75-E2839FA391EA}"/>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258623FB-0CDC-4781-B274-9E73F17E145E}"/>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1F6B7A7-E903-42B0-AFC6-FE6DA73C69C6}"/>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0F97056-3618-417C-A1E5-24451A22169B}"/>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FBB8EC4-7909-4D1C-A32A-A6BBD0763D3E}"/>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1C3A7C91-C59B-480E-A880-8E3C296800B8}"/>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C95F52AE-AE02-4C45-A4F6-9ED0B6A2F81A}"/>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F1042D37-59DD-4DA9-AD1B-CA77D2D02D8B}"/>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EBC9FFF2-0C14-4744-8A81-4039BA96CC6D}"/>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0AE65AD4-068E-4D4C-9853-BCC8C113E22A}"/>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69B02A0B-A99C-45C2-918E-4A0B8B2E958B}"/>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8C8578F5-396F-4F9C-8D68-31D72E50A5FF}"/>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1544B95E-3B24-4E48-BC9F-84A9CF501D57}"/>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9C0F4D24-BFF9-4182-AA60-D7683F80DD16}"/>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740943CC-77C3-4A50-9D92-C9103E2679D1}"/>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137D1168-324E-41D8-8C39-553898CE1333}"/>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BCC310BB-5114-485D-9730-13282415F9F4}"/>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69E87141-D71B-44F8-9099-4143BF7EDAC4}"/>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17E8F2C2-6740-4C79-B0D0-E22589BBC84A}"/>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B15A0A8-883B-4B2B-A93F-DD5DD8C436D5}"/>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15EE481A-5E12-4A22-AFF7-A1C41DCB09B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B34133FA-E246-479B-A409-7E99EA85F0AB}"/>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7437845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535CF2E-92FC-4460-8605-00880D6EF6D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5806FB85-1164-4B72-BB96-FBF37343235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D899CF2D-2FD3-46DA-86DD-1EA73B9BBE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CA4E3AF-9CDA-4926-872E-5D534E3ECED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FDA4F34E-A8BF-4C00-BF4E-262EE655109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1A5B2A6-BB1F-40DE-91A8-D65E5523D2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EA83188-0C2F-4286-902C-170CF39EB88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3B73ACF-9750-4B94-8959-30D70A3D06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AE7AEB7-91B7-483A-8A77-D092827538A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DD1EAA-6196-495F-9A44-8A5C8ED0E1F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91B9B4F-2655-4FA5-9F63-274B9E0A48D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4EF8F12-4786-4977-853D-FE866288F7F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2A82454-A5A2-4EFF-B44E-28B6F0454E3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250090-F0C3-4958-B9CC-9F7B087092C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6C8FFA2-BEF6-43FC-BA5F-F8FF7261507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FCCCA3E2-E12E-4055-BD67-04AE929F5AAE}"/>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79C901F-ABA1-4A69-9774-BF42272935A9}"/>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50544C34-62FD-4BD0-AEB6-C687130F1538}"/>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FEFCF60-C59A-4797-98B7-0FCB058B17FF}"/>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6A2711A9-3B67-411D-9CBD-006C8E73213F}"/>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12E55C91-2F3C-4F0D-B6FB-427953492904}"/>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EE86956E-7459-48EC-8F8A-BE6A71EB5EBF}"/>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8AB1F398-A0DF-494E-95D4-526397E69A4D}"/>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E52169CC-3944-433A-A4F4-EB88BC1D932D}"/>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73B70170-D35F-4704-A040-6B8C23AC88E6}"/>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6DA1CD1A-5E9A-4412-9118-A3227F555496}"/>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9FC7512A-4118-4816-A223-2B79496ED950}"/>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46FF21BE-FC88-433C-8DD4-518BB541F323}"/>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7C4DFBDE-530B-4189-B62B-709D2475AC40}"/>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ABC4864B-4424-4DF2-9890-71B5DD133264}"/>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91FA5A18-969A-4674-808C-9F6DC6EFD237}"/>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67D022C3-752A-4F46-87FF-919749BEBAAB}"/>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BAA5FAF-15D2-41CA-91CC-339BC1AE86B9}"/>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48486904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F59B4A7F-CD19-447F-A59C-D36F45B5F51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4A25AD25-13D6-44A5-9B1D-FAE9BE5164C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939A59F7-EEBD-4E3B-B06F-D772F7AF6F3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0E2DB95-0FEE-4014-9C04-54C4ED8A51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795CEAFA-F6BB-48BE-A0C6-B1CE00B56D8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B48FBCB-2233-43F1-B169-26030DF0BAC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CE4E0EE-5D0F-47DC-900D-E4560318651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4E757C-938A-4969-8254-05F98014057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CB5ED1D-E3D1-454C-B1E2-3904F60D011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48AF592-E7C3-438D-8F21-DDC5B703994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35B8529-20E6-431D-A76E-4E33CE2F356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44EAC3-F21A-4A47-9236-923D111C4D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D6E9A89-BB96-46C9-9BC9-1F12BA359AB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1A3596-765B-4463-917B-80014811F5E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F296217-06FC-4BC0-B846-DF6A943EF09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A5DBFE01-0942-448B-8849-82F871A7EB9C}"/>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618AAF2F-611D-4126-A758-A3C19ED4D024}"/>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4BFA24DB-D253-419D-B3E7-569F58A5A14F}"/>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F2DBB999-3B56-49D2-A155-E389C95B0915}"/>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D0B97B2-BB54-48A4-97F5-5861F06F0CF0}"/>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C36AFCAC-4577-491E-BA33-D6D17172F13B}"/>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87D67E7-B756-4C3F-8DDD-E9030AF45090}"/>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82134B42-367E-420B-8C8A-7FB9E3843C7E}"/>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10CF9DB-06F1-48F0-B13D-24371A3C43FD}"/>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E540FE85-6DE2-47B5-95AD-BB27430EF52A}"/>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54799525-C672-4246-8CE8-0450D4D0819C}"/>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283F55B0-C609-48C0-8CF2-74EC297B1843}"/>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0225F46-F71A-444A-B3B2-F1ABB3F61055}"/>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E9A15B7C-C3CE-4586-BE95-445DA6B70B6F}"/>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80CFCFB-AB21-4EDD-9746-73A531A1C9E7}"/>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F4172E54-65A0-4863-A4D5-3EFAD2736295}"/>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2C002E6-AC30-4AFA-A677-3D073994ACFF}"/>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114601E5-23C2-4C03-8A0B-4C9790281C54}"/>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09225347-EA36-4521-B8CA-01462C29A2CF}"/>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F1C71286-E4FB-4EF4-BD26-20CBBF71C0CF}"/>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E5787250-0268-4AE0-A7D3-9385E5E92709}"/>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FEC91079-7261-484C-BF7F-227686E3D21D}"/>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F232457A-43F9-413E-81BD-BB2C27C0D3A7}"/>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32235902-79CE-445B-851A-BCB90B57E807}"/>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02369DF5-7002-4CBB-9719-3914BC1798EB}"/>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01A04ABB-CE29-4447-8B75-12A34F50DE7D}"/>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CA1B9AC2-39C1-425C-AA5F-D6C424360BAD}"/>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1952CA2-52EC-45E9-83EB-2EA89581B349}"/>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79CC2EA9-E85F-48D7-ADA5-31BDC416EB9B}"/>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100A13CD-A3D0-425C-9344-8669C5F91130}"/>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56F88345-201D-4BA0-849C-F426CD040C55}"/>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D0859FB-5C07-4492-8592-BB254FF9BBD3}"/>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096E2C80-4CED-4EF8-A8BA-FCF22B53A2D4}"/>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141D51D9-BEF2-472D-87F8-98A0588EFF9E}"/>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CD9FE0A9-D150-46D7-A9F4-2AEF4F679F0E}"/>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7429CAB4-B54A-4D3C-B423-4531E66D7B1D}"/>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F54B9371-4FAC-45F9-BB79-04557D20C103}"/>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D3F9CBA8-94F5-4082-820D-AE3DEFF9597D}"/>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DCF91E3B-41BC-40DF-ABCD-61F1E720846D}"/>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078E2074-6D93-4995-955A-55D674DF7251}"/>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4AD5400-FFEB-4E32-B11D-0E87F7D2E299}"/>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71426886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6D33DB9-DDC5-435A-A81E-B664DE1C641C}"/>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426CBFB3-D511-46FD-B86B-CC5426D8B747}"/>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EF1CDD38-8710-45D3-BAAB-AF809A7A3351}"/>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5B4798-51C6-42EA-BE04-AFA8FF8F41B0}"/>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9B51992F-4C52-4331-9465-F80C0AF63E9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39644C-E04F-4512-B4A1-6C1FEBA73E5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D41EA2C-DEC8-4B26-B644-F64D2667320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052640D-EBE6-4921-B754-825290E25F3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6B75E74-F795-4281-A3C1-7E7781E4832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164AC6C-A6F3-431F-B90E-338F4DF61C5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5DDC2B5-D348-4E84-9CDB-EBC3CF61B96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E52CBE-DD0C-4FEA-B81D-4B086B93449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AD330E7-2E01-44D2-AE9D-CB316F299AF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18DE16A-CEC5-456B-ACD0-4FF8D81B3C3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395651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87922F8A-539D-4D31-8C23-E4911DFBB75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0E3B173B-253D-46CB-9AAF-46A3E332032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FB88609B-AE47-4856-8191-3224ADAC6D6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7AE796E-1F4E-4930-B59D-50B9BFD4F3F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A47BBD5D-1A76-4EE0-BCDE-13C42A7B23E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F8E067B-C882-433D-8764-DD8E2ADF93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5496048-2D35-4D13-AE62-15960584823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02450A-FDB1-4D44-BC7C-91ED2557F67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E5494D9-E1C5-482E-A793-0C8B8B7FB25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0DE01ED-EA2C-40CC-9BE5-2C2454DFFE4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BD7719C-A095-4015-85AE-76FE3348E00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44EDAB-A2FA-4423-B580-3EBA25485BE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916F97E-84F3-4011-B84D-CCF8C6E7FB7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E51FB8-EB54-4629-8251-89E22FD8BEE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3A2087F-C0AB-4863-8449-F478C886C12B}"/>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FF4925B7-7DAC-4BC3-BA42-28AB498F5D31}"/>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D61B7C2A-FAB2-4C9B-898F-2E3AA782BE1E}"/>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B9A4AD29-AD6F-4713-A177-96594A068F40}"/>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F0310649-C4B6-40D1-900A-AC4A4D6F8D6A}"/>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4F18A3E-427A-4F25-8627-31AC86E4EED3}"/>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15F86D6-9194-4089-B7ED-816F38A3A5E9}"/>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4C1C886F-AF00-40A1-B9B6-2F0603308EC5}"/>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533CB0E9-2EE3-4756-AA43-74A42DEA93B8}"/>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60AF71CE-9CE6-4EBC-B19B-A51A7676A97F}"/>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9E7C49C0-4882-4481-A981-DBFAB16A0841}"/>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A70A388-72D5-45F0-924B-5CDD00C1BAD9}"/>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3B9A670-7241-472D-B804-A7792242861B}"/>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7840074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60B34885-7851-4994-96B9-18C49EF2606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771AE054-7D18-4199-8DBE-3DC85A947C7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A6B34A0D-9B6C-499E-95FD-B490A0102B6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37D1CD7-DD89-4C6A-90CB-F387321CA6F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CF499253-BDA0-44F9-8BEF-E67CF997F79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6CFD144-189E-42B6-A464-F42652B15E8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1F5F427-7CC4-48EF-86DF-A87BE664FD4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8CDCA2-14A8-4BF5-AE51-265D24BB20D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640DE67-4CFA-4D98-9EE3-B4A3E4AA7EA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F73CF3-7766-431C-A28D-0577685C7DC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EBAB94-E0A8-42D8-9D53-CFFFA292393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0C00EF-0CCA-48FB-832B-7CFE82E7875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94474A8-7A6F-44BB-9AA3-90268ED2C9D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6FC5165-D2C9-47B7-B40E-FF90560F880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F061A76-42E5-4D17-8B45-E30EC3A2E790}"/>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48A5B7BD-FE75-4E70-A8DA-4E3D9A84F8B0}"/>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6C01F0EE-9CC1-41BE-AA3E-ECC2815C0A12}"/>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45F37ACB-3AFB-45CD-934C-B193D9EFC140}"/>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41AF768B-0DBF-4B8E-B505-D71209C8522D}"/>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01E0D00-344F-4C59-A401-A596DC043942}"/>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49E5866-BFCA-4125-8513-86B7EC1EFD18}"/>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427DF099-AF0F-48F5-9D2D-1A537BED7512}"/>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03697395-9E3C-4017-A6F3-222DE3F5FBB6}"/>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FF080E22-EF46-470A-A2FD-1A7C56D95284}"/>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7D895C65-37DC-4E7A-9072-F6F49200C7BE}"/>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7A59A94-AE05-4B9A-A3F7-9E49B0D2A804}"/>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E41F2AC-E5CB-4626-8F64-440FD27202E1}"/>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5415FFB6-F47F-4F57-ACBE-485CAA370E28}"/>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D3059DDE-77EC-469D-B120-E49D479997AF}"/>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E14B78E1-8B88-40FE-992F-4F041E598FA9}"/>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EA513E24-B892-437A-ABCF-FEF2EE7DB6F7}"/>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D97511B-D32A-4689-A70E-3CBCCB7C4BB1}"/>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921CD5C-C4D1-44E0-892F-C7C4F91C1A7F}"/>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3F5339FF-7F82-4FBE-8001-29E76834EB88}"/>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71264A38-9A63-49B9-AD00-A750AD415C92}"/>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821F1642-E8A6-452C-BF16-A1DF2546E53B}"/>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8675FFEF-8C72-4120-B2A6-C30C0CF7B869}"/>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45414FC-19DD-4F7E-82F6-55DC39A20910}"/>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E2877FA4-CD06-47C5-9678-C6CB7163CE3D}"/>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9737715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9D76C65-4848-43D0-971D-535A16247FB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1859BE9F-FF70-4700-9D28-5FFAEFA0FEE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334F3E4B-7C0C-4B3C-B2BA-F1ADCB41F85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565F966-4C77-49DB-BE2B-ED089E502F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FCF065A8-799E-4C76-88D9-DCF17BCDDDE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BE3C429-C3C0-401A-AB07-9A6942F27C4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5D4EFAA-B281-463E-89CF-5091FC3BA0D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D976C2C-B2F2-46BC-9072-40A8B5BA6E5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CE485FB-66E5-4CC9-AEF1-9BFDA2860E2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6BF6F69-C669-4292-B8C5-A3767BDCF79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38AE974-6501-4F18-82D4-D004F080B8A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17F6BA-AC85-46BF-85B1-94BBFF20BA6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7BF6A39-FAA3-4E1C-8AFB-0BA64E25810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D483E12-319B-482C-95CC-6D9C50C22A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0EA7585-5C28-47F6-AF0C-F855F6955F5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AE333D4D-8430-4824-AED5-91D2D08447FD}"/>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78C96ED1-7014-409B-97A9-843414307CF8}"/>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B83E9559-7452-4A8A-A0E0-8B2F9F22A714}"/>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FFD76E8-6198-4685-8EDF-7BD47C963C47}"/>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76C596DA-69BB-4177-A6BC-DBA44FECB064}"/>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E0621E8C-66C8-4778-8C5A-09864B8D2FEA}"/>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4D8ABD6A-3DF0-41D0-8DD9-B88015DC93A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2A1A633-8B2A-4406-967B-8AECA311550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97372256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7B05FAA-9894-4175-BBDC-3795631285C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DA213F09-A401-4DC4-B8C0-58B40080FE8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FAAE9795-BB1D-43F0-B91C-8DD1582BE3B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C8CA43-BD1B-490C-A904-8AC83B08A34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D6E004D4-630B-47D4-8A26-0BCF6131CF2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7A05552-1B54-496E-AC3C-13CD9B2D15C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CA0E9F6-0F3A-4460-BC59-860561F2C3F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6D5FA80-9072-4CCA-9833-B82265B5934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5792004-702E-4D9E-9A74-E5CD2C81B54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36B4D2-7FD5-4384-8876-9EE752EF878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5E57304-BA19-42A1-8B0B-7229C8C4848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2913F94-4E93-4E76-99AD-89E416028D1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6F3B5DC-F93A-49C8-8261-B40D0B9BC3C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916B4C1-1930-44DE-8A7E-55FF4DC1532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9C028C1-3DCE-4C4D-9E5D-2E5D734DF41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C5B56B09-7421-4CAB-9C8D-0A71EB0F0D7A}"/>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414BF59D-131E-4696-B1F9-ACE74BC17BF3}"/>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1895CA8A-7154-48E2-A949-0727ACD34563}"/>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003B12BA-FE19-4DF8-8C67-A6A9729E086A}"/>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5EB7EF44-8B25-4F30-BEC5-2E45321636DF}"/>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0726767A-ABDD-466B-94FE-CE5EA7729AD0}"/>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48B3A85B-4838-4298-B64A-BC97D6015BDD}"/>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697B4DEE-3A61-4AED-BEE8-9D79EC73D57A}"/>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0E879711-8ABC-423A-AE45-92E86AF13E56}"/>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4484D3DE-E094-43DD-94EC-F44EE6468CA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D695934-BB3D-4CA6-9469-EC49A1A0381B}"/>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3657606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3F54122-DEE7-4CC4-831C-C14CD7BA054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F498D0B9-667A-44A4-B641-5975BCC8999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8D2CACB7-B0B9-4630-91CF-4D12D54F656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FCA536-998B-4777-A69C-3EAA8D7ED8D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4CC119E9-8EE8-4DA6-A396-752C736A33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ED0C604-290A-46D5-9BAE-9709A516CA7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A6218B2-E917-4165-9CD2-B50B83E41C7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86B3499-4E1C-4086-BDB4-C0FBAE511EA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7F6852D-65F3-4F85-84CF-E97EB752DD8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A565A72-01DC-4B5B-B788-98F24181AAB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6BB3C26-4CCC-406E-BDBC-75FAA03B877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7033AC3-E088-4E44-B7B8-090DF5235A1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1AFD785-A9FF-4E2A-A980-FB5EC5B61BB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5527F8-72A9-4E00-BB26-86D299F7DC6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C14C6C-56CB-41B5-B4E6-D104E1ECBAD1}"/>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A5D1C2B6-43CA-4404-AA18-9E21B16DC88D}"/>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B45D91DE-0547-4DBE-A716-A5333B0AD569}"/>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664DF4F-0677-4797-8147-FC5518F15CB6}"/>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E2D0D0DE-19FD-42CB-A85E-C3844508014C}"/>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4DD71763-7465-4A3A-A87D-AD720C6C52D5}"/>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3F35810-712D-4451-B0DD-121C2379B6A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3C8BACC1-B23C-4E88-955D-DAEC99D3ABFD}"/>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388DFE7E-4B3A-4C10-9CFB-8678BDD609F0}"/>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D21F18-B958-4A46-B828-8AFE55C9331E}"/>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5E4BA7D0-7501-4DF7-A18D-E8FC4FCB2696}"/>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82BA7CC5-F59F-4FCD-B1AE-7114B511F07E}"/>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B24FDB1-1965-4332-A5F4-DB5DFFB9F11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6D2947-9571-4A50-845F-BB1F5D7E2B8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82543069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F0E4E9CA-BDAA-49C7-A14D-EB35874221B4}"/>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3B9D13E3-75F8-4ED8-BCEC-8805E6611820}"/>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B9439CCF-F949-4125-A4A4-1D1673D50C1F}"/>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39E99F-E72D-4160-9F25-8640B5113979}"/>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4EF988CB-4502-4B67-A581-5A8E2E3EA12D}"/>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8B98F18E-A7EF-4C6F-A66D-302E3EDB996C}"/>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9322F52E-E8D4-4C0A-AFD0-3CB3C8453FB8}"/>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BEEA7226-1FC8-4F1A-86B1-E7A007F883E7}"/>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79EDCD6-96F6-4A18-B9F2-B4CE19CB4F58}"/>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295219D0-C666-444F-BB34-77B2754FD533}"/>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3D9FAFF0-9ADF-4C70-B4D6-B42BAE3197B9}"/>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B78068B2-04EF-4751-8295-71424EFF45F7}"/>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5C9B3D6A-0671-4A93-8775-F162EA211175}"/>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CBB0410F-04DC-4A77-B195-CF6AAE7919E6}"/>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D1AD92E-7F5E-468B-BFC3-CA8992A91C56}"/>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E4657771-C082-465A-8E35-BF5BD660C12D}"/>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F34A0349-BD15-45D9-A21C-ED25C816D2C2}"/>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7A29BDEF-8874-41D7-9B53-88C529141595}"/>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9EDEAB41-D2A0-43AF-AB5F-6A7D14F7BDFA}"/>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CE11E47A-5EB5-41A9-82C1-C5FF76613CC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2D30820-058C-4967-A8C5-94D8CBFD498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9BAA43E3-74DA-465B-87F9-E3E76083102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EA6450D-B4C8-471B-8CB9-C53728884A9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DBCFDF6B-F6D7-43BA-8DCA-1A89765707A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31B7D5A-DCA9-43D5-9B28-A59AAB53B00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B456B818-8B48-410B-AA70-C59B698CE3E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23A78D4-90F1-46C5-A248-2A482F685BE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5BD504EC-3F2B-44E0-9CDF-7B40EE7538A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7F5A22C-004C-47E3-BEB1-584A9B4C184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BF437D9F-1187-4B51-8FB1-5B990FF0AB0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3C18BCF-48D7-44B2-82B8-92C35808AE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4846183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C05F8A3-C7BB-4051-A30A-C3E68939C41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3601910C-13A2-42CA-9B7B-421456E9BD2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35DB05A4-E11C-4B29-9C8A-9D4B9E01518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F3B2B7-E289-4F15-B8D2-4DE26B9CB5B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180211E7-B825-40DF-85ED-CC934DC4C72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610497-9093-4218-B924-793C85C2FB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1662E31-768F-41CC-B128-4DD4C62AA61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900B7B-2502-4D50-9916-CDE4A593561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FFBCE29-E233-4675-9DAC-21963F9C9BE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1664A9B-7BC4-4F22-9431-897B4B0960F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CC59BE-1953-4788-9E44-2A3B2F4EEBB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2A8783-1485-4EC7-828F-5A09F28889E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95E5E45-7D0C-4763-9252-F7E5B451466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F4605B8-472E-4C2A-B0BA-35CA3DBF9A9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82121A7-2D58-4526-8818-EDD7B9C998C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265B918F-75E2-43E2-B2EF-E909AFA09BDB}"/>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475756E8-849A-4F8E-9296-48A70D212B79}"/>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5074F6C9-9561-488C-A490-7547553A8F87}"/>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9D226814-C0A8-490B-A1E1-A83400D0F2F2}"/>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6DC919F-BC12-4C44-B555-01CEF7CA7907}"/>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576F5A25-E528-4380-9CFC-0029CA05876E}"/>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563613CE-FC7A-4778-A9F7-BFC34E7BB2B3}"/>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71A02C7-F487-429D-A4BA-F1076D8A81A6}"/>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1231EBB4-FC3A-4566-AA8B-694E72DDD637}"/>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548C4DF1-5EF3-450E-A090-FD8C49EF3BEA}"/>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089593B-A636-4888-A5FA-66132274451D}"/>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7F1D8EC3-8E7A-492E-B53B-A5D26BF7F5E1}"/>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34A3A8D-9315-4C27-A523-78F93553C248}"/>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0C792E8-B02A-49E8-9A73-44EA4E573DE0}"/>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21205726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948FEE1-5E7D-4ED4-98BF-ED49EB13BA7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2562DBE8-2620-4269-8149-446F37E3847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BE225F76-AF16-4F6D-9FCB-03AB34119A9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87F3EA-B71F-4FD1-A71B-A3C7C23CB3C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83505115-B733-4D0B-A844-EC598B5ABCF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0D34654-1057-4A77-8AFB-9D88AF9E2C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9AA886D-F8C0-4AFA-BB8A-9FEA0D8636F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5259BBC-1EAD-4511-A55B-AE6F1CD297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0834CF6-A705-43BA-81E6-B339A9AF0F8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84296F-272D-43B6-A46C-A3D00D063E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549D3E-C7EF-4211-9615-D6B79DCF43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2AAC2B-6E1E-488E-A1D2-30A9B6A1B1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C0F2A0C-7D22-40BC-A0A5-E60387EC33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9883881-AC4D-428A-A7BD-61113DA35BB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BF901EB-6FC5-4EF1-AD1F-922B51114A6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A51F1441-F0C0-42B4-8AA7-752B9E43FD14}"/>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68F2206C-B150-4043-A232-EACC2074C900}"/>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A5CD1952-8FF8-4C48-952B-0F9B8E9FEA51}"/>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833E359-A59B-4CA8-980A-DAB60C6ADF01}"/>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D16F0168-9C00-4437-AC79-412980687BF1}"/>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87161C44-3FD6-45D8-B1B5-C2CDE6B4E384}"/>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C69509-D767-4C2D-8270-D0A8D36FAC1E}"/>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E33FCBE3-E5C1-4091-945F-54B2ADD5B9F9}"/>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D49356DA-CF43-4ABC-A701-2E8691B580CF}"/>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E5B50FF-690E-4779-A96A-F6660D8E6FBF}"/>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90659179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6590D32-124E-4A34-9D69-16D16DAA8C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BF14F228-59D3-4EEE-8AC4-70C4F2DEAB0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C69FAD8A-648C-4EE6-947D-D65E318D00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F01F1C-1064-4419-835E-8C5EDD83DDA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3EC4BAF8-CDE5-465F-A801-195B49D2162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0BA371-E0B1-4DC5-88E8-019F5EE3A62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9FCA4EA-1B3B-453F-9EA1-4312AB55D9C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40F7A7-FB47-442D-955A-79D9D7AE3B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8CFEF4A-7883-4E0E-9143-96D1C30D0F4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E26595-19D1-49F7-AA68-EEEDEA3CAA0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6A21CC1-55CE-46CE-B0E3-7C4BC4ACEE7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508F259-7F70-4918-B15A-020D83D4EE2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46C15B-12E7-49B8-8CD0-ED1D4A0B11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BDE7A8E-AA35-4309-9A97-F9211C555E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E382A1D-7BFE-49EA-8084-70A0F209FFC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8E8705D2-84C3-4725-B9EF-55EFC186C816}"/>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12A07D89-6A8F-4A45-B156-62BDA0DA9A15}"/>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C4059EC6-C08F-4D19-8854-4A66B4DE25E2}"/>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5621DC8-046F-40E3-B63E-C0A81B917ADA}"/>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92987A7B-1AAA-4163-BE22-717AB8963941}"/>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9D2FE7F2-1A98-490A-9F5E-DE704F83F8F5}"/>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63B62C7-B0BE-4BBB-BC98-180720B01CF3}"/>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29342344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6387667-3826-41C3-B7A3-4B4CD44E60D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6D091EA3-AD2D-4C2F-89DA-603CDFE531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5677149F-20B5-4BEF-BC38-E576B36E4C2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5A32E1-7A25-44E9-945E-01DF8E7C003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AE257B89-29BA-43D8-A38D-324A42A85FE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3533AC1-37B3-4234-8A94-216341B9114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7768EE-5F15-49E4-AC79-5FED68B2D38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FA46955-16CB-4EC5-BF26-82A407926E1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133599E-6C1D-4F58-8F0E-6A382C3D87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CE83F65-3A72-4EAE-A689-506268D53C1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96DD766-B729-4203-A0F0-99A037BD2A8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B90729C-93E2-4E58-9A50-EF6F513D889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B0CBF88-6006-420C-9B7C-1F260F80A25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3510504-C5DB-489E-86BC-85FB8AE6A09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85990C1-0C00-43A8-B259-76D3DE34E351}"/>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1305C023-FE4B-4DC8-A259-3198F6ACC037}"/>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FE8FCA8B-9890-49E9-AB8C-1744DC75481E}"/>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F75C8C86-70F8-488B-84E1-E31F4250C441}"/>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292FFA4-9E50-41E8-B926-303944B037C1}"/>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0C724621-0D40-448D-AD25-86805E6DF03E}"/>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4542710E-3085-4F41-856D-FD16A7624388}"/>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DB2B7ED4-9DAD-4757-AEC3-C21D7CAC7085}"/>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4E6BA0D-88F0-41D1-B30C-AB03B6FCAF2D}"/>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18AF397B-79E3-4DE2-AB02-D65C8CD684E1}"/>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D85AD610-1F98-413A-83C5-E59798BD5D0D}"/>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B74CC234-DFD7-40CB-B934-1C63D2F4DB36}"/>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D2F7862-EF10-4309-8485-17B6A4BBCEA3}"/>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1B90D786-3242-4D6E-9450-98BD6381012D}"/>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1BA7F573-3E05-4106-BFD6-B36F76B7CF2D}"/>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6B49A5E7-EB98-445A-9FCC-B5BD47E830DA}"/>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560EC50-5535-4070-AEB7-FA9297E7F3AB}"/>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F453091-AEC9-416E-9A6D-CB9F3DDDEF6E}"/>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96785924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12AEA0E-F05C-4397-961F-B1A23F6F40B4}"/>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4A2A24C6-C68F-4D28-94A4-796FB2103AFA}"/>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7925DEDC-8847-47C5-B355-69EF7B5737CB}"/>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ABAA170-3297-4A0F-BCDF-D80980C227CE}"/>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41A59CF0-DD67-43E6-9737-E2C52F55EE5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A1406EC-4BFF-4C0D-9235-C91A56BA138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7698907-E0EA-4D01-8EF9-93C01338017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DF7FB6-60AD-4049-95EC-263E9A2767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C5A2AB1-A46D-4C54-A5B5-F3FA44E1742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0308F79-9F6A-44FE-BE2F-2B4E5291138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815FA33-F9E8-481A-913F-6830B432F33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E45579E-C84A-44FA-A84B-CFD118FB20F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DD9587F-7A0B-42D9-B454-3AE7181B307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FB8150-08DD-417D-B8F0-C3426FE5847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8873618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913A2F4C-3E80-4391-AE0A-115AE516777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02400DBD-83E3-4B51-B5A4-31D9069A0BE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6CB62596-EE2B-40C8-972B-7B75E4D2C55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4696DC2-6568-421C-AB33-171E5BCD5EF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D8757CC9-3FB2-4C03-8C2D-12A20FB61A1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9632C4B-4A9B-4280-8C09-E9E0AF4B0BF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364D6B5-5D23-464D-8614-0613A68E9AF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66D3DF7-25E8-46B6-82D1-8D26C9B4BE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97279CC-D2C8-4D06-AB3F-C770E211A9B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EBA11E3-598D-4892-BD03-D0B3C10999F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3CAC37E-587B-413B-A784-14CE8EED3A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516FA4-1CF3-4996-A584-30C7E6F35A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1A2DD48-9231-4510-B0BA-420FF427E50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6800F0-5DEB-4F00-B790-1054BA5AC52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C5DCE5F-BAAA-4905-B450-5014C5901A9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06D28DB0-E57D-47E8-9B4E-3F78EAE2A94D}"/>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4AC9DE5B-D461-46A9-8E09-EA322523A01B}"/>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B1361E2E-0109-4F7A-BC11-054F17F0AEF7}"/>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D3231F62-AE9A-409C-BB96-AFEFCFB4FBF7}"/>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DA393D86-F770-411E-A668-462687C9DED8}"/>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B8952D96-C868-4D19-AB99-07C6256E3FB0}"/>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8A0F48C8-0C55-4B28-9ABC-C62213E890FE}"/>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C060A80-2F68-431B-9E07-6EC8EAE8C213}"/>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A7A66210-3D92-4F8A-9F4B-7B803A5FDF4E}"/>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63845536-91D9-4E8B-8898-6BA3A533060F}"/>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7CC55A28-8308-46A0-BFCC-1C2B6D69E74E}"/>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7D20951-CE46-44DC-A388-FFA43EBEFEF9}"/>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C995D540-66E3-43BD-981B-E0BB981CF84D}"/>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054C2006-58F2-4893-B382-419244CF2B3D}"/>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C9E46AC5-E291-4D3D-9765-DB63C38A981B}"/>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00B3618-B484-499D-A7FA-108837B71DFE}"/>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3B8B323E-9F53-41E3-96A7-2D324C873786}"/>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8574739A-C9A5-4F1B-8ABE-16B9BE62C576}"/>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BC72B5EB-ED41-430D-8367-DA7A80FB8858}"/>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5411775-B52B-44D8-AC08-C1AFAAB104D3}"/>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99828C34-1F02-46B7-8E6D-C7707A0FEEA5}"/>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9BA41FE2-29B9-4D12-9398-091A29C535A3}"/>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24C149C5-CDAB-473C-AF85-001D97E1E42F}"/>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3EFC510A-BE9E-442E-A043-92C267BCD96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92F91EE-DE40-4E3F-9E22-27D2D92E67C6}"/>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79252538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F94DD2D4-F930-4461-85AF-2BD8A695420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AE58EB17-EB26-4CA6-B136-FB1885F46B7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A75D84BF-CAEA-46CD-AD7C-2ECEDE70408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8E293A-4562-4872-9A01-3492765ACB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BF39809E-CCC0-499E-90A9-EFF8C6B6742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4A83702-6CFD-4CF8-9C09-21C01F7AC0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94F9C90-2695-431D-9E85-B59D8F82C7D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FE467D-627E-485D-B7CF-62A93259CB2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AE07EAA-E450-4D6C-8C97-8EB472D2C83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76BB71-C4B2-4531-87AB-78829ED987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37CB455-7558-4259-BF2D-914190B9817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296B46-6786-4D88-A390-6C0D0CC627A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D836BE7-2B1C-4FD0-B0F3-9D3E2A40669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A4589DB-0C1C-4EF9-B25D-039B67539B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1E03884-AAF4-4F56-8BD5-777A8E98576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A0DE6779-3DAC-4107-A1CE-BBC512042265}"/>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C210F703-3C6D-492D-830B-A4DBE666EE9F}"/>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7BD7894A-B858-422F-BBB3-83C2A48BB8AB}"/>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F7A8BB2D-6CBA-469E-93FE-7DC7A3CE5D28}"/>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DC4EE499-3020-4ED2-A497-03CC829E3FE6}"/>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31445AD-E9C8-4072-BE44-F5EDDC137B2E}"/>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C5D9C59-59B7-4F3B-A399-5C7C7E97F212}"/>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940F74A-1EEB-4256-934F-D9088A1EAB55}"/>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3AF243A-D208-4A31-ABA9-683D931AF0C9}"/>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06F0B12-C62F-4BC8-9B98-78A4C44EA77A}"/>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DDAA3B0-499A-4FA1-9586-B07E78E5CBE2}"/>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28C2313B-1EDD-4164-8764-D51F87BC93D3}"/>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311D8E91-AAAE-4B21-BC4B-83EA0855C43E}"/>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9B41FEC5-2053-4F9A-BD31-910C493EBC14}"/>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A69D072B-08EF-4F11-9431-A817C60CB967}"/>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B936E004-3378-4DCE-9432-78EE342A8EAA}"/>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96BFC4BF-CCCC-4BBD-AAF3-842A7B307A51}"/>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0E0DD0F-82E7-4A4A-A95A-8C3AD2FA2CBA}"/>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F1697ABC-EBF2-43B7-8E2C-07CECA96662D}"/>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55136124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3EF1813-1872-4603-82CD-77C0E238F8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D8023075-45F6-4D57-B74D-7273B00B73E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6C811319-2EAF-4DE4-9F43-BD7D573323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E3BBA7D-C3B7-45EF-BE43-4CA5FD75F3B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13CF4A49-EBFD-4C2F-AEB3-6C355BA9DC9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37A3F69-599F-459E-8919-3CB959B271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B3F9D0A-D09E-46A7-AB93-82798FF22B5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B1CB815-E0D3-49D2-93CF-78A95410761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DED96B-5B8F-4DEA-A9B0-C1BBC51510F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C9D9984-10BE-4C98-A172-226A8899399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ACF5788-7138-4E8A-918D-8DEF9E78E24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3D4F5FE-1ABB-46A5-83BD-EDA1E74FA6C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982A259-B626-490E-B01A-FA2D7B6C050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B582992-8B92-4BAC-A5C7-2251B1A1D9D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FCAF25C-8DAE-49F1-B624-EDD757EC3DF3}"/>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C997ACC4-CD95-4BA8-BED6-3978EFEBB2A8}"/>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4D6B53E6-9593-4BE3-ABC8-6EC3D606F04E}"/>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C2F979F-7F72-42E2-BEB9-12D6DE3D2A10}"/>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87C4F123-6661-4053-A5CC-4DB6040E54D6}"/>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3AC44B53-C739-41E1-AE97-7AC5A7CDD17F}"/>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773C622-4610-42AE-857B-77C17CC29930}"/>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F04E9578-3956-4201-9DDF-7325464B95AF}"/>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5F6F04BA-F97B-4913-B0A9-D51A16164822}"/>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E575741-48A2-497C-9D51-B2FC57704958}"/>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60BF3060-6123-44B1-8F86-3360F1DA39B2}"/>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222E3EB0-AB18-4F72-B4DE-4529488094A7}"/>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0BDE042-F701-4866-9E7C-B67FC04BAC1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B07E876-5960-4EA6-A17F-DF434C6B24F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194098853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5BDD10B-6FA3-46EB-8503-C3096868F7E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0EF64FF2-87C4-491C-98CE-69BDF0A89D05}"/>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Try participant history, then check label balance</a:t>
            </a:r>
          </a:p>
        </p:txBody>
      </p:sp>
      <p:sp>
        <p:nvSpPr>
          <p:cNvPr id="3" name="">
            <a:extLst xmlns:a="http://schemas.openxmlformats.org/drawingml/2006/main">
              <a:ext uri="{FF2B5EF4-FFF2-40B4-BE49-F238E27FC236}">
                <a16:creationId xmlns:a16="http://schemas.microsoft.com/office/drawing/2014/main" id="{D63DDE36-2293-4DAB-B4A4-817DA8786A2B}"/>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6BAF930-3E79-4173-8F5F-2F045952F65A}"/>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8BE09870-231F-4380-B5EB-E38FDE9DFEB3}"/>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40D93B95-57F5-40AC-9B95-5557CE23ED89}"/>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C9733452-345B-414B-9CD7-611695EA4A31}"/>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6: An unbalanced history can bias the probability estimate</a:t>
            </a:r>
          </a:p>
        </p:txBody>
      </p:sp>
      <p:sp>
        <p:nvSpPr>
          <p:cNvPr id="8" name="">
            <a:extLst xmlns:a="http://schemas.openxmlformats.org/drawingml/2006/main">
              <a:ext uri="{FF2B5EF4-FFF2-40B4-BE49-F238E27FC236}">
                <a16:creationId xmlns:a16="http://schemas.microsoft.com/office/drawing/2014/main" id="{AD4AC884-9D62-4FBE-81B9-AE484DAF5D1F}"/>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3ECAEA6-CA01-4770-9E6A-D98B268CCA65}"/>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ED2D67FB-6023-43B5-923F-A990FDC47E04}"/>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82A5CE8D-6853-4A60-B0E3-32B01EA708B4}"/>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all 40 future choices</a:t>
            </a:r>
          </a:p>
        </p:txBody>
      </p:sp>
      <p:sp>
        <p:nvSpPr>
          <p:cNvPr id="12" name="">
            <a:extLst xmlns:a="http://schemas.openxmlformats.org/drawingml/2006/main">
              <a:ext uri="{FF2B5EF4-FFF2-40B4-BE49-F238E27FC236}">
                <a16:creationId xmlns:a16="http://schemas.microsoft.com/office/drawing/2014/main" id="{2F0B92EA-C95E-4EAF-B718-019112EC340C}"/>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8DA0B368-B150-4D24-AF62-DE1B2C31188B}"/>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6A/2B with 4A/4B history</a:t>
            </a:r>
          </a:p>
        </p:txBody>
      </p:sp>
      <p:sp>
        <p:nvSpPr>
          <p:cNvPr id="14" name="">
            <a:extLst xmlns:a="http://schemas.openxmlformats.org/drawingml/2006/main">
              <a:ext uri="{FF2B5EF4-FFF2-40B4-BE49-F238E27FC236}">
                <a16:creationId xmlns:a16="http://schemas.microsoft.com/office/drawing/2014/main" id="{42CFF868-2FE1-4B12-A7B8-98DA4333A49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AA1F5640-76B8-4414-B403-32C1B0C4665D}"/>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Score the same model with log loss</a:t>
            </a:r>
          </a:p>
        </p:txBody>
      </p:sp>
      <p:sp>
        <p:nvSpPr>
          <p:cNvPr id="16" name="">
            <a:extLst xmlns:a="http://schemas.openxmlformats.org/drawingml/2006/main">
              <a:ext uri="{FF2B5EF4-FFF2-40B4-BE49-F238E27FC236}">
                <a16:creationId xmlns:a16="http://schemas.microsoft.com/office/drawing/2014/main" id="{EF14FA3D-8CD2-4893-9171-F888D3618C1C}"/>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7" name="">
            <a:extLst xmlns:a="http://schemas.openxmlformats.org/drawingml/2006/main">
              <a:ext uri="{FF2B5EF4-FFF2-40B4-BE49-F238E27FC236}">
                <a16:creationId xmlns:a16="http://schemas.microsoft.com/office/drawing/2014/main" id="{CF56512E-8A84-4858-A9FC-C2AD014A7DFA}"/>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balancing repairs the probability shift</a:t>
            </a:r>
          </a:p>
        </p:txBody>
      </p:sp>
      <p:sp>
        <p:nvSpPr>
          <p:cNvPr id="18" name="">
            <a:extLst xmlns:a="http://schemas.openxmlformats.org/drawingml/2006/main">
              <a:ext uri="{FF2B5EF4-FFF2-40B4-BE49-F238E27FC236}">
                <a16:creationId xmlns:a16="http://schemas.microsoft.com/office/drawing/2014/main" id="{3039ABEB-C962-4EC0-896D-B2B204D1493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0AC00FC-D5A5-4D43-844D-AFBB0F03CDF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Unbalanced history can bias the model toward one label</a:t>
            </a:r>
          </a:p>
        </p:txBody>
      </p:sp>
      <p:sp>
        <p:nvSpPr>
          <p:cNvPr id="20" name="">
            <a:extLst xmlns:a="http://schemas.openxmlformats.org/drawingml/2006/main">
              <a:ext uri="{FF2B5EF4-FFF2-40B4-BE49-F238E27FC236}">
                <a16:creationId xmlns:a16="http://schemas.microsoft.com/office/drawing/2014/main" id="{3AB483B0-3D2E-4FF2-883F-C9E451A0321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6B3CDC6-7800-4A7F-8494-5E5980B86E6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2" name="">
            <a:extLst xmlns:a="http://schemas.openxmlformats.org/drawingml/2006/main">
              <a:ext uri="{FF2B5EF4-FFF2-40B4-BE49-F238E27FC236}">
                <a16:creationId xmlns:a16="http://schemas.microsoft.com/office/drawing/2014/main" id="{0D9FE447-E654-40D0-8245-8B29342D5FF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C3C5CD1-4E9D-44A6-9454-9DD0E923CB7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4" name="">
            <a:extLst xmlns:a="http://schemas.openxmlformats.org/drawingml/2006/main">
              <a:ext uri="{FF2B5EF4-FFF2-40B4-BE49-F238E27FC236}">
                <a16:creationId xmlns:a16="http://schemas.microsoft.com/office/drawing/2014/main" id="{B56A2F46-EC47-447C-9DBE-F511D28783D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DD215E3-77AA-4BCF-A11B-7C099A67F7C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6" name="">
            <a:extLst xmlns:a="http://schemas.openxmlformats.org/drawingml/2006/main">
              <a:ext uri="{FF2B5EF4-FFF2-40B4-BE49-F238E27FC236}">
                <a16:creationId xmlns:a16="http://schemas.microsoft.com/office/drawing/2014/main" id="{AE25DFC9-27A9-4F16-A861-D1DC54E7D08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7A15314-11C6-40BE-9ECB-2E7546936F4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28" name="">
            <a:extLst xmlns:a="http://schemas.openxmlformats.org/drawingml/2006/main">
              <a:ext uri="{FF2B5EF4-FFF2-40B4-BE49-F238E27FC236}">
                <a16:creationId xmlns:a16="http://schemas.microsoft.com/office/drawing/2014/main" id="{FF48F865-9536-472E-9422-14DFD6F7F6E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43BB9C0-B37B-4B9D-9BD6-3E81AA0A894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938435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CF59229-0521-4319-A5A1-296CD683CA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Unbalanced history can bias the model toward one label</a:t>
            </a:r>
          </a:p>
        </p:txBody>
      </p:sp>
      <p:sp>
        <p:nvSpPr>
          <p:cNvPr id="2" name="">
            <a:extLst xmlns:a="http://schemas.openxmlformats.org/drawingml/2006/main">
              <a:ext uri="{FF2B5EF4-FFF2-40B4-BE49-F238E27FC236}">
                <a16:creationId xmlns:a16="http://schemas.microsoft.com/office/drawing/2014/main" id="{F8FD1798-A9EE-4767-986A-DC18F7C5C3F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3CDB3094-D14D-427D-B54D-82E8646BBF2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06EC831-839A-44BE-8BB6-034D11F8CF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A1C2BD2D-17DE-4CDA-A971-D2814110FDF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AECCEB-7AE9-4461-8604-41A4565E4A0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E983E23-F856-4EC2-88D7-EAF915DFA2F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3D4B56C-2C7D-4C5C-B980-E1AB0C5A46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69C7D55-C68A-42AE-AE78-CBB06CA6AB1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9D89E5-5B58-4605-A40C-00041E5B4B9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320FC03-BDC9-462B-A9F9-0674A587D5D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63E8F33-6904-4ADE-B435-DEF8795F5D4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C6A39C0-1B04-44C4-9C06-F29648A429E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7D8DAAB-7FCB-4114-87A0-49E511BF6D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6E0BBEA-60EE-4BF9-AF82-992CEFD0A4F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DeepSeek V4 Pro / P025 and P026 / trials 21-40</a:t>
            </a:r>
          </a:p>
        </p:txBody>
      </p:sp>
      <p:sp>
        <p:nvSpPr>
          <p:cNvPr id="16" name="">
            <a:extLst xmlns:a="http://schemas.openxmlformats.org/drawingml/2006/main">
              <a:ext uri="{FF2B5EF4-FFF2-40B4-BE49-F238E27FC236}">
                <a16:creationId xmlns:a16="http://schemas.microsoft.com/office/drawing/2014/main" id="{7191AED6-AEDA-495D-BB8B-E7EF62D418F1}"/>
              </a:ext>
            </a:extLst>
          </p:cNvPr>
          <p:cNvSpPr>
            <a:spLocks xmlns:a="http://schemas.openxmlformats.org/drawingml/2006/main" noGrp="1"/>
          </p:cNvSpPr>
          <p:nvPr/>
        </p:nvSpPr>
        <p:spPr>
          <a:xfrm xmlns:a="http://schemas.openxmlformats.org/drawingml/2006/main">
            <a:off x="800100" y="20002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Held-out targets</a:t>
            </a:r>
          </a:p>
        </p:txBody>
      </p:sp>
      <p:sp>
        <p:nvSpPr>
          <p:cNvPr id="17" name="">
            <a:extLst xmlns:a="http://schemas.openxmlformats.org/drawingml/2006/main">
              <a:ext uri="{FF2B5EF4-FFF2-40B4-BE49-F238E27FC236}">
                <a16:creationId xmlns:a16="http://schemas.microsoft.com/office/drawing/2014/main" id="{6B50122C-75A6-4BE3-A596-C404061CCAD9}"/>
              </a:ext>
            </a:extLst>
          </p:cNvPr>
          <p:cNvSpPr>
            <a:spLocks xmlns:a="http://schemas.openxmlformats.org/drawingml/2006/main" noGrp="1"/>
          </p:cNvSpPr>
          <p:nvPr/>
        </p:nvSpPr>
        <p:spPr>
          <a:xfrm xmlns:a="http://schemas.openxmlformats.org/drawingml/2006/main">
            <a:off x="800100" y="2400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40 future choices</a:t>
            </a:r>
          </a:p>
        </p:txBody>
      </p:sp>
      <p:sp>
        <p:nvSpPr>
          <p:cNvPr id="18" name="">
            <a:extLst xmlns:a="http://schemas.openxmlformats.org/drawingml/2006/main">
              <a:ext uri="{FF2B5EF4-FFF2-40B4-BE49-F238E27FC236}">
                <a16:creationId xmlns:a16="http://schemas.microsoft.com/office/drawing/2014/main" id="{87155EA0-6490-4944-83C8-540CAF86579D}"/>
              </a:ext>
            </a:extLst>
          </p:cNvPr>
          <p:cNvSpPr>
            <a:spLocks xmlns:a="http://schemas.openxmlformats.org/drawingml/2006/main" noGrp="1"/>
          </p:cNvSpPr>
          <p:nvPr/>
        </p:nvSpPr>
        <p:spPr>
          <a:xfrm xmlns:a="http://schemas.openxmlformats.org/drawingml/2006/main">
            <a:off x="800100" y="28956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283643"/>
                </a:solidFill>
                <a:latin typeface="Arial"/>
                <a:ea typeface="Arial"/>
                <a:cs typeface="Arial"/>
              </a:defRPr>
            </a:pPr>
            <a:r>
              <a:rPr sz="1725" b="0" i="0">
                <a:solidFill>
                  <a:srgbClr val="283643"/>
                </a:solidFill>
                <a:latin typeface="Arial"/>
                <a:ea typeface="Arial"/>
                <a:cs typeface="Arial"/>
              </a:rPr>
              <a:t>19 A  /  21 B</a:t>
            </a:r>
          </a:p>
        </p:txBody>
      </p:sp>
      <p:sp>
        <p:nvSpPr>
          <p:cNvPr id="19" name="">
            <a:extLst xmlns:a="http://schemas.openxmlformats.org/drawingml/2006/main">
              <a:ext uri="{FF2B5EF4-FFF2-40B4-BE49-F238E27FC236}">
                <a16:creationId xmlns:a16="http://schemas.microsoft.com/office/drawing/2014/main" id="{C65C4B3F-B3AB-42DE-B0BC-B46809BD26C3}"/>
              </a:ext>
            </a:extLst>
          </p:cNvPr>
          <p:cNvSpPr>
            <a:spLocks xmlns:a="http://schemas.openxmlformats.org/drawingml/2006/main" noGrp="1"/>
          </p:cNvSpPr>
          <p:nvPr/>
        </p:nvSpPr>
        <p:spPr>
          <a:xfrm xmlns:a="http://schemas.openxmlformats.org/drawingml/2006/main">
            <a:off x="38862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DBEEA3A-0A23-4EE7-B1CC-3FECD759017E}"/>
              </a:ext>
            </a:extLst>
          </p:cNvPr>
          <p:cNvSpPr>
            <a:spLocks xmlns:a="http://schemas.openxmlformats.org/drawingml/2006/main" noGrp="1"/>
          </p:cNvSpPr>
          <p:nvPr/>
        </p:nvSpPr>
        <p:spPr>
          <a:xfrm xmlns:a="http://schemas.openxmlformats.org/drawingml/2006/main">
            <a:off x="4362450" y="20002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Unbalanced history</a:t>
            </a:r>
          </a:p>
        </p:txBody>
      </p:sp>
      <p:sp>
        <p:nvSpPr>
          <p:cNvPr id="21" name="">
            <a:extLst xmlns:a="http://schemas.openxmlformats.org/drawingml/2006/main">
              <a:ext uri="{FF2B5EF4-FFF2-40B4-BE49-F238E27FC236}">
                <a16:creationId xmlns:a16="http://schemas.microsoft.com/office/drawing/2014/main" id="{E73673B0-9F61-483D-A6B0-308D6B38C6A9}"/>
              </a:ext>
            </a:extLst>
          </p:cNvPr>
          <p:cNvSpPr>
            <a:spLocks xmlns:a="http://schemas.openxmlformats.org/drawingml/2006/main" noGrp="1"/>
          </p:cNvSpPr>
          <p:nvPr/>
        </p:nvSpPr>
        <p:spPr>
          <a:xfrm xmlns:a="http://schemas.openxmlformats.org/drawingml/2006/main">
            <a:off x="4362450" y="240030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6 A  /  2 B</a:t>
            </a:r>
          </a:p>
        </p:txBody>
      </p:sp>
      <p:sp>
        <p:nvSpPr>
          <p:cNvPr id="22" name="">
            <a:extLst xmlns:a="http://schemas.openxmlformats.org/drawingml/2006/main">
              <a:ext uri="{FF2B5EF4-FFF2-40B4-BE49-F238E27FC236}">
                <a16:creationId xmlns:a16="http://schemas.microsoft.com/office/drawing/2014/main" id="{C899BFCB-92D4-4C4B-80B3-AD87D4B8D4D4}"/>
              </a:ext>
            </a:extLst>
          </p:cNvPr>
          <p:cNvSpPr>
            <a:spLocks xmlns:a="http://schemas.openxmlformats.org/drawingml/2006/main" noGrp="1"/>
          </p:cNvSpPr>
          <p:nvPr/>
        </p:nvSpPr>
        <p:spPr>
          <a:xfrm xmlns:a="http://schemas.openxmlformats.org/drawingml/2006/main">
            <a:off x="4362450" y="297180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The context supplies an A-heavy prior.</a:t>
            </a:r>
          </a:p>
        </p:txBody>
      </p:sp>
      <p:sp>
        <p:nvSpPr>
          <p:cNvPr id="23" name="">
            <a:extLst xmlns:a="http://schemas.openxmlformats.org/drawingml/2006/main">
              <a:ext uri="{FF2B5EF4-FFF2-40B4-BE49-F238E27FC236}">
                <a16:creationId xmlns:a16="http://schemas.microsoft.com/office/drawing/2014/main" id="{9CFAF3D9-9CEA-4CA5-A9B8-92F45C92F2A6}"/>
              </a:ext>
            </a:extLst>
          </p:cNvPr>
          <p:cNvSpPr>
            <a:spLocks xmlns:a="http://schemas.openxmlformats.org/drawingml/2006/main" noGrp="1"/>
          </p:cNvSpPr>
          <p:nvPr/>
        </p:nvSpPr>
        <p:spPr>
          <a:xfrm xmlns:a="http://schemas.openxmlformats.org/drawingml/2006/main">
            <a:off x="77343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78523F4-4EAC-4C67-BA90-64CACF3E5886}"/>
              </a:ext>
            </a:extLst>
          </p:cNvPr>
          <p:cNvSpPr>
            <a:spLocks xmlns:a="http://schemas.openxmlformats.org/drawingml/2006/main" noGrp="1"/>
          </p:cNvSpPr>
          <p:nvPr/>
        </p:nvSpPr>
        <p:spPr>
          <a:xfrm xmlns:a="http://schemas.openxmlformats.org/drawingml/2006/main">
            <a:off x="8210550" y="20002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Balanced history</a:t>
            </a:r>
          </a:p>
        </p:txBody>
      </p:sp>
      <p:sp>
        <p:nvSpPr>
          <p:cNvPr id="25" name="">
            <a:extLst xmlns:a="http://schemas.openxmlformats.org/drawingml/2006/main">
              <a:ext uri="{FF2B5EF4-FFF2-40B4-BE49-F238E27FC236}">
                <a16:creationId xmlns:a16="http://schemas.microsoft.com/office/drawing/2014/main" id="{0BAE463C-93D0-43A7-895D-AD68AE3180E5}"/>
              </a:ext>
            </a:extLst>
          </p:cNvPr>
          <p:cNvSpPr>
            <a:spLocks xmlns:a="http://schemas.openxmlformats.org/drawingml/2006/main" noGrp="1"/>
          </p:cNvSpPr>
          <p:nvPr/>
        </p:nvSpPr>
        <p:spPr>
          <a:xfrm xmlns:a="http://schemas.openxmlformats.org/drawingml/2006/main">
            <a:off x="8210550" y="240030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 A  /  4 B</a:t>
            </a:r>
          </a:p>
        </p:txBody>
      </p:sp>
      <p:sp>
        <p:nvSpPr>
          <p:cNvPr id="26" name="">
            <a:extLst xmlns:a="http://schemas.openxmlformats.org/drawingml/2006/main">
              <a:ext uri="{FF2B5EF4-FFF2-40B4-BE49-F238E27FC236}">
                <a16:creationId xmlns:a16="http://schemas.microsoft.com/office/drawing/2014/main" id="{4937A826-8E23-46DC-90A4-1E761FB0233D}"/>
              </a:ext>
            </a:extLst>
          </p:cNvPr>
          <p:cNvSpPr>
            <a:spLocks xmlns:a="http://schemas.openxmlformats.org/drawingml/2006/main" noGrp="1"/>
          </p:cNvSpPr>
          <p:nvPr/>
        </p:nvSpPr>
        <p:spPr>
          <a:xfrm xmlns:a="http://schemas.openxmlformats.org/drawingml/2006/main">
            <a:off x="8210550" y="2971800"/>
            <a:ext cx="285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Now option content can carry more of the signal.</a:t>
            </a:r>
          </a:p>
        </p:txBody>
      </p:sp>
      <p:sp>
        <p:nvSpPr>
          <p:cNvPr id="27" name="">
            <a:extLst xmlns:a="http://schemas.openxmlformats.org/drawingml/2006/main">
              <a:ext uri="{FF2B5EF4-FFF2-40B4-BE49-F238E27FC236}">
                <a16:creationId xmlns:a16="http://schemas.microsoft.com/office/drawing/2014/main" id="{C9959BC6-E6DD-4F43-9763-EC16DE6C010A}"/>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4783C27-AFB4-4EC1-95C8-7EA6250B939E}"/>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Keep the model, target choices, history length, and score fixed; change the label balance.</a:t>
            </a:r>
          </a:p>
        </p:txBody>
      </p:sp>
    </p:spTree>
    <p:extLst>
      <p:ext uri="{BB962C8B-B14F-4D97-AF65-F5344CB8AC3E}">
        <p14:creationId xmlns:p14="http://schemas.microsoft.com/office/powerpoint/2010/main" val="35093806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DF912AA5-4A53-4612-BD7A-9CEFAC511FC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Balance reveals participant-specific learning curves</a:t>
            </a:r>
          </a:p>
        </p:txBody>
      </p:sp>
      <p:sp>
        <p:nvSpPr>
          <p:cNvPr id="2" name="">
            <a:extLst xmlns:a="http://schemas.openxmlformats.org/drawingml/2006/main">
              <a:ext uri="{FF2B5EF4-FFF2-40B4-BE49-F238E27FC236}">
                <a16:creationId xmlns:a16="http://schemas.microsoft.com/office/drawing/2014/main" id="{642DEBD4-6E42-4978-A73C-06F33D035D8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matched history curves</a:t>
            </a:r>
          </a:p>
        </p:txBody>
      </p:sp>
      <p:sp>
        <p:nvSpPr>
          <p:cNvPr id="3" name="">
            <a:extLst xmlns:a="http://schemas.openxmlformats.org/drawingml/2006/main">
              <a:ext uri="{FF2B5EF4-FFF2-40B4-BE49-F238E27FC236}">
                <a16:creationId xmlns:a16="http://schemas.microsoft.com/office/drawing/2014/main" id="{5F4988E5-2595-43E9-9315-171DB3DA8D2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63FA55D-BF5F-4422-99BA-CB551BAEB1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BAC3263F-B556-41C7-8BA6-73FF752D4F7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5400641-6644-4EB2-A88F-4A5288EF1AF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3E10613-886B-428D-95BA-ED6ECC2CEAF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AB35835-256C-4F79-8688-D536598473B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F24443E-1D64-4234-8000-D1F4984F019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BA855D-4923-4E41-97A6-F4D26FAA42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8E4D7C3-DFEB-4D66-9B98-5757360F3B5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9FADA09-BD27-49B0-A1E0-9D14FE93DE3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6C0677B-8DD1-48F0-90CC-461270DF79B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5C254C-EBE2-4003-8EE3-E68D9C0E39E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C3C6AC-A103-439F-AB02-039744D0060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20 future targets per participant / identical k=0 predictions</a:t>
            </a:r>
          </a:p>
        </p:txBody>
      </p:sp>
      <p:sp>
        <p:nvSpPr>
          <p:cNvPr id="16" name="">
            <a:extLst xmlns:a="http://schemas.openxmlformats.org/drawingml/2006/main">
              <a:ext uri="{FF2B5EF4-FFF2-40B4-BE49-F238E27FC236}">
                <a16:creationId xmlns:a16="http://schemas.microsoft.com/office/drawing/2014/main" id="{4DF1712F-8D8E-4CD4-A791-B5D866917367}"/>
              </a:ext>
            </a:extLst>
          </p:cNvPr>
          <p:cNvSpPr>
            <a:spLocks xmlns:a="http://schemas.openxmlformats.org/drawingml/2006/main" noGrp="1"/>
          </p:cNvSpPr>
          <p:nvPr/>
        </p:nvSpPr>
        <p:spPr>
          <a:xfrm xmlns:a="http://schemas.openxmlformats.org/drawingml/2006/main">
            <a:off x="685800" y="192405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Natural history order</a:t>
            </a:r>
          </a:p>
        </p:txBody>
      </p:sp>
      <p:sp>
        <p:nvSpPr>
          <p:cNvPr id="17" name="">
            <a:extLst xmlns:a="http://schemas.openxmlformats.org/drawingml/2006/main">
              <a:ext uri="{FF2B5EF4-FFF2-40B4-BE49-F238E27FC236}">
                <a16:creationId xmlns:a16="http://schemas.microsoft.com/office/drawing/2014/main" id="{BB05CC9E-98F1-42DF-8B12-EA6BAECFF0F2}"/>
              </a:ext>
            </a:extLst>
          </p:cNvPr>
          <p:cNvSpPr>
            <a:spLocks xmlns:a="http://schemas.openxmlformats.org/drawingml/2006/main" noGrp="1"/>
          </p:cNvSpPr>
          <p:nvPr/>
        </p:nvSpPr>
        <p:spPr>
          <a:xfrm xmlns:a="http://schemas.openxmlformats.org/drawingml/2006/main">
            <a:off x="685800" y="222885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Labels become increasingly A-heavy</a:t>
            </a:r>
          </a:p>
        </p:txBody>
      </p:sp>
      <p:sp>
        <p:nvSpPr>
          <p:cNvPr id="18" name="">
            <a:extLst xmlns:a="http://schemas.openxmlformats.org/drawingml/2006/main">
              <a:ext uri="{FF2B5EF4-FFF2-40B4-BE49-F238E27FC236}">
                <a16:creationId xmlns:a16="http://schemas.microsoft.com/office/drawing/2014/main" id="{4F736F5D-AFF8-4820-A5E5-351EC61B0EF1}"/>
              </a:ext>
            </a:extLst>
          </p:cNvPr>
          <p:cNvSpPr>
            <a:spLocks xmlns:a="http://schemas.openxmlformats.org/drawingml/2006/main" noGrp="1"/>
          </p:cNvSpPr>
          <p:nvPr/>
        </p:nvSpPr>
        <p:spPr>
          <a:xfrm xmlns:a="http://schemas.openxmlformats.org/drawingml/2006/main">
            <a:off x="6572250" y="192405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315F63"/>
                </a:solidFill>
                <a:latin typeface="Arial"/>
                <a:ea typeface="Arial"/>
                <a:cs typeface="Arial"/>
              </a:defRPr>
            </a:pPr>
            <a:r>
              <a:rPr sz="1725" b="1" i="0">
                <a:solidFill>
                  <a:srgbClr val="315F63"/>
                </a:solidFill>
                <a:latin typeface="Arial"/>
                <a:ea typeface="Arial"/>
                <a:cs typeface="Arial"/>
              </a:rPr>
              <a:t>A/B-balanced history</a:t>
            </a:r>
          </a:p>
        </p:txBody>
      </p:sp>
      <p:sp>
        <p:nvSpPr>
          <p:cNvPr id="19" name="">
            <a:extLst xmlns:a="http://schemas.openxmlformats.org/drawingml/2006/main">
              <a:ext uri="{FF2B5EF4-FFF2-40B4-BE49-F238E27FC236}">
                <a16:creationId xmlns:a16="http://schemas.microsoft.com/office/drawing/2014/main" id="{EA107438-B7B7-41A1-9FF9-D2399E37349C}"/>
              </a:ext>
            </a:extLst>
          </p:cNvPr>
          <p:cNvSpPr>
            <a:spLocks xmlns:a="http://schemas.openxmlformats.org/drawingml/2006/main" noGrp="1"/>
          </p:cNvSpPr>
          <p:nvPr/>
        </p:nvSpPr>
        <p:spPr>
          <a:xfrm xmlns:a="http://schemas.openxmlformats.org/drawingml/2006/main">
            <a:off x="6572250" y="222885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Equal A and B demonstrations at every k</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326294f860c94d8f"/>
          <a:stretch xmlns:a="http://schemas.openxmlformats.org/drawingml/2006/main"/>
        </p:blipFill>
        <p:spPr>
          <a:xfrm xmlns:a="http://schemas.openxmlformats.org/drawingml/2006/main">
            <a:off x="685800" y="2457450"/>
            <a:ext cx="4953000" cy="2743200"/>
          </a:xfrm>
          <a:prstGeom xmlns:a="http://schemas.openxmlformats.org/drawingml/2006/main" prst="rect">
            <a:avLst/>
          </a:prstGeom>
        </p:spPr>
      </p:pic>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6c271dfb25924541"/>
          <a:stretch xmlns:a="http://schemas.openxmlformats.org/drawingml/2006/main"/>
        </p:blipFill>
        <p:spPr>
          <a:xfrm xmlns:a="http://schemas.openxmlformats.org/drawingml/2006/main">
            <a:off x="6572250" y="2457450"/>
            <a:ext cx="4953000" cy="274320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ABAB4B95-6A96-47FF-9BCC-FB6553CA3A5F}"/>
              </a:ext>
            </a:extLst>
          </p:cNvPr>
          <p:cNvSpPr>
            <a:spLocks xmlns:a="http://schemas.openxmlformats.org/drawingml/2006/main" noGrp="1"/>
          </p:cNvSpPr>
          <p:nvPr/>
        </p:nvSpPr>
        <p:spPr>
          <a:xfrm xmlns:a="http://schemas.openxmlformats.org/drawingml/2006/main">
            <a:off x="1962150" y="52387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Earlier trials in context (k)</a:t>
            </a:r>
          </a:p>
        </p:txBody>
      </p:sp>
      <p:sp>
        <p:nvSpPr>
          <p:cNvPr id="23" name="">
            <a:extLst xmlns:a="http://schemas.openxmlformats.org/drawingml/2006/main">
              <a:ext uri="{FF2B5EF4-FFF2-40B4-BE49-F238E27FC236}">
                <a16:creationId xmlns:a16="http://schemas.microsoft.com/office/drawing/2014/main" id="{21EFE90B-3249-4093-BC0D-CAFAA69BE0C0}"/>
              </a:ext>
            </a:extLst>
          </p:cNvPr>
          <p:cNvSpPr>
            <a:spLocks xmlns:a="http://schemas.openxmlformats.org/drawingml/2006/main" noGrp="1"/>
          </p:cNvSpPr>
          <p:nvPr/>
        </p:nvSpPr>
        <p:spPr>
          <a:xfrm xmlns:a="http://schemas.openxmlformats.org/drawingml/2006/main">
            <a:off x="7848600" y="52387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Earlier trials in context (k)</a:t>
            </a:r>
          </a:p>
        </p:txBody>
      </p:sp>
      <p:sp>
        <p:nvSpPr>
          <p:cNvPr id="24" name="">
            <a:extLst xmlns:a="http://schemas.openxmlformats.org/drawingml/2006/main">
              <a:ext uri="{FF2B5EF4-FFF2-40B4-BE49-F238E27FC236}">
                <a16:creationId xmlns:a16="http://schemas.microsoft.com/office/drawing/2014/main" id="{78A3D91C-F205-4C5D-B3DD-D93FCFB5EEB5}"/>
              </a:ext>
            </a:extLst>
          </p:cNvPr>
          <p:cNvSpPr>
            <a:spLocks xmlns:a="http://schemas.openxmlformats.org/drawingml/2006/main" noGrp="1"/>
          </p:cNvSpPr>
          <p:nvPr/>
        </p:nvSpPr>
        <p:spPr>
          <a:xfrm xmlns:a="http://schemas.openxmlformats.org/drawingml/2006/main">
            <a:off x="8648700" y="200025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9B50CFD-D678-4308-B71F-553F783DB6F6}"/>
              </a:ext>
            </a:extLst>
          </p:cNvPr>
          <p:cNvSpPr>
            <a:spLocks xmlns:a="http://schemas.openxmlformats.org/drawingml/2006/main" noGrp="1"/>
          </p:cNvSpPr>
          <p:nvPr/>
        </p:nvSpPr>
        <p:spPr>
          <a:xfrm xmlns:a="http://schemas.openxmlformats.org/drawingml/2006/main">
            <a:off x="8991600" y="190500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P025</a:t>
            </a:r>
          </a:p>
        </p:txBody>
      </p:sp>
      <p:sp>
        <p:nvSpPr>
          <p:cNvPr id="26" name="">
            <a:extLst xmlns:a="http://schemas.openxmlformats.org/drawingml/2006/main">
              <a:ext uri="{FF2B5EF4-FFF2-40B4-BE49-F238E27FC236}">
                <a16:creationId xmlns:a16="http://schemas.microsoft.com/office/drawing/2014/main" id="{9EACB8CC-FE28-42BC-9A45-A2FA48EC0E74}"/>
              </a:ext>
            </a:extLst>
          </p:cNvPr>
          <p:cNvSpPr>
            <a:spLocks xmlns:a="http://schemas.openxmlformats.org/drawingml/2006/main" noGrp="1"/>
          </p:cNvSpPr>
          <p:nvPr/>
        </p:nvSpPr>
        <p:spPr>
          <a:xfrm xmlns:a="http://schemas.openxmlformats.org/drawingml/2006/main">
            <a:off x="9753600" y="2000250"/>
            <a:ext cx="266700" cy="2857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665CB75-3863-416B-AB2E-8A2EF46B7876}"/>
              </a:ext>
            </a:extLst>
          </p:cNvPr>
          <p:cNvSpPr>
            <a:spLocks xmlns:a="http://schemas.openxmlformats.org/drawingml/2006/main" noGrp="1"/>
          </p:cNvSpPr>
          <p:nvPr/>
        </p:nvSpPr>
        <p:spPr>
          <a:xfrm xmlns:a="http://schemas.openxmlformats.org/drawingml/2006/main">
            <a:off x="10096500" y="190500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7591F"/>
                </a:solidFill>
                <a:latin typeface="Arial"/>
                <a:ea typeface="Arial"/>
                <a:cs typeface="Arial"/>
              </a:defRPr>
            </a:pPr>
            <a:r>
              <a:rPr sz="1050" b="1" i="0">
                <a:solidFill>
                  <a:srgbClr val="87591F"/>
                </a:solidFill>
                <a:latin typeface="Arial"/>
                <a:ea typeface="Arial"/>
                <a:cs typeface="Arial"/>
              </a:rPr>
              <a:t>P026</a:t>
            </a:r>
          </a:p>
        </p:txBody>
      </p:sp>
      <p:sp>
        <p:nvSpPr>
          <p:cNvPr id="28" name="">
            <a:extLst xmlns:a="http://schemas.openxmlformats.org/drawingml/2006/main">
              <a:ext uri="{FF2B5EF4-FFF2-40B4-BE49-F238E27FC236}">
                <a16:creationId xmlns:a16="http://schemas.microsoft.com/office/drawing/2014/main" id="{A2854B56-271A-4334-8ED9-B27D1C005088}"/>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BDA0054-E405-4787-872E-E7BAE7811A03}"/>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Balance removes the label confound; the remaining gain is participant-specific and non-monotonic.</a:t>
            </a:r>
          </a:p>
        </p:txBody>
      </p:sp>
    </p:spTree>
    <p:extLst>
      <p:ext uri="{BB962C8B-B14F-4D97-AF65-F5344CB8AC3E}">
        <p14:creationId xmlns:p14="http://schemas.microsoft.com/office/powerpoint/2010/main" val="18932434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B52C1AA7-C20F-431A-836A-0C37D6C6701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the history restores probability quality</a:t>
            </a:r>
          </a:p>
        </p:txBody>
      </p:sp>
      <p:sp>
        <p:nvSpPr>
          <p:cNvPr id="2" name="">
            <a:extLst xmlns:a="http://schemas.openxmlformats.org/drawingml/2006/main">
              <a:ext uri="{FF2B5EF4-FFF2-40B4-BE49-F238E27FC236}">
                <a16:creationId xmlns:a16="http://schemas.microsoft.com/office/drawing/2014/main" id="{BFB31648-0926-45DF-AA2A-A3C697ED734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result</a:t>
            </a:r>
          </a:p>
        </p:txBody>
      </p:sp>
      <p:sp>
        <p:nvSpPr>
          <p:cNvPr id="3" name="">
            <a:extLst xmlns:a="http://schemas.openxmlformats.org/drawingml/2006/main">
              <a:ext uri="{FF2B5EF4-FFF2-40B4-BE49-F238E27FC236}">
                <a16:creationId xmlns:a16="http://schemas.microsoft.com/office/drawing/2014/main" id="{F9C19B25-002B-4253-BB19-4C82653C7F5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48C5DC-C7B6-482B-8BEC-E0A5DD29CDD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27E21179-7B5E-43B5-962E-CD3A08166E6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EDBC6A7-E95A-42D9-BB5A-01BF62E9D6B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61B485C-5C80-4B4D-9FD6-30C9A1482B4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60C1D9-CB12-4D15-8DD7-82FCDEFA45B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595A29-6C68-4A3A-B26A-5F1B5538D03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587A24-CAEE-40A5-A4B8-3129A60F2DE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E6D1D27-6F1D-4011-8EA9-67663184250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5C0785-AD45-44E3-B2F7-4F75286F22A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317ACB7-CB55-4162-8C95-1911A8D8FF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7EA119E-4362-431A-B6CC-B9663DAFCE9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C825B05-3B52-42A9-848D-81879F3075F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40 held-out choices / lower log loss is better</a:t>
            </a:r>
          </a:p>
        </p:txBody>
      </p:sp>
      <p:sp>
        <p:nvSpPr>
          <p:cNvPr id="16" name="">
            <a:extLst xmlns:a="http://schemas.openxmlformats.org/drawingml/2006/main">
              <a:ext uri="{FF2B5EF4-FFF2-40B4-BE49-F238E27FC236}">
                <a16:creationId xmlns:a16="http://schemas.microsoft.com/office/drawing/2014/main" id="{C4B22242-914B-4D2A-8998-7F7A22172D68}"/>
              </a:ext>
            </a:extLst>
          </p:cNvPr>
          <p:cNvSpPr>
            <a:spLocks xmlns:a="http://schemas.openxmlformats.org/drawingml/2006/main" noGrp="1"/>
          </p:cNvSpPr>
          <p:nvPr/>
        </p:nvSpPr>
        <p:spPr>
          <a:xfrm xmlns:a="http://schemas.openxmlformats.org/drawingml/2006/main">
            <a:off x="800100" y="1943100"/>
            <a:ext cx="457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Condition</a:t>
            </a:r>
          </a:p>
        </p:txBody>
      </p:sp>
      <p:sp>
        <p:nvSpPr>
          <p:cNvPr id="17" name="">
            <a:extLst xmlns:a="http://schemas.openxmlformats.org/drawingml/2006/main">
              <a:ext uri="{FF2B5EF4-FFF2-40B4-BE49-F238E27FC236}">
                <a16:creationId xmlns:a16="http://schemas.microsoft.com/office/drawing/2014/main" id="{E29E658D-AEBC-4C2D-AF31-C28FA37695ED}"/>
              </a:ext>
            </a:extLst>
          </p:cNvPr>
          <p:cNvSpPr>
            <a:spLocks xmlns:a="http://schemas.openxmlformats.org/drawingml/2006/main" noGrp="1"/>
          </p:cNvSpPr>
          <p:nvPr/>
        </p:nvSpPr>
        <p:spPr>
          <a:xfrm xmlns:a="http://schemas.openxmlformats.org/drawingml/2006/main">
            <a:off x="666750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Mean P(B)</a:t>
            </a:r>
          </a:p>
        </p:txBody>
      </p:sp>
      <p:sp>
        <p:nvSpPr>
          <p:cNvPr id="18" name="">
            <a:extLst xmlns:a="http://schemas.openxmlformats.org/drawingml/2006/main">
              <a:ext uri="{FF2B5EF4-FFF2-40B4-BE49-F238E27FC236}">
                <a16:creationId xmlns:a16="http://schemas.microsoft.com/office/drawing/2014/main" id="{CA310590-449C-4141-8EC7-4FFB56A3BB6C}"/>
              </a:ext>
            </a:extLst>
          </p:cNvPr>
          <p:cNvSpPr>
            <a:spLocks xmlns:a="http://schemas.openxmlformats.org/drawingml/2006/main" noGrp="1"/>
          </p:cNvSpPr>
          <p:nvPr/>
        </p:nvSpPr>
        <p:spPr>
          <a:xfrm xmlns:a="http://schemas.openxmlformats.org/drawingml/2006/main">
            <a:off x="908685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E4BBC304-21FE-4F01-BE7E-39DE0826721C}"/>
              </a:ext>
            </a:extLst>
          </p:cNvPr>
          <p:cNvSpPr>
            <a:spLocks xmlns:a="http://schemas.openxmlformats.org/drawingml/2006/main" noGrp="1"/>
          </p:cNvSpPr>
          <p:nvPr/>
        </p:nvSpPr>
        <p:spPr>
          <a:xfrm xmlns:a="http://schemas.openxmlformats.org/drawingml/2006/main">
            <a:off x="800100" y="24574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234E70"/>
                </a:solidFill>
                <a:latin typeface="Arial"/>
                <a:ea typeface="Arial"/>
                <a:cs typeface="Arial"/>
              </a:defRPr>
            </a:pPr>
            <a:r>
              <a:rPr sz="1725" b="0" i="0">
                <a:solidFill>
                  <a:srgbClr val="234E70"/>
                </a:solidFill>
                <a:latin typeface="Arial"/>
                <a:ea typeface="Arial"/>
                <a:cs typeface="Arial"/>
              </a:rPr>
              <a:t>Current trial only</a:t>
            </a:r>
          </a:p>
        </p:txBody>
      </p:sp>
      <p:sp>
        <p:nvSpPr>
          <p:cNvPr id="20" name="">
            <a:extLst xmlns:a="http://schemas.openxmlformats.org/drawingml/2006/main">
              <a:ext uri="{FF2B5EF4-FFF2-40B4-BE49-F238E27FC236}">
                <a16:creationId xmlns:a16="http://schemas.microsoft.com/office/drawing/2014/main" id="{9857E3DA-39C2-4AEA-80B6-E7B5383CC172}"/>
              </a:ext>
            </a:extLst>
          </p:cNvPr>
          <p:cNvSpPr>
            <a:spLocks xmlns:a="http://schemas.openxmlformats.org/drawingml/2006/main" noGrp="1"/>
          </p:cNvSpPr>
          <p:nvPr/>
        </p:nvSpPr>
        <p:spPr>
          <a:xfrm xmlns:a="http://schemas.openxmlformats.org/drawingml/2006/main">
            <a:off x="666750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0.499</a:t>
            </a:r>
          </a:p>
        </p:txBody>
      </p:sp>
      <p:sp>
        <p:nvSpPr>
          <p:cNvPr id="21" name="">
            <a:extLst xmlns:a="http://schemas.openxmlformats.org/drawingml/2006/main">
              <a:ext uri="{FF2B5EF4-FFF2-40B4-BE49-F238E27FC236}">
                <a16:creationId xmlns:a16="http://schemas.microsoft.com/office/drawing/2014/main" id="{78F06BF9-6328-4016-9177-A88054D448AC}"/>
              </a:ext>
            </a:extLst>
          </p:cNvPr>
          <p:cNvSpPr>
            <a:spLocks xmlns:a="http://schemas.openxmlformats.org/drawingml/2006/main" noGrp="1"/>
          </p:cNvSpPr>
          <p:nvPr/>
        </p:nvSpPr>
        <p:spPr>
          <a:xfrm xmlns:a="http://schemas.openxmlformats.org/drawingml/2006/main">
            <a:off x="908685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0.675</a:t>
            </a:r>
          </a:p>
        </p:txBody>
      </p:sp>
      <p:sp>
        <p:nvSpPr>
          <p:cNvPr id="22" name="">
            <a:extLst xmlns:a="http://schemas.openxmlformats.org/drawingml/2006/main">
              <a:ext uri="{FF2B5EF4-FFF2-40B4-BE49-F238E27FC236}">
                <a16:creationId xmlns:a16="http://schemas.microsoft.com/office/drawing/2014/main" id="{BAB53A6F-4A33-49C6-ADB6-0CBF89CFF53A}"/>
              </a:ext>
            </a:extLst>
          </p:cNvPr>
          <p:cNvSpPr>
            <a:spLocks xmlns:a="http://schemas.openxmlformats.org/drawingml/2006/main" noGrp="1"/>
          </p:cNvSpPr>
          <p:nvPr/>
        </p:nvSpPr>
        <p:spPr>
          <a:xfrm xmlns:a="http://schemas.openxmlformats.org/drawingml/2006/main">
            <a:off x="800100" y="30099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885CEAC-A23D-4EC7-83FC-CCF576E8D9FA}"/>
              </a:ext>
            </a:extLst>
          </p:cNvPr>
          <p:cNvSpPr>
            <a:spLocks xmlns:a="http://schemas.openxmlformats.org/drawingml/2006/main" noGrp="1"/>
          </p:cNvSpPr>
          <p:nvPr/>
        </p:nvSpPr>
        <p:spPr>
          <a:xfrm xmlns:a="http://schemas.openxmlformats.org/drawingml/2006/main">
            <a:off x="800100" y="323850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87591F"/>
                </a:solidFill>
                <a:latin typeface="Arial"/>
                <a:ea typeface="Arial"/>
                <a:cs typeface="Arial"/>
              </a:defRPr>
            </a:pPr>
            <a:r>
              <a:rPr sz="1725" b="0" i="0">
                <a:solidFill>
                  <a:srgbClr val="87591F"/>
                </a:solidFill>
                <a:latin typeface="Arial"/>
                <a:ea typeface="Arial"/>
                <a:cs typeface="Arial"/>
              </a:rPr>
              <a:t>Unbalanced history  /  6 A + 2 B</a:t>
            </a:r>
          </a:p>
        </p:txBody>
      </p:sp>
      <p:sp>
        <p:nvSpPr>
          <p:cNvPr id="24" name="">
            <a:extLst xmlns:a="http://schemas.openxmlformats.org/drawingml/2006/main">
              <a:ext uri="{FF2B5EF4-FFF2-40B4-BE49-F238E27FC236}">
                <a16:creationId xmlns:a16="http://schemas.microsoft.com/office/drawing/2014/main" id="{21461F9A-4FC3-4E5D-AB7F-82193E752F0E}"/>
              </a:ext>
            </a:extLst>
          </p:cNvPr>
          <p:cNvSpPr>
            <a:spLocks xmlns:a="http://schemas.openxmlformats.org/drawingml/2006/main" noGrp="1"/>
          </p:cNvSpPr>
          <p:nvPr/>
        </p:nvSpPr>
        <p:spPr>
          <a:xfrm xmlns:a="http://schemas.openxmlformats.org/drawingml/2006/main">
            <a:off x="666750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0.430</a:t>
            </a:r>
          </a:p>
        </p:txBody>
      </p:sp>
      <p:sp>
        <p:nvSpPr>
          <p:cNvPr id="25" name="">
            <a:extLst xmlns:a="http://schemas.openxmlformats.org/drawingml/2006/main">
              <a:ext uri="{FF2B5EF4-FFF2-40B4-BE49-F238E27FC236}">
                <a16:creationId xmlns:a16="http://schemas.microsoft.com/office/drawing/2014/main" id="{6278BDC8-DF97-41A2-8697-F318D78009E5}"/>
              </a:ext>
            </a:extLst>
          </p:cNvPr>
          <p:cNvSpPr>
            <a:spLocks xmlns:a="http://schemas.openxmlformats.org/drawingml/2006/main" noGrp="1"/>
          </p:cNvSpPr>
          <p:nvPr/>
        </p:nvSpPr>
        <p:spPr>
          <a:xfrm xmlns:a="http://schemas.openxmlformats.org/drawingml/2006/main">
            <a:off x="908685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0.715</a:t>
            </a:r>
          </a:p>
        </p:txBody>
      </p:sp>
      <p:sp>
        <p:nvSpPr>
          <p:cNvPr id="26" name="">
            <a:extLst xmlns:a="http://schemas.openxmlformats.org/drawingml/2006/main">
              <a:ext uri="{FF2B5EF4-FFF2-40B4-BE49-F238E27FC236}">
                <a16:creationId xmlns:a16="http://schemas.microsoft.com/office/drawing/2014/main" id="{D342C059-9CE7-4F95-A9AC-943E847A8EF8}"/>
              </a:ext>
            </a:extLst>
          </p:cNvPr>
          <p:cNvSpPr>
            <a:spLocks xmlns:a="http://schemas.openxmlformats.org/drawingml/2006/main" noGrp="1"/>
          </p:cNvSpPr>
          <p:nvPr/>
        </p:nvSpPr>
        <p:spPr>
          <a:xfrm xmlns:a="http://schemas.openxmlformats.org/drawingml/2006/main">
            <a:off x="800100" y="379095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624BA5F-9744-4406-8C5C-EB249B72E92A}"/>
              </a:ext>
            </a:extLst>
          </p:cNvPr>
          <p:cNvSpPr>
            <a:spLocks xmlns:a="http://schemas.openxmlformats.org/drawingml/2006/main" noGrp="1"/>
          </p:cNvSpPr>
          <p:nvPr/>
        </p:nvSpPr>
        <p:spPr>
          <a:xfrm xmlns:a="http://schemas.openxmlformats.org/drawingml/2006/main">
            <a:off x="800100" y="40195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1" i="0">
                <a:solidFill>
                  <a:srgbClr val="315F63"/>
                </a:solidFill>
                <a:latin typeface="Arial"/>
                <a:ea typeface="Arial"/>
                <a:cs typeface="Arial"/>
              </a:defRPr>
            </a:pPr>
            <a:r>
              <a:rPr sz="1725" b="1" i="0">
                <a:solidFill>
                  <a:srgbClr val="315F63"/>
                </a:solidFill>
                <a:latin typeface="Arial"/>
                <a:ea typeface="Arial"/>
                <a:cs typeface="Arial"/>
              </a:rPr>
              <a:t>Balanced history  /  4 A + 4 B</a:t>
            </a:r>
          </a:p>
        </p:txBody>
      </p:sp>
      <p:sp>
        <p:nvSpPr>
          <p:cNvPr id="28" name="">
            <a:extLst xmlns:a="http://schemas.openxmlformats.org/drawingml/2006/main">
              <a:ext uri="{FF2B5EF4-FFF2-40B4-BE49-F238E27FC236}">
                <a16:creationId xmlns:a16="http://schemas.microsoft.com/office/drawing/2014/main" id="{FCA6B714-3FAD-40B8-822F-FA970E73FD94}"/>
              </a:ext>
            </a:extLst>
          </p:cNvPr>
          <p:cNvSpPr>
            <a:spLocks xmlns:a="http://schemas.openxmlformats.org/drawingml/2006/main" noGrp="1"/>
          </p:cNvSpPr>
          <p:nvPr/>
        </p:nvSpPr>
        <p:spPr>
          <a:xfrm xmlns:a="http://schemas.openxmlformats.org/drawingml/2006/main">
            <a:off x="666750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0.571</a:t>
            </a:r>
          </a:p>
        </p:txBody>
      </p:sp>
      <p:sp>
        <p:nvSpPr>
          <p:cNvPr id="29" name="">
            <a:extLst xmlns:a="http://schemas.openxmlformats.org/drawingml/2006/main">
              <a:ext uri="{FF2B5EF4-FFF2-40B4-BE49-F238E27FC236}">
                <a16:creationId xmlns:a16="http://schemas.microsoft.com/office/drawing/2014/main" id="{0964D4F8-4AB2-4A5C-ACAE-C1469CDC829F}"/>
              </a:ext>
            </a:extLst>
          </p:cNvPr>
          <p:cNvSpPr>
            <a:spLocks xmlns:a="http://schemas.openxmlformats.org/drawingml/2006/main" noGrp="1"/>
          </p:cNvSpPr>
          <p:nvPr/>
        </p:nvSpPr>
        <p:spPr>
          <a:xfrm xmlns:a="http://schemas.openxmlformats.org/drawingml/2006/main">
            <a:off x="908685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0.649</a:t>
            </a:r>
          </a:p>
        </p:txBody>
      </p:sp>
      <p:sp>
        <p:nvSpPr>
          <p:cNvPr id="30" name="">
            <a:extLst xmlns:a="http://schemas.openxmlformats.org/drawingml/2006/main">
              <a:ext uri="{FF2B5EF4-FFF2-40B4-BE49-F238E27FC236}">
                <a16:creationId xmlns:a16="http://schemas.microsoft.com/office/drawing/2014/main" id="{32A5DD20-C0B9-486D-BC0F-B5B005463FFC}"/>
              </a:ext>
            </a:extLst>
          </p:cNvPr>
          <p:cNvSpPr>
            <a:spLocks xmlns:a="http://schemas.openxmlformats.org/drawingml/2006/main" noGrp="1"/>
          </p:cNvSpPr>
          <p:nvPr/>
        </p:nvSpPr>
        <p:spPr>
          <a:xfrm xmlns:a="http://schemas.openxmlformats.org/drawingml/2006/main">
            <a:off x="800100" y="45720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BA24E27-22BC-4D9A-832F-787959270F88}"/>
              </a:ext>
            </a:extLst>
          </p:cNvPr>
          <p:cNvSpPr>
            <a:spLocks xmlns:a="http://schemas.openxmlformats.org/drawingml/2006/main" noGrp="1"/>
          </p:cNvSpPr>
          <p:nvPr/>
        </p:nvSpPr>
        <p:spPr>
          <a:xfrm xmlns:a="http://schemas.openxmlformats.org/drawingml/2006/main">
            <a:off x="800100" y="4933950"/>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Observed B rate = 0.525   |   Random log loss = 0.693</a:t>
            </a:r>
          </a:p>
        </p:txBody>
      </p:sp>
      <p:sp>
        <p:nvSpPr>
          <p:cNvPr id="32" name="">
            <a:extLst xmlns:a="http://schemas.openxmlformats.org/drawingml/2006/main">
              <a:ext uri="{FF2B5EF4-FFF2-40B4-BE49-F238E27FC236}">
                <a16:creationId xmlns:a16="http://schemas.microsoft.com/office/drawing/2014/main" id="{B4D6761F-7C6A-4FBA-B073-AC3DB49B7FDC}"/>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EE90763-ECB7-4656-8559-B4661DAB021D}"/>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No clear personalization gain may mean weak individual regularity, or a model that cannot use it.</a:t>
            </a:r>
          </a:p>
        </p:txBody>
      </p:sp>
    </p:spTree>
    <p:extLst>
      <p:ext uri="{BB962C8B-B14F-4D97-AF65-F5344CB8AC3E}">
        <p14:creationId xmlns:p14="http://schemas.microsoft.com/office/powerpoint/2010/main" val="204298209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BE0B914-8BC6-4245-8D10-B306FD102BAA}"/>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5C30419C-D655-4375-9AC9-51DC809913AD}"/>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33E57E09-9913-4274-A7EB-B5719FADD53D}"/>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9D0967-4212-476F-A26C-064FE8DA4DB6}"/>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1A7B38B2-7EBC-4E91-A7AF-ED36729FAF4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5CCB8B-3F08-4267-A77A-52966ECE7ED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73C617A-65F4-4D37-B091-B119D7B4A9E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A6E452-1D1F-4F6F-9E27-3E8F2951DD1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F679599-0EF9-44B9-B05D-A0B06E33615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DD51A2-1773-4D3B-8E72-84DFC2D4F77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B2CC84D-ACC3-4472-B0BA-FD527993897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46B037-BE0E-4077-A4FF-1F44CEF4324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0A1ACD8-BDBD-42FB-A2A7-8F235A89F0D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5A04ACB-2DBD-4C52-8E66-E3DAB4BA39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223839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F47911B-0416-49B3-999A-32CE51898FA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B432AE84-A2C5-4652-AE47-BCF78094BD9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437B1528-C96D-4FBA-B1ED-D89BA6BD58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A7D8F7-F197-4C5B-89B6-2FD9DA881B6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C1F391E7-F365-4766-B3BD-79261C392FD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700080-AA85-4C7D-8C60-7F11ED9450A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617821C-F4D9-4E83-A773-724F69ECA11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9797E2-63D3-4522-9B36-6E23CFD8791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1E51112-7C79-40B0-9382-771E56E6DDA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B7A3B19-65BB-4CDE-A2C6-88DEFEC31AD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A202B40-5D8A-4694-907D-E33E6D481F8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ECE658-AF64-4D14-B61D-3F82CDF361B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E12FC37-816C-44FC-A94B-6618939FEB1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8027D2-D39E-4FC5-96E1-34B5E0C9B78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552E0E0-75EF-45D3-86EB-A6BA96C1F7C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D55F58D7-6B3B-44F9-A6F5-856BDE0BBDD4}"/>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411DFF61-5473-4B1C-9468-422564CE23F4}"/>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BB67C8D9-8469-4DDA-BA2D-59A735AAC903}"/>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CF46D8EE-30E0-4CBD-AA03-62CA9FEA0724}"/>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66BBC2D-40A6-47DB-8E61-0841B7A0AAD3}"/>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722027F1-DF24-44FD-BB09-4176D6A2F013}"/>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603F2544-25E1-493E-9816-EF6E6D6AA825}"/>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F6C69DA6-28C2-45C1-94E6-B4951432D712}"/>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6926FEC-11E7-405D-9164-D45361D353A2}"/>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6B8F2A39-A47F-4E90-B5DB-77DB60A9313C}"/>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E9817C14-8420-4ED3-9F21-52A0CC448B79}"/>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9721169A-23C4-45DE-ABF1-D607D7CE9687}"/>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0656F22-B0A6-4A67-9899-0676859BE1E8}"/>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91162201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00EDF47-8F76-4549-B6C5-C77B58BAAE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B6A1597D-C676-4439-852B-A358319D16C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B47532F9-A3EB-4FFB-AAB8-059DD917844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48B62BC-8B6D-40C4-93CD-A3F8AC594CB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23A5BC7D-2711-43B2-8140-04A030B288C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D2FE77-2530-41BA-B078-8F52D0A4086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A65B7F0-CACB-421F-AA5A-6C27825C059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2FFBB18-0412-41CB-AEE5-697DDB937EA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96B8912-F096-4A78-A151-8FEB88D9770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D175868-616F-48FC-B717-42670F75652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2D392E8-E240-4DB7-A4F1-5A09F423B6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829B071-9755-45A3-9555-ADAFDEAFD38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AEA4367-8BCA-40C0-A711-778121422AC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02E1759-6FF8-47C6-8DA0-98F56686724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8B1A617-E5F7-4708-97A2-3B43A5BE3E05}"/>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C34EBE22-3697-433D-A243-9E058EE91A19}"/>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3E04B536-0E9C-4E2F-AF30-43B3FA731316}"/>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04FD4FD5-538D-4242-B9DA-04FE4AA85140}"/>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F608E519-BF2C-4C44-8199-9996EF8A838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96F6C5A-7800-4075-AA20-F83E57C5C95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138139413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4453D77-1CE6-4CB5-8455-7BE0DCD634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5A59998B-F48F-477F-9433-E02A716CE2D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94697B9F-536E-4843-A022-B940282239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ABA32F-6E7F-4D33-9568-5852E090468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D777FB75-390D-4311-AC54-921F96DE5F7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5799E43-2F46-439D-8480-29C9BD6F55A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0C5E850-1C2C-4760-A949-D7F888DB61F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8B1147-4F45-42A2-841A-AE5225E4E52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2B63DC1-DA8C-4356-B9CA-2441288E643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456976-E256-4B41-83CD-887A90AA033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56058D6-C39D-400C-A71F-A49C2EDC83B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FF8ECBA-161D-45E2-BCE7-DDD93FAD54A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5CC0FBB-E154-40E3-A194-B369775DD40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CCC459-938B-4C95-8128-45437D0D395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27C6B39-D92B-4620-A10F-47D920110A65}"/>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9025E32C-D915-4B54-9E25-6EB1FB24DD8B}"/>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E3521A55-8CD5-4A14-BE3A-6C7C22779F2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2A88B5C-BB31-47A8-9F98-13E2E622C997}"/>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96252F15-C12E-4504-9107-131DE6AA8175}"/>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EC562F24-D077-48BB-A9A0-F787BBF20CFB}"/>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9D4F27B-BB8A-4E24-8081-03EF5CA3D316}"/>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74B5774E-056A-4965-BFBF-5A18ADF4FAAE}"/>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561012CE-377E-42A7-9637-584CBA411BA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77FE866-91A7-40F9-B4F0-1F95846AA88C}"/>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C8CCF0A7-E170-40C7-85EE-A3CA369C5E5D}"/>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D6794A19-BA6A-4C8D-889C-347E7696D8C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EA8AAFB-B699-4A9E-9B17-EAA8B30A500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8D8C2D9-94B9-4D39-8B99-585E6740899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773997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DBF0A87-4309-4173-BC58-B3CCE6E437A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C00EF8A3-BB05-4E2F-9394-4DCA8534F50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0DD46CBA-9B07-4569-903B-1A31F1F6D46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467131-9176-452C-AA59-2306C0B2715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6D6E73B9-8270-452B-B7E3-4D85F5D2BF3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E7895D-E3FC-41F7-B262-7AFCEB7315D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FF90B26-E785-44E0-B327-5086BFC949B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45EB1D-A801-4A25-88E3-028956E8C35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94125D0-5203-4CE5-9C7F-C29DB788CD1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FE15F7-44AC-47EE-A594-CA969E17220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989134B-30FE-4456-BC19-12B6951908E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505252-912D-4E12-8229-530CC45257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D78C273-C72A-4FEB-A09C-47131E27149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1AA770-A472-45A5-BC0A-EA147544B02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24CE297-009F-4E00-8F13-E6BC41B2469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52E0022D-C4FF-41EC-A42F-B7D313EF66D0}"/>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1B013372-9B84-430F-AA9D-7737E9142E9F}"/>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98CC701-FCAC-45E8-9EBC-234DE667870C}"/>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4B161E44-54AC-4D9F-B885-30B04578265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43B9E293-770E-4E03-AC52-08313D6964DC}"/>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322395-2B24-4C38-B26E-5A7A86A4D655}"/>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B6561787-E62D-4590-A3D3-5BF1BDACACB3}"/>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0E34FFC8-9B13-4E5F-BF35-F414861307D4}"/>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B89B7F6-364E-4D11-841D-86DA45E85F58}"/>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0A60B70A-6E16-4187-B3F3-69BBA40B959D}"/>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B7EA7A48-06D4-42A2-A975-F3533A777BB4}"/>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44C54CD-7D2F-413E-86F3-B0EE3F0E07C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E2F5C62-AE24-43EA-8B80-25143004173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63597591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CCB4318-1F7D-4DEB-8C1E-671CDF89440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61B80884-ACD4-4D8B-B664-720413C980A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57CA59D7-E460-4F6F-AD46-7B7F89E5A92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88B6E5-6AE0-41F5-BDB0-6266DD2EE66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1A7CF56F-4763-401B-BCF1-5065B368079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7994B39-B11C-413D-95E4-1B7F5B704F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2A9F707-B625-4332-8EC7-B9398BDC450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9946208-B416-4D3D-8E4C-3ED30CA879E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8295573-23F0-4E16-B12E-26792026D57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1F12326-8EEF-40C6-A613-1E459B81F4C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D5BC96D-6D07-49D4-A2A8-E64C6D670A1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BEAB3BE-2BDD-4FA3-A0F5-58F5F38D38F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FCC9DA0-2C15-45F9-820E-80D7D3EEE03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2A1EC6-332B-4FD4-BCD6-63CD7A56075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1F48585-E719-4E02-BC06-CE9ED2D48D75}"/>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878F2C65-5A23-4C40-87F8-A5926D0C7F63}"/>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75E40391-25DC-4B10-8F34-97EA0DBF382D}"/>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DDC57F94-FAA6-42B8-ABA5-1431F4419F5E}"/>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1F7AEC93-82C8-4FF9-9F46-9E30446992A9}"/>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9A9800B9-B339-4261-92D2-0C7B9FDBFFB6}"/>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FB967EB4-8137-4975-B908-1E90312D8290}"/>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AA5F03C6-BF06-47F3-B645-DFF57084FB55}"/>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CE935E8-A721-45AE-9345-B2588A64EE3B}"/>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951F73BC-4AD2-42EA-8510-E2C23B042542}"/>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3A2C58CB-1A7E-466F-9234-2255D4761E1D}"/>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A6BC807B-3A87-4297-8386-DAA0EA897CBD}"/>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373DB83-A140-46C2-ADE5-D54609B6D79F}"/>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42FFA060-3FEB-4DFE-99CF-221836CDE505}"/>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C5FE614F-B9CD-4452-B6B5-B7CDE56E452C}"/>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E03E4E9C-A800-4672-912C-3CEC679741D3}"/>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6958293-E0FE-4989-A9A4-543359D12BC9}"/>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B27329-2D92-47A5-B60D-B0D554E507C3}"/>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8275670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632105C-543D-44AF-BB0E-438F244F24A8}"/>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2A849498-87A4-4B52-913C-9AB5D9D31F66}"/>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6BE52C4-E49A-488F-A274-A83B0CE8682F}"/>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Prediction complete. Next: what information supported the prediction?</a:t>
            </a:r>
          </a:p>
        </p:txBody>
      </p:sp>
      <p:sp>
        <p:nvSpPr>
          <p:cNvPr id="4" name="">
            <a:extLst xmlns:a="http://schemas.openxmlformats.org/drawingml/2006/main">
              <a:ext uri="{FF2B5EF4-FFF2-40B4-BE49-F238E27FC236}">
                <a16:creationId xmlns:a16="http://schemas.microsoft.com/office/drawing/2014/main" id="{19C39C75-0BBB-4C03-BE0D-DE0CCC2B259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CDFBFD8-7380-45EA-82B9-74124DA531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79363E5B-CBA4-4A24-86F6-EFBF40C3B0D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2AAC788-2757-4D16-8CD0-985FE682E01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FB67B71A-EA87-4165-BC13-8B76561CA53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B5E7AE-373E-4D2A-9829-D38FB832A3E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F40E390D-5F64-48CD-AB18-D534FDB8624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067BB5D-4F75-4C88-89FE-AC1A85666B7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3EC99B39-67A4-4787-B1F4-E2364C39B07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3E845BC-0129-48EE-BDAE-CEBB5ABC76A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08430992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2773A1A-F26B-4E16-8017-9362F420AA5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C162A987-4E43-4281-ADBF-5F3A8B14F40B}"/>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6926A579-4B24-4AF2-B18F-25C02D102EBC}"/>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1F3B7F-FA66-418B-917D-605E55CCD230}"/>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C2258F9C-49B1-43B8-A384-43D856A249A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E067510-0C8B-4DD1-B809-B827A98B11A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D343866-39AE-453E-9C71-B0309F46629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DA23D1-22D4-4250-A29D-43C0A71EABC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5CF00BA-3696-469E-BAD9-9151780A0DE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1414164-E142-41D9-8134-026BB39FB86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E0C1DD7-5E70-45A0-B3D9-7E9C88887DC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59F6734-3EAC-44DE-A046-06992701B87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B59A00A-4513-44AF-BECC-BA996C7CAA4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3EF3802-BD01-4E12-8030-96F3A253D2D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8335299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14E0DBE-501B-4F1D-95F3-30C9A1668ED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01B8597E-4D7F-469B-88A4-C466828C84A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877E5C56-220E-4AA8-B0D1-98AE77C9C87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C86CAD5-066A-4692-A555-CB9AE73771E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24560851-D2AA-43CB-B4E1-E6693FA7B87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99CA95-1033-4B26-95DB-4BF5822D485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1DC47EC-0988-4C58-9F6A-D1A3321CAD1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FDFE4C0-E2FE-48E8-A4E1-D18730186FF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9802EDD-7ECA-4145-AD57-3396AFEC81C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506CAA-E864-4A1D-97C8-D4B563E49D0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7C8ECD9-69B7-4BE3-A541-0EA68F3F0B7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26AC170-ED8B-438A-AC55-6221C57A3DC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93FB7E4-C967-488B-94CE-9842B6D957B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AB8587-D9C0-4EB9-B731-7DEFE1F3A4C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B975045-05BD-4058-8AB3-16875C6C91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DC3ED797-D777-4A23-BFE6-173513C00140}"/>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E72B2A80-A340-4965-B372-75550EEAF92A}"/>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BE93941B-2538-42CA-8718-514E737D4AC2}"/>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09BE397-8593-4198-9658-4EA3D4F03BF9}"/>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39101C5D-159F-4756-8A90-AE79CBF938C7}"/>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339382D2-A66D-43A0-850A-5BB10F2B7E36}"/>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C7B531F8-62D6-40DA-9FBE-9FA41289A477}"/>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23B62666-01BC-4F52-A588-C389452091FD}"/>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5DD0E81-9A97-417B-9BCF-424B5CC954C2}"/>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5BAA6AFD-A2DD-47D4-BEE4-6F196A410D1D}"/>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E1A60460-FD32-4162-A4B8-0C02DCC8E51E}"/>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174DC60E-0EEC-4808-BF40-3D303C6CD1DC}"/>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E0DF30F-6604-45F7-9EAA-4A420B2B06F2}"/>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51466138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0F3B10D-9E85-4EA9-9C46-BFD0F00142A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B62D9646-24E4-4CB9-A21D-E67D619FEDC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16C10690-80EE-4D40-9F9E-89812C99099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08EB728-EC57-40EA-9AB0-FF0ED49A31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F9567B79-B642-4FFD-9308-DB0143CD574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0E3E747-2168-408B-8B4B-5CA7D47030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ED3A4A7-2E82-4382-BEFF-01C58BAE6E2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2875795-5ADB-4E93-9936-2A9DB9429CA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D3E39A0-162D-48FA-9C5E-FAC82F3B7C2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B3F8EB-14D9-455D-A5AB-AC4EB6E637E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84EE6F4-F01A-4C77-B405-A706E7C69EB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22DD27B-EB5E-4622-B698-BF1710B02AF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EB8B3ED-C5BD-42C0-8F8A-89FDD68981F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EF9956-3A3F-496E-A124-28506227435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A2E1BE1-4370-417E-B295-CF1D5631795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5007A5F5-C874-4FF7-BE6E-8AC7D5C5D825}"/>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1818D1AC-D1C4-43DA-9AB4-852D84256752}"/>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B04518A1-8384-4498-AC71-2747726AFD78}"/>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35B61017-A812-4F0F-8F9D-1B50B4AB401C}"/>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418592FD-9C3C-4C5F-A1EE-ED0CFB4F8387}"/>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67E040A4-03CB-420A-8757-01EFB865031D}"/>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BA7BCE6-E17D-4BE2-B3BD-C2F36C1BB052}"/>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5CD6E21F-5A2A-4B93-B1C9-CDD908600608}"/>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6DD9D4F3-B033-4300-912F-1C73D64C391F}"/>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E638572C-3728-4C78-BC5B-5275BD3B7D55}"/>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43C16712-8F19-452C-8CD5-8CFE1608CC55}"/>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D1BF5EBA-24ED-44CF-B365-E139A8A186A4}"/>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07B95E20-709F-4A6D-9D22-0B6796F82E11}"/>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CD5E1D4-AAC2-4309-B1C7-2C3F1392D39A}"/>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40858796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2A8B801-2448-4A7B-A6D5-7BCD88EFC0C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0B887E44-E2C8-4608-8B1A-55B0AA5CD79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9C0581AF-FCE1-4E05-975F-B430FDC8A8B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7ABE70-A03A-4705-A2D0-BD5579F79A5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49F04C4B-5911-4540-A1F7-083BDEC3A31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1E18B87-E073-4B5B-845E-4C54CF56294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35DCE91-B62C-4E4A-8E1C-350F839E0EB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888B2D-A3BC-4B48-8584-052E4A8DF0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C23771E-8E8C-499E-A85E-A4F7693F42C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24F581E-0ECF-4BD3-BCC1-CB9B6765254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84CFE0B-90C8-4C86-BE96-BBDE2566D68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06E8D7B-C5BC-416D-A8B4-7BFED2F2E34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6355732-E69C-499B-A2E5-E77CEBD7141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97B99B3-B16D-488B-8752-447FEBFDD9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89E47DF-7B5E-43DA-9EAD-E49EEB0680A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2F17BE6C-3FA5-444B-9A09-D332082DF73E}"/>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B03CDA22-E049-40DC-8B0B-AAFDD7DC8BC8}"/>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E4362CB-0BD4-417A-9D8C-6D92782126AF}"/>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67480480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E0537ED-74FD-4472-ACC7-90CFBEDDF36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F2212487-2955-42C5-B9FB-4FF107C47C7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FEE9A1DF-1D72-4C8C-9902-A1FCC7C6CCD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14BEC15-252D-4476-B64A-6C04CEC96C4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CED17B64-151E-490B-963F-CFC3F7A3660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C62BB59-D5EE-422F-B99B-8873ACBE6A0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B2CBE3E-B5B7-4793-8D20-AE77E9C3BE6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A302B86-7B26-48FD-9C69-16DD213E93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EEAB23-2C87-4212-BBF8-A311C82F52A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3109E0-F54B-42F9-963F-89283EBFCD5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8ED5716-F1A7-4106-99BF-A7C7E5F508C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A42CE7-5B09-49AB-B05E-0AC3E5FB12F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52444CD-606E-4381-AC46-25D6CD07618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D34B67-A9B4-4A31-807B-D9330B6C4D2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80A8501-976D-4442-BA5C-E376C607104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F7D06A61-D011-4375-B90D-ED8CD58AC3FE}"/>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68853DF5-E600-4F0E-8A17-ED2E62D172CB}"/>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5151D5F-09FF-4684-9173-A27623C02532}"/>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ECA4105D-A12E-48EC-8910-333C6FF1DA04}"/>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1373E4DF-4A74-4AA9-BAFC-998054DC6C3C}"/>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B9B9D3B1-673B-40A4-A687-581DB590BD83}"/>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DF66E09-FC29-45F9-A550-EE81AA9968BD}"/>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75585655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6A66EE6-7C08-481F-ACC7-8BEC471A7C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3693ED9D-271E-4014-AEAB-78F484481F9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465E2F2D-1C32-4EAE-8508-F336DCEF8CA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BC502D6-11CD-4365-B7AC-5C8A5E1936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FFD16BD3-7BF0-4B75-811D-33B1C70F691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F1D1EFF-EC4D-4579-8146-F7723F63019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E9BA103-F7E4-4205-8166-3F0EB134A58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F0FD0BA-3B23-410D-BC5F-1F24CF118EC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FE2E5D7-D35B-450D-994F-7FD578BA6CF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7165F0F-2367-4D99-8C2B-9ADEB32D968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7BC7CBB-A2CE-4CF8-A03F-791C2E9396C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D0274EA-7651-414B-A00A-663C194F57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CB0EE2-2C5C-4413-A66A-4C31348A975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92105E6-69F9-4747-B669-07A40D5601A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357CC5-DFF7-4DF8-951B-6BE2F8BE2DA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4B8A1432-EEC7-4C09-8BF2-A333A22FE742}"/>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1D9C4D28-4DFA-4A3B-88B5-EEC5B5B90441}"/>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4C4F4E4A-3211-4B67-91AC-FE41C819E0A6}"/>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756F09F5-F225-4B43-93CA-2A291F84ACCB}"/>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B084E418-4DCD-47E8-BE25-7E009DE6A22B}"/>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BD98E39A-AFF7-4583-8BF9-E87DCC429883}"/>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F4047AC0-C422-4AD0-9F5B-3F7778627C9D}"/>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29998679-A981-4F28-BBB0-58BDDBEC1CBB}"/>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D6C22792-AF37-448C-BF8C-0D460811D439}"/>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76D52975-DCBC-48F0-9333-EDFEBB1C8764}"/>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C0406212-CAFE-4CDF-9C20-C24DB1FE68F4}"/>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836F0198-812F-4266-80CC-F7A698A9B66E}"/>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B035EC55-976F-41E6-82F6-9F57323C43CF}"/>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F57A911-BBCB-49FC-83F1-2D268FD26B98}"/>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55497929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58486D8-3673-41FC-A24E-77883F8DC58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6ACBF5B0-3496-4471-9EB2-0FB949B60F6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2BE93D11-DEF6-4291-9B8F-11530CD66C6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47F0AF2-EDBA-49A6-B0C9-51E5F03EFF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05D71F9C-D1C2-424C-8E85-B6037738D55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51C91D0-A748-44C6-997C-46DFE66266A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2564111-1817-450E-AA33-718B3792471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B83B522-C436-4187-B6C3-39F466DDC19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4AB8CAB-38B9-473F-AEE5-77905DAA8B5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75E2A8-D7F2-49E1-91CE-BBFE001D301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51CE68D-DEB0-4F4B-B5A5-23E7FDFBAD5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D69D4E2-9BC1-48EF-A59F-A4FE20D7B9D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8A54B1-E288-4E62-AFB0-C4B5AE4BD42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79956CE-49BA-4A51-933F-493A9079FC9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D1257D4-8179-44ED-8987-7E311221D89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E6DD0F74-CFF4-4935-B6D3-5E138E01BFCE}"/>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9A672F97-F4F5-4874-94F0-99722AC7056C}"/>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B11353D5-6FB4-4C29-8E65-8A47C8BBED62}"/>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31D701FB-2E10-49DA-9FA3-A1617FE7663E}"/>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27E84124-CAE4-4E02-BCC5-40E0996DC2DA}"/>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466E0F78-D3B5-49D7-AF3E-E85E90B87F38}"/>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8BA63981-EB95-4482-8F58-8CADE64027F3}"/>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4099104C-CB86-4425-A2D3-5464BC2861A4}"/>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82F9AD70-4240-40B2-B896-6CBDE9813F69}"/>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6363E14F-5AC1-437A-A3F3-01D9F194C73A}"/>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C39E4BD3-8E2F-4901-82FD-1170B7ADCCE8}"/>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C3A0BFD8-6791-4CFC-A403-F7DDF9DD7C74}"/>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7AF23790-34D2-4BDC-836A-4A5FCC87B749}"/>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64454238-C318-45EA-96A9-693DD8E35A3D}"/>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F816FD52-DBB8-4B23-A888-F5F64574A257}"/>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4671094C-0AE7-4C05-B3F3-DEA6B6C72D86}"/>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0E0996A3-A195-4296-B28A-FE8FD7C75BFE}"/>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7D8287F-BDAD-431E-921F-D09DD1883FE2}"/>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136217055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7B71CE1-6829-4199-BB00-502614DD156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4748AB8E-A0B6-44E6-A0B7-E5EEA456AEC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C8F08DA9-C54C-4FF6-9C2D-B6BC79BBBD0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3A445C-31E6-4547-895D-EBBEB4B8F7D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0D325938-F615-49AD-9B81-760A8DA1E21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E1EE290-E12C-4AD4-8415-2DDD4E93E2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695C89F-CF4D-4AE9-9EC6-BE36A22A58F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3FD5E35-EA43-4CBC-9043-B58B37B27EA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87EB28A-545F-499C-B264-27BC4F3F5B0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88E2F0-7BE1-41F9-B759-A25436623E0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3E549CF-3583-4440-9DA7-CA3536E8252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FF8BEC-04FA-49EB-911A-0D0B7E9DBB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EE5711C-6CB0-4691-BF37-2D43E913404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E4BAF68-B7DB-4735-B8E4-B65719A2A7D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F3EC688-8C89-4316-A827-4CB882541DD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C87CBC4D-99DC-4565-B20D-4AA65618DE3F}"/>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43E60F2D-12F9-4C38-85E8-AFE6783E6372}"/>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2339FD6-69EB-4383-A5AE-4A5295F93EB5}"/>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50B0A162-4A04-43D4-A770-F762BA3BC70A}"/>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2A34AEE-66C1-4E0E-BCE6-1D68C0DD25E5}"/>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3670B15C-8127-4DB1-844D-7CF904639535}"/>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98412FE-01E1-4B1B-A570-50C48F27E556}"/>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9135026F-1EA4-466F-AB1C-067162AF1C34}"/>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E8A2FD9A-ED1E-4A08-82DC-69C2E2578A9D}"/>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9971B1C9-ADF4-443C-9817-10439DBECF52}"/>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9B296A82-7A78-47CD-A2E6-716E517A7A7D}"/>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E3AD8B17-FBB1-4AAC-8A25-458AEC29E6E6}"/>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D402A104-824B-4580-91EB-4B6632AA3ED2}"/>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ADCEBB12-A9CB-4706-8424-1E05C457A929}"/>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BC36D71E-BDEA-4BCC-BFDD-724B81751A1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118CF9D-7A23-4BED-AD04-237220BD1C6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10635069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5F44A72-D1E2-4F32-B7A3-CCEEB04012D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D8828209-4CBA-47B8-9799-B7B7B7F7EE9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5E6F3F04-EFFB-4268-B7FA-EC36C424AAC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9CD3DF-17CE-4B53-B2ED-933661012AD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1781D4BF-76D4-4EED-8EED-16199DEBAEC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3CF25B9-F126-4FB9-8F92-5B6805611B8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A125417-7A21-4068-8794-99B254EB067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3354D68-8EC2-48C9-AF2A-B2F2323FA32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D2D8B1B-47F4-4054-90A3-B921B434DDF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4EBCEA8-913B-4BA1-9C41-5CB3FD59A2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E2F22F-1AD0-44E1-8B1B-C89561F5183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C755F84-8D84-41DC-A259-BFF47F17818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27BB5AF-2EA7-4DF7-874C-BC009063808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43D3C93-CD63-49E9-B31A-A7F62EA5E6B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8AA9D64-322E-4BCD-8738-0ABC99F2963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5CF1C393-EEAC-4864-8567-35FC3E2A37AF}"/>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a4585085b4cc42af"/>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F5152AE-B0C6-4B4D-AF47-A0C8D5B16B6F}"/>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E09AA3F6-F936-4FAE-9D89-036AD51F1766}"/>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07073F06-CE6F-47F5-98EC-DDC8D56FD5E1}"/>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141D794C-5E7D-460D-8F02-AFA6E0DD2A8D}"/>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73EB47AE-8994-4A61-BD7F-83A8E4F1B0D2}"/>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28E01CF9-C011-490B-9BE7-A63884AF19E5}"/>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E252ADFA-FC01-4A4C-8415-50DB912E8F51}"/>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25A4BF5-9763-4F76-ADBA-487DB308146B}"/>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01345084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9FB503A2-6ABC-4B9F-BAB3-31382EE04EB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4B9FFD3F-0E4A-46F1-95C6-C89F2849086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809FB940-2C64-40D8-B18B-E57CCF6B705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94D5DB5-087E-49B2-AD60-F7DD8DF8BFC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C6D59F40-2E6E-4BDE-AE98-0272CADFB0D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66886D2-826A-4998-BDF6-0982C19BE0B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66FEEF2-59A5-4C36-9D7F-474583E6480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22B85D2-16CB-4C88-995F-9EF18AEC95F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4BFAD8-14B2-4A5C-B874-CC52E0623B6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7D122B-636D-4C8A-881F-D5A812AF923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52614BF-CD81-47BF-9B15-4BAC5E96BFE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9D641EA-0936-4501-BB6E-92255321A5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E2C13B3-2096-49DE-821D-9D5A5663183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70656C-8A2F-4C81-8EED-7A1E7FDC1DB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28F0F53-01F5-43BE-970F-E38D4E91B6E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DE7464F1-B720-4C41-9656-B571E69F446E}"/>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4A70B319-B165-46ED-9F94-F137C0C88B7A}"/>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AFBBEF86-DCF5-4552-8808-AB300305300F}"/>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903B691-1B6C-46DA-84E0-119CD5144311}"/>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918C389E-B35C-447B-8CFC-F049C6FFF02C}"/>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E2DEAD6-81A7-40C4-BC1A-8A942B485AEC}"/>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1FDDED8D-5507-4B44-A376-298FB0C48794}"/>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07611244-A9CE-478F-9F85-E25A2A00C909}"/>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7B8551B-168A-416B-9BA9-A6A1AF52A73F}"/>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3D52BE16-44D4-43A2-8A03-F3C593A16BC6}"/>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555B5E4-192A-4DDB-BE6B-C44A5E0F33C8}"/>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32658F78-3FC0-43AC-A505-723E5D887F11}"/>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9FB04AD9-ABFD-4AEA-B91F-B8D050B57C35}"/>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07F803F-4EF0-40FD-ACD2-E8AC67007E68}"/>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4A2C2A87-E089-476F-B051-1F8DEC1F393C}"/>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CA626B8-C5A8-4EE9-A645-F45F776B2382}"/>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79D3522D-C47A-4071-B0C7-28971575EBFB}"/>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9B3CBC0E-FBB0-4DAC-8FB0-CA5C14794BEF}"/>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1859D828-5310-4A54-972E-71A940DAD1C1}"/>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F00CB588-97AD-451F-AC42-A73038706A32}"/>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54FADB2C-CAF5-49D8-8B06-50352052C01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7F86A92F-FF09-460B-9699-E50EE49A5C26}"/>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51881633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134B479-1ADD-47ED-A41A-7CC94D5EBBF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E389E4F6-8358-4F01-B1D6-C7F8146588B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3A943809-92AF-4C02-A18E-AB0E447C4E6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3FC63EA-AF9C-415C-B528-3A7F45C5349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5FA720D2-B398-4C17-BC56-817C331C430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191698-90FC-4787-BA07-3CDC65A9875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789E524-2A6B-4C68-BE1B-78048ED3845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7959353-5758-4729-BCF7-4464079A76F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9930D43-6AD4-42BD-AD09-C4A78F08766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CF2B26-4CFA-4629-ABAA-C1364779B78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B7C45FA-A023-40E9-B3E8-121589C44A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640D585-014D-4F8A-83B9-E5E3754D081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1C38712-1620-4808-8E66-C423F14DED7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0A1B751-DA73-4130-AE7E-9E654A0958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D6AF8DA-B1A2-4621-8521-51540011D37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518bbf71f474f9a"/>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94917456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60D5CF7-FE86-45DA-924F-896D081FAFD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0FA997D5-49EA-40F5-A5F9-C87388CD800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44F30199-F93D-4D17-883E-F90A37EBA84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05BDD3-97E7-4EA0-B66D-C92A6222A75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E9F960F1-2FA1-4F86-A02D-41A0DCD5B35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FF40F71-9C08-4BE2-A95E-27256F7486C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8371FEE-0E25-4B1B-BB53-77AFA52B849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7D7A1F5-24D7-42AD-9E45-439B03DD53F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77B3C77-2FA2-45E6-87C2-00C15F9225A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07BB9C-01D8-4608-8303-3358C5FF2D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AA41BDF-A676-44F0-819D-7BB99E10E5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703B85E-EFE2-4B0B-B7C9-669452EAE2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9CF0FCA-9721-4471-AF55-8DE80103D5D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6A7ED04-B600-4CA7-8D9A-51F21386346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DF11266-07FF-4601-905E-37EEFBF01BC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DA1E1BF4-3217-42F6-972B-A27F9176A4A0}"/>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92d8b5ab35d746f9"/>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3338692D-8288-49F0-ABD0-BECA15D7D887}"/>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4F2A7E44-4B62-4BF9-83D5-7508213C76A1}"/>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0E81022B-AEFA-4913-870A-CA645BDA9FD7}"/>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76901E63-4427-4209-B597-996A9553E2B6}"/>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FB505AD1-95D8-4D03-B24E-324F6D2BE2B7}"/>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4B0C6E8-B6F6-453D-93FC-C60828783BF8}"/>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3AB08C78-265E-4CF0-B5ED-09A208402D55}"/>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0EAEA9A-6F1D-4A25-B1E3-378DF1224A79}"/>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CB53A513-128A-4424-A08A-C1E510C6210A}"/>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F863D0EC-46B7-4555-ACEF-7EF9A3E89A53}"/>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B3DF01C-7C52-4107-BA35-0F320FBB518B}"/>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00800438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668AECE5-F352-454A-80A3-588B19554F0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326B84F5-0024-456D-A2FF-CF6D646C934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A57F130E-61B9-4133-95F9-2600E06CD53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3033BE9-E6D1-4112-B54F-334A349235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1D013414-5999-470E-974F-7684840399D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2DF06A8-D337-42A9-8658-7B319A1881B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C8043AF-A636-4D36-B59D-CFCB5F3A75F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F3D972-D218-4ACC-A74A-1DEF3F4A4BD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9F10774-7D2C-47F0-B808-BE668142DC5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063EF5-C2B9-477C-85C8-EBAE93EA6CA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61C6E6B-9AAE-4BA7-90F4-997E951D6E9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820E9D-C5FC-4CC5-B7B4-F8B69932314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B24B2E5-452D-467F-A190-54BE770CD81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614271-67E7-436C-A9A6-4A4503AEC5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E1DA9F9-B52B-4D28-9BFB-5602962233E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A1D9723F-D2F4-45B6-8CC7-DC3DC6E7F4F1}"/>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F87D9BCC-C215-4988-AF52-41B5886116A5}"/>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3747ED1C-E4FA-45D6-B93F-27CA217D09DB}"/>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A12AC89-52F3-46EE-8947-09311DA3466B}"/>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EFF4414C-36F8-4E3C-B1A9-83AD555DBBFF}"/>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55D5C0F-4264-45ED-B90D-9672F1320FA2}"/>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39A5E523-2FBD-4D61-82ED-3ACCF073E587}"/>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7EF30DF-D2A3-45FC-A948-DF9D5D05BD5D}"/>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EF18848-6339-4474-8C4B-07F42BAFD051}"/>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6534048-6731-43E2-AB79-8B8AD40D58EB}"/>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2A9B63A-7870-4373-BAC7-3A9233C83B80}"/>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1F0A2AE6-5CBB-4DE4-8BAA-2DFCE4A22C9A}"/>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C1EFE39A-0E6B-4890-A803-530B8733573C}"/>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D5526A7F-DC5F-407B-B560-5DD54B08361D}"/>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1C7C49B1-34BD-449B-9F18-83C02421651C}"/>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579A155C-35F9-4B86-83B1-B056F8DCB50B}"/>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8630314F-307C-4DE1-863A-DC9F1CB75F3A}"/>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2F96192E-CCDE-4B44-A782-9F04150F0EE2}"/>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846A3DD6-676E-4FB4-8AC0-E4807300B8A5}"/>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247C9C12-FE1D-4239-89B2-0A367B23A2B4}"/>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8BF3BA18-0BF8-41F3-B7DA-0DC4598EE7A2}"/>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D21D770D-D89B-4CFE-B7B6-E4BA6B9E8E69}"/>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6F88FE49-B720-42BD-B962-051B0585DB69}"/>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F3FF9C75-AAE9-4F46-9F1C-9461ACDFAFAF}"/>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F6FAF57-1889-4F89-ADDC-5F4E0D6B9182}"/>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6A0AEB4B-5C0D-4083-9D90-3F11115B2313}"/>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35D0BD4E-DD92-41BD-B993-81D52A3142B0}"/>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B2208D21-2963-4144-8842-D87FB8532B57}"/>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3681D0E5-6240-48C6-A464-668A4C7C6E88}"/>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8E90BF69-3064-4927-9B6A-A99577CFF929}"/>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0166EFCC-C1B7-4AE6-BA53-FE980EE764CF}"/>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4E401FFB-C15C-4625-A9FA-F56B17FC3FC0}"/>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CAD0926E-5EA3-4CB5-AC5A-8DF31A7DCA09}"/>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E81FD480-B251-4BF7-918D-F954374BEDE8}"/>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79283411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E9A1C3C1-7D90-40E0-B664-743558969FE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E1038259-F24B-449B-BF55-F01FCE70F9E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C8799C9E-4962-4D2B-84F0-767EAB9BB91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9EDCCD-6165-4C60-8A0B-02563A4CE37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1D8C9F6B-E2A1-4CEB-A6A3-43D81A81418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0324420-AADF-457D-B990-7C0C9081AEB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5169036-19F5-4BC3-BBF8-410B5E98C6C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2ACB8C1-130B-4890-9197-C54B7A288CA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DD8354-75BC-4829-8538-830D00D5228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1BB6385-1E84-4425-B0B4-CDF376D2E33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1DA3210-D567-41E9-A5E1-6568048801E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2120F37-4047-47F4-B196-0FF416B85DC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DCD3C86-222E-4EE3-A34A-68D00967C3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CF30B00-9761-4EAE-A253-40A61AFCC5A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A320AB0-6686-4093-83EA-91CE798D0B2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E98C2A3B-F064-4B8F-8B0A-084F29F60619}"/>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98D2D779-EA91-4389-AC90-77FA6125C1E5}"/>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BBED5DD0-EA60-4D34-961F-7E3F0AC26113}"/>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95AA372F-A196-469E-B74D-665F4818F94F}"/>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320130D9-6019-4ACF-8643-4CBE865C12FA}"/>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CD53D068-2D89-4C51-9B4E-D1A1A1140F4D}"/>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B977EEB8-9E66-43D9-9431-C64D3D3679B7}"/>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DFBD5D1C-7B53-4EC7-8FFA-62AFE5A34749}"/>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BFAC44A7-8865-4B29-B4B0-768B2A2D2BFC}"/>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8D55F485-D590-47A3-B2C0-839B5D40C2F2}"/>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C8F00261-E9D0-46AF-BA40-CC9448E7FB93}"/>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E3C70820-5CE8-4A06-AE4D-5E5A4DA5AB53}"/>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80B36BA5-215A-42EA-B277-2C0D8E70BD53}"/>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B08D88D4-0414-41E0-84A1-8063D717FBAA}"/>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D94CD12D-D323-432C-86D9-5436F7C2ADE6}"/>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4012053C-A669-4D4E-80CD-8F348C9BED6D}"/>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E2C605DC-52F3-4D2E-976B-62B4D457244F}"/>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D846518B-4976-4D51-B247-3AFA0507FD3F}"/>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8362F8BE-2E11-4A15-A1FF-3543B7A67546}"/>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A31FCFFA-9BA5-44E6-94AC-A787D06C3BBC}"/>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50BA69B8-4C5F-4028-B1D5-9E7C538A5702}"/>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758F5001-5EFF-41BF-BDAE-36E0CAF0F053}"/>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0A90FBA0-BD6C-457F-9589-35BC8823E9C2}"/>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4ABCE722-36FA-4577-A96F-3BDBAD8FBC78}"/>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95C4B451-9B5C-4243-8C0F-FDC7B9F78C0C}"/>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3875CD68-5792-41BA-B248-E251D83F5E95}"/>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7DFA3152-50F7-484F-BE8E-34235B71000C}"/>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F213E706-6142-45ED-81BA-DDCD134F6B6D}"/>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C4F52A1B-87D5-430A-9F72-C93827A3A3B8}"/>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FF9827EA-258A-4B6E-8603-2C59C900751A}"/>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0FDBE6A8-2286-49DA-ABD0-8E492FCB2BAA}"/>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1567C7D0-76B0-4F19-93A3-A4FE6703CCE6}"/>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7AC31EC9-3E01-439A-BD3A-15969C6BB635}"/>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8120AAAC-F133-41A3-80D2-4CB5BA00410D}"/>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AAA54ED0-EBFF-45B7-B1D2-7C540251238F}"/>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D989B936-1F2C-4CEF-BDEE-D96E6548BF1A}"/>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5344F45E-5260-4A60-AD45-D9EC73DF1C90}"/>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92401609-618E-48C9-B879-49CBF42B0C4E}"/>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3434493E-2ED3-46E2-9F16-A6BBC3214FB1}"/>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7C1ECE35-1A51-41FC-A33D-FD9B0F39D414}"/>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D9ABD151-125E-4AE4-B907-DD531B400365}"/>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BA8C7D6C-671E-47B1-858D-2BC8E0266BDF}"/>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39CBF723-6C46-4E63-BD8F-29C0C8648A93}"/>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25EF9CC4-5F4B-4D9C-9932-E150DDD976F1}"/>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015588D3-093A-4B19-936E-7530B115EBD6}"/>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0094EFC0-F269-4CCD-AD4C-EB944D21BA60}"/>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D7E68203-277D-4557-84A9-2F0BA2D79740}"/>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7981E8E2-F966-49F0-83FE-D5606AE020D2}"/>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3F027353-C7A2-45C3-8F5B-E5E474ACE702}"/>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D7825B7D-4B7F-4A8B-9691-4A174DB990F2}"/>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00050A6F-4AFA-43F4-9AA4-145D2BEF71C9}"/>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3E7C1145-9923-4BC5-8287-63C1AC58C647}"/>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22186C37-71A3-4698-9D24-781F6D6B8567}"/>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E1408BDD-0EFB-411F-8EEC-95E0A7228AAF}"/>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50771188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34F5BF6-9C04-429E-B658-67F3E848672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359C1FF9-2FC6-4E5A-9813-8494B0311C0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1CAB2727-4630-48F3-96E1-6CCEE034B57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5CE0FE1-294D-471D-965F-F30084F6498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491C73B6-E847-4E4D-879D-5670AA2E980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9E119FF-11CD-42FA-B4BA-4D03DE23B2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BAD3EE7-1AFA-4CBC-8D9E-C987028009E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D54DDE7-F1BC-4105-82C7-B38B142C1A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081F693-0643-405A-BAA5-C75377B1F5C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8C763D-2C22-4CC8-84C5-C112A90DAE3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7C4F70F-9EA5-4E6B-931E-CFA1ADB25D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B31E303-28D5-4B8D-9275-62CFF83DB9F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29945ED-CBE7-4777-8BB5-9F53FBB9AE1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BBFA27-D3D6-4768-AFD8-DD40078CBEA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B18084F-C793-4870-A1A9-EAB7938B1D8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5E45E01A-106D-492C-AAB6-756E6C908863}"/>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FA6E003C-4A67-4BAE-9AD6-5BCF8467C28C}"/>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7AA31A09-FFDB-4867-BA1C-E26870DF45FD}"/>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BF6D136-326A-4DC4-A20E-B58336E36849}"/>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404518733"/>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7B9E988-B2E3-472D-8158-CC554176D58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1A745563-9C3C-4B42-B374-A50F82FBEEE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4F469906-B00D-4A82-9728-3F65ECF260D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7356225-3A8F-46D8-BD2A-73B0F206E52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29599D71-2B94-4C6D-91D5-5752D4B9E0A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C96673D-B2C0-48EC-938A-C80EB7116D2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072CC1D-5501-4970-8FE3-AC83B3E0AD4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846215E-61F1-4218-995B-CD4023241B7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20387CE-19A3-431D-9DE9-F19831D08FF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A3EE9E-5D51-4544-9E87-C629834C9AA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DDB3C22-58A8-4220-835F-822FE1CA988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800CE01-D9FB-4135-9E47-984B306CDDE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7E94F81-9DB6-4493-864F-E8313737683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8714C6B-4BD9-40F6-8BBB-82ED8B6DF47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14CBCCE-6BF5-45FD-AFCF-D3B7A055BFA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713fa51026a34634"/>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E1CFECB3-5B89-4B77-8F83-7C0291F92095}"/>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15517329-7C3D-4681-A486-60FC5F8210D1}"/>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5BD5E245-DEC9-4949-929F-B9BE327F48C2}"/>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CF17EC1B-6AC5-40BC-9D7E-B74E76246B28}"/>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59D6B8AD-7F21-4482-A6D6-35A7DA3CC920}"/>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4CFFDC5-A7A4-4446-BC51-26E6C8F42162}"/>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56151376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4ACEE9C-9112-498D-A04F-6050018868D8}"/>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9AA5B94E-AFAF-46DE-A60E-7D3B6E377A67}"/>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1F795EBE-6E65-4983-A3BE-D9B098F550FA}"/>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BC37EB-07B0-4453-AEB2-A33FD60F710B}"/>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5DF4C383-8C4B-45A8-A147-B2E498F22BD8}"/>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E01756AA-ED64-4AE8-8094-5E0B1151E1A5}"/>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B41E1E1A-08F7-4410-A878-4E6529576816}"/>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779B071C-0F8C-40A8-9FA9-A1EBEEF54FFD}"/>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A439BCD-9667-4086-9010-2835371BCAE8}"/>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48DD60D3-DC54-4328-93A7-6B2B561CE560}"/>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9028B2C2-A6CA-46AF-BDB2-7118E64943BB}"/>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F4B40C58-0C54-4884-9D6B-11EBA315AA29}"/>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B6079CD-07FE-47AB-8973-3910E72B7E2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CA06043C-9F9F-4136-8C68-1143493EE307}"/>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6D0CE4E-0F59-488F-A248-6556C9033098}"/>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CB0045AA-CBC1-48BF-B413-FA0D85460DC4}"/>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8FE2F488-27E9-4CF1-A504-6D985499DEBD}"/>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CE7554CC-0341-4BE2-ACC4-50AE990391BA}"/>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24F505C2-A1FF-42DE-A07F-EAF06714578A}"/>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31784F67-4914-48C9-AB71-F35912B04A1B}"/>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BB5B4B4-F405-48C0-95B3-5D6C1324DD4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8FE88864-6D95-4A34-B8A9-9207A9C41E4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5C0004E-10B7-4203-BF35-3BEF0CBB6CE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2EB7653E-DA7B-472E-B963-5787A2A2BD1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F7487DC-AC05-4F81-A9B5-8DBE7B2B298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C7F07185-94DB-4DB6-A19A-9663A96F0F2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C4D491D-EB49-485B-ABE6-2979A3F36F7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5E957B47-C559-43CB-B126-406279F7C4B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0E7F59B-7EF8-491D-AF78-CBA1558449A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C476F0B9-1F48-4F0C-9B1F-9F3BD094B6A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D0B66EE-9359-4F72-A682-4CE6F98C354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6551335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029F5D4-625B-438F-B7B7-38EC3A15F3F3}"/>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56632B03-AA4D-4324-B1CE-E608FD20C84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0DEC22F2-E6AA-4C61-BB9F-C71451394B4D}"/>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2661AE-10CC-4463-973D-EC7DB0734C9B}"/>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20CB8E53-F49A-40C4-B736-5A47CCD97A9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B7A984-6DBB-41E8-A38A-4FAD5F6ED4A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2EC587D-8C42-4B80-B6B7-85CF4483732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87B82C-C51F-42B1-A889-5AA1E2796FA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D1166E2-DDA9-4FE5-965C-A7042DD9742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425BA7-50F2-4AAA-A9A4-3DE4BA6ED42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9608425-9DB8-4F52-BA28-B52E08DE8FD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D8476FE-12B0-4EC8-943C-E57518E04E8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F710A68-E7C2-4BB8-B3F6-367F481CEE8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5DC95E-463F-4166-84EF-9F77CCE89B4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8014309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A0AD2A6-91FD-4F3B-A0F6-1F03C8ADCC0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B7892C7C-74F7-4947-83E8-7AD0180CA8A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1F0A5988-60C6-47A8-A5C4-82FCFE3AD7C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BFB486E-496B-45C5-94E2-9922ABBF890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FB71F206-2AD3-4A4B-9451-5BC55D3B901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402A2CA-9FFB-4764-BC03-A3615C2C82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56434DE-AB12-4402-A7D9-ADDD408FB75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DC248E9-AACC-4509-BC11-8521CB53E9C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EF759D4-AB86-40BD-AE28-CAECD30AC06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F332A9-50B2-4757-A38B-EFFE84FCD0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317E087-E162-458C-B3A8-6D4E99AFE2D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F9FF4C-ABF8-47D7-8743-C9F9633B4C6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E082495-17ED-4982-A816-8F464C5FA1C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B1E974-D477-405A-9D81-EA15A3CF6D5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146F2C6-AF74-4F17-AAE0-68D95FE9A78A}"/>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9606722D-90F7-4373-B400-B06C7F3D709B}"/>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2B99C497-44CB-4EA1-95F8-6935A57B9B32}"/>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8BDCC8DF-10D7-419E-847A-6C1D9B2479A7}"/>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930D80FF-41BB-44B7-8EF2-EDA28D5B715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072044-ED19-42FD-88A2-A1AF06D947B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81670722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CF490A1-142B-4436-8AA8-8FC2CC911E4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F752F7EA-2A02-4EA2-B228-CB7CC960A2B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1D4F7B2C-F77E-42E4-A15E-06383F328A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DC271C-D8A2-42E9-BA84-19C4F74EF06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76B6D93D-28EC-47BE-95CE-A6C49B7588D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1418518-CC63-427F-8670-E4A9CBF10D4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83EBA8-5C48-4B0B-AA7F-0A1CC1E394A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794353-1989-490C-B5DE-ED692D04268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34C3093-DCEE-46C5-AF1D-89B74BFB753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879C0F-47BE-4EDD-BAA5-35A0623315C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191BA2-1197-4997-A7D2-DEBFCA79E668}"/>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8D76656-4586-4466-BD55-931A7F80A0A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CB0491D-CF6D-47B2-8963-91988114E1F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760D2FE-85D7-4E9C-8E02-5F32E2C04F8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1DB98B6-E1DC-42EF-82B3-522B6E6F71B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767F3672-0E1D-4CA3-B7A2-A9F206470BF0}"/>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4D31AF56-1062-4811-BD97-6D29A1DF7A35}"/>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D8C36F2A-FF72-4EBA-A87F-A4C2190F2765}"/>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FA66818F-DCF9-4748-9612-AC21D7F8094F}"/>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239325B-6885-4F9C-9D92-7CA4D8697D8C}"/>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6D5B4809-1BFA-4E3D-951C-8842117752FB}"/>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56339B10-96FB-4B77-89FE-FBFB61C04A14}"/>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703DBEF0-BE28-446E-97D4-37184F6ED0B2}"/>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9767CBD-A360-4F00-9AD9-7109EAE46D7A}"/>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550155C7-5F5C-4976-BB20-01E124DD5D65}"/>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85597D60-C300-4376-9D88-DA6F0BE58AFA}"/>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D3219044-3EE3-4A78-8BF8-DDD8ED141685}"/>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6422EA5-4BDE-4B8C-B641-4ED9521616D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F2336E0-5E8F-406B-9E7D-640D5D44FD6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697387103"/>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37B56F4-817B-42DD-BAD5-4556E95C0F0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29BE7178-B507-4D7F-A180-B035CEA6ABC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1F655BD0-7206-46EF-892A-C15D04A03CB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8B95C2D-64D9-4C03-8DE6-E87F7606DE1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DCEAA80F-13E0-4FAA-884C-A71F569D243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9637DC-3381-4B76-BE03-DCCBE57CB3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D9736C5-1B83-4E6B-8C9D-E4A0369C194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3BF0F9-42E6-499E-BD0B-F431D7FAA4E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D19801F-095A-49DC-8C5C-D7F7B1EECFE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10A0B8-1E98-455E-9D1A-AD81653AF8B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29EC59C-11E5-4912-8CED-7E85A9563FE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77C7C5D-5F4E-4733-AEC7-C734F294A5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6CB2A7D-CB5C-44D6-BB32-36B5A4C9FE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F1B26E-7B47-4839-8C1C-D5E73CB132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8458CB1-758C-48EB-A5D8-0B1999E24602}"/>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20CD30F9-E9B3-4CB2-A0BB-58886E7D8D3F}"/>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14BB303A-FFE9-4948-9BAA-50E708927A15}"/>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561E487-A89E-463D-BA1A-FEEC697F93C7}"/>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6C26AA6D-0B13-41FE-89E7-CB6F9D844526}"/>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7773D01B-F8AC-4E69-884A-4D9083E2DED8}"/>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AAF3DC3-10C9-49FD-9FD8-D0AAE543CACE}"/>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6702BC0D-71A1-4904-B437-03086F0E23A9}"/>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C299DD45-055C-4F70-BB70-E4BF5FDEF398}"/>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CF9563-68C7-48BA-B097-AB754145A22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26534A1-4CDC-4F87-AFD5-CE1434B6665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45396063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2BBAF21-6625-4BEF-AE3B-85742173607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6BFEE8A1-E663-4190-A74A-8C13030A6AB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9AFAE4F4-C043-4321-B5BC-5606E3156A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57112B4-B4BD-4AEB-AE93-045F113A611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F54A6D7E-B290-4EA5-92CE-9533B421540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E6F948-9CBA-4615-A37D-7C73A2EED4B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82D7F93-E89A-4CE0-8326-2468FAD8837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0B9EA4-E257-47F2-8EB9-8C3DECC3559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B770B71-3F0D-4783-A539-5C8926D7638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B97AC-D7DB-4385-9819-E5467A7CF01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42A52BE-635A-42BB-925B-FB37CCCF955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5FBEDC9-E711-4FBB-B6DF-10A54AC2199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5179AC1-3F6B-4401-9CF1-96107531941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C5383FC-B74E-479D-B3F4-0197766B2E3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2CF1B87-3746-4448-A36A-27C2903467F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97942628-F781-461E-9294-29A242151112}"/>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CEAA551A-02DE-4045-A73C-4EC45BD6E67A}"/>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6BE27C64-7449-4CDD-BA1F-59D62636B341}"/>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3649CB01-FCA1-4313-8971-3F8B50985884}"/>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6B6BB4DA-E926-4220-9D00-63F6E33D8014}"/>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FFB01CF4-BC84-4522-854B-29C09D974BDC}"/>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83BE0811-0407-45EB-BB0B-7639E85B15E6}"/>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267F768-215B-4CD6-927D-67759ED98996}"/>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F2CFD33-BE96-427A-B356-13958A837FB8}"/>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D3A7F00-6844-43F4-887E-DF2A136A453D}"/>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FBEC45F6-ADAD-473D-87C9-ACF0E8A3FA46}"/>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550C4FE7-50B0-4E39-952A-07B7B0F82334}"/>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5DE0F7DA-E590-4106-9B8C-1ACB5535E844}"/>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0CFFB041-72CB-4B69-BB29-2948491A6E11}"/>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5E7340B1-649C-4E0F-AA61-526E6E3B59B0}"/>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D2D95B77-B560-42B5-9C46-7D9E6E836367}"/>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67D004E3-9EDD-44EE-816F-67A93E10FCC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D9DBEBB-8E21-4A1B-A64A-1187A03296D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191897331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EE74EB0-4426-40DA-82CC-1E28D797DED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B15AD1A4-B761-404C-B4EA-08084966B72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51B1FBF9-DD4C-41CC-BCD3-3677BCE3485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838F5E0-CD34-4049-AF61-4875BC4FB8B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FF5A777B-2D16-476F-AF8D-FFF10528D22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99F460E-CEB1-4C95-BF03-C56351BFFCF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2EB2CCB-9640-43F9-853F-DA6737E3D47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1C35CF-22C0-41BF-B9E7-A5CC88FACF6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D491A10-9CC5-4D6D-AB40-C294351046E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783A05-FBE1-419F-9438-8D9B39CBCDA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F6A8990-FE3F-4ACC-9574-8F8B57B160C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BA8D106-A1B5-46F7-B736-9BA38BEE084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CB36EC5-17CC-4AAE-BB47-66722142951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7CB5F96-EBBD-4220-9988-BCEC96105DE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FF88CB6-A4C5-46E5-AA44-22B2D0F63CA9}"/>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3A50A25F-941F-4889-9600-C97CF21FAD63}"/>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4DD59D25-1647-4BCE-979C-031D8F09B2CF}"/>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48C8D56F-1BEA-4550-860F-4F9C709D53FA}"/>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73BA9693-5225-4BC8-B04C-3F9F046CF4A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72D5FD0-195F-4ED1-B5ED-71A049DAD28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202286428"/>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B419179-2245-44FA-AB48-713CD39A5EA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B818570A-957C-43A7-8977-2D11D734811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92610956-D717-4D50-9532-44ABA76007B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F2477E-06D1-4F2B-8695-A6394EAA82F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5213F043-870D-4902-8537-C5BC990AD20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C9F826A-A3C2-49D7-81B9-0ADBBE030F6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0DCFD3A-0833-4AA5-AF44-6AA718C954D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E5B5286-06E4-4894-8D9C-EEAFDC6CEC8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BDED991-FD1A-43AE-A784-333AF4A6EB2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6072CF-8886-48A8-8265-618C8BE574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152CA05-C55A-49E3-BC6B-E97C2C89361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8533730-5DC0-4B6F-A167-0AF5530ADD7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52F8284-A09F-4F3A-A752-D277112CB3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E52E65-9CF8-4D37-8E84-4F11373E336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33D041-479E-40E5-9BFA-D7FCAF83527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102EF4E4-885B-40F3-8A5E-26639AAE739A}"/>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72547E7B-DDF9-42A0-8746-4417F489AE88}"/>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90C9C504-9B5D-4F64-9403-6A9F649292F1}"/>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FB4E035-63DF-45ED-99DA-ABA793649D7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86E3F05C-458A-4F01-825A-106DD296B808}"/>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A237271C-BDC8-46B0-8973-DF3C1D0EDC6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0D8EBB1-06B3-431A-A22E-F08F5FB66C2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33100935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6080194-A55B-453D-9A26-9BDD998DAAC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DE2605F0-C538-4F64-89D7-A8520139E18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E45B3187-7F79-4333-B7F7-EFEB8437EAA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1CFF203-F8FE-4C9B-9F97-0A45D0D678A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801384C9-BFB3-425D-9BF1-C43958DD1F1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694758D-07A7-4C09-AB87-5609546D069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0E96C4E-3156-4B65-9B69-AA03988D83C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B98F251-ECB1-4E8F-8866-C938C0F063D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76E76B9-8A9C-4864-8291-718392B7754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009BC50-BF5E-4F78-8CDF-66D2B5A129E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BD44AD9-25E8-4987-95FB-D190D7FCB7E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FDC54B1-9C6F-4C05-928E-6E1A4845A0D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3D3AA92-12CF-4B5D-A350-CD6B4FFC32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696503F-5311-4E92-9480-C44EDC9659E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AC189F2-AF86-4C07-9F4D-B82D2C36EA1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55D44C29-DC32-414F-BB60-37B5C931BD23}"/>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64A8A022-8009-4E00-9335-74657BE9A8EB}"/>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D12542F4-7CEB-4F26-82B0-B621DC96A5A4}"/>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A64EE75A-AEA3-4A44-BA51-C33C0D710A79}"/>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0D65FF39-5032-4CFA-A794-EE4462F40806}"/>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B712D252-C554-4A18-B3B5-D49D4C924051}"/>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90AC9B43-9FD7-4E7E-A8C9-2327FDFA0B4B}"/>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0D7CE71-3F68-4B59-B9DA-FF17C92C7867}"/>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F20A8A99-FA10-4A61-A52F-8715A0103F55}"/>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03F6BED7-AB19-444B-ACD0-668145E9D12D}"/>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98E41B2B-0849-4E0A-9393-EB4C73463DFF}"/>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0DEA088-79FA-4C8C-9C9E-153C9F047B2D}"/>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0D2563D6-EF40-466E-8FEC-D65EC31C53BF}"/>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E7B2C3C7-3DF9-49EC-A15F-8D5EE2BB5387}"/>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DEB1B5CA-EFCF-4FCE-9499-EEBCE2F612A8}"/>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67E52A1-E7AE-4FCD-AF69-265D11072D5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A1E8024-133B-45EE-BA65-2AEE4ABACC0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136521063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D197242-33DE-4874-AE3B-7EDE472B2276}"/>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8489E8F8-5C7B-4C52-B755-DA583667AA92}"/>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F883945-7E83-4A58-80CB-F4F2FA4A702B}"/>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515"/>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Explanation complete. Next: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9F899FC8-4268-400D-BD1B-C9E5D1ED974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92DDC77-45D0-4C58-8666-DA30319DC98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52B0B70E-F957-423B-9E01-67152C8DA93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7D4D15A-588F-4230-8CCF-59AFF623B4D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18A828C6-74A6-4F61-B889-8C76669B297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A79FAAB-146D-45A5-91C4-7C2A75EB1D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621561D4-6711-4306-9492-771CA70C240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31703B8-512B-4A96-945D-93ECDC24B7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DB6EFC22-7209-48F9-AF71-F8E80354A78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E6F83EF-A568-465C-9B43-B921CCFD5F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89574571"/>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96B8715-4189-47CC-81E0-576E028EAB07}"/>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527F4C33-DA9C-4FB3-9FDF-036507803EA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C337514B-C606-4413-8C1A-497E6DFEB952}"/>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E99114-8F99-4BC4-A0C4-5F34A13ADD8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E8C45437-B59A-407B-B4C7-26427400724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9C0BFF9-F6BA-4AAF-9219-F71258F69D6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5100749-C071-44EC-BC03-CCD1C5F86A7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2AE4B8D-7F97-4958-AC03-54C42AA95B2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ACCDD44-2BC0-4DE4-9293-9A57F5C4850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5C50AEF-ADAB-44BD-8A10-32A3F00188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F38B0D-EADC-4AC1-8EB4-B86A5E07150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09BB725-3294-4A93-8B14-962D94D6EAC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4CEC1C6-2599-406C-B410-A032CBA72F4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FA484C3-7E5C-498D-A500-22F3CFB3726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46902864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E681C9F1-1A2D-4269-AD5C-AB084DCA673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2D5A8431-1EEF-4DA8-85A2-801FE95F693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D633D56A-02D1-4669-8B81-1C7B2DFA5F3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4BCF72-E84E-497D-87A0-8AAF5C7980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00CC1F1F-F94B-4E27-92B1-78A2794E18A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FDF9235-B2F1-482A-A3E8-AB264A996FA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EF38DEB-4744-4BC4-AC09-9A4D0A3E260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9FFAD7-7CCE-4FFC-B61A-8CC0DA1EEEF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E26A169-BE20-44BC-8255-8233FB028A8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C9CC02-B806-45B6-AF8F-56332AB1223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EBE9B72-EAED-4DFD-83B3-BF0D7D2A810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26212BE-1409-4E04-97F1-DCB72B88ED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F8576DF-8D6E-4B29-909B-8A345FA005E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F69E9BF-B3D7-448E-9271-82396D50628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F3CF342-0EB5-44E5-A8F8-EBBE7B4822F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E969F4CF-625A-4374-889B-8414CBC9014F}"/>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1BB25930-C170-42E3-8FC5-420888B332EE}"/>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855C31FC-CB6F-4C47-8873-7489147781A8}"/>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33136CB4-9354-460A-BCA0-EDD927E9ABA9}"/>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4970D503-9D1C-433C-A199-776301D3BF02}"/>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0314FF96-E42F-4973-8623-90FF56F8C0D0}"/>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353473F-9034-46EE-983C-878F9DF6BC95}"/>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4B932BCD-B04D-404B-8AFD-8ED7B8D293FF}"/>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2105D3EA-C579-4EF8-BB70-2970EC299F88}"/>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3E8128E6-D708-4166-9F3C-4ABF57660CAD}"/>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4280736D-5B47-44A4-912B-255684CC51A2}"/>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DC7615F6-A30A-4F21-817B-1EEC0B22B028}"/>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D03493CE-6773-496F-8415-CBF1AED805B5}"/>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753C419-211A-430E-B11E-A6246DFAFD35}"/>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15F8E167-B40E-442A-BF4A-839CEFF1FEF3}"/>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B6BB3F8-D8BB-4BC1-A85D-A1C4419AB949}"/>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0DAEC74C-D2CE-445E-A093-F6BD2CEAB2D9}"/>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81D7BDD-921F-4885-932D-CA65DA142042}"/>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D0B20153-FBF2-4B46-A01D-F5BEBBE8354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8817879-C60A-4285-8832-BC718769D1D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1644167748"/>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BA4BDE97-F293-4628-B0B9-9B19284059F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Freeze evidence roles before asking the model to search</a:t>
            </a:r>
          </a:p>
        </p:txBody>
      </p:sp>
      <p:sp>
        <p:nvSpPr>
          <p:cNvPr id="2" name="">
            <a:extLst xmlns:a="http://schemas.openxmlformats.org/drawingml/2006/main">
              <a:ext uri="{FF2B5EF4-FFF2-40B4-BE49-F238E27FC236}">
                <a16:creationId xmlns:a16="http://schemas.microsoft.com/office/drawing/2014/main" id="{3E686AC0-9410-47A1-8CC0-A11BF6A8F3F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experimental setup</a:t>
            </a:r>
          </a:p>
        </p:txBody>
      </p:sp>
      <p:sp>
        <p:nvSpPr>
          <p:cNvPr id="3" name="">
            <a:extLst xmlns:a="http://schemas.openxmlformats.org/drawingml/2006/main">
              <a:ext uri="{FF2B5EF4-FFF2-40B4-BE49-F238E27FC236}">
                <a16:creationId xmlns:a16="http://schemas.microsoft.com/office/drawing/2014/main" id="{401530B1-AB09-4187-80A4-47C2B0FA771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B31568-33DF-4C47-BEAF-645AFCA9A6F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8AF3DFA4-09E6-4CF7-9953-5B62AAEE5D5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B71EFF-A9A2-4B37-A1F6-E88599CB2A1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BFDD832-D3CA-4218-B195-C658A2A7745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67CA9F-E1D6-4BF0-B248-3E4A47C053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E9B9733-6D1A-4840-84D7-5C55FA24357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85ED5F-1F28-49C2-82AC-34D391A3887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427A18A-D013-4D07-BD23-7C85AB13A97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616FA6A-2625-4602-AD5D-6977B7A2282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8E06A3-845D-4F80-A5F7-369B376CFC4B}"/>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54E8802-11D7-4D23-AF79-6E807D5535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C25FAE1-F47D-4BFE-BF44-3B361BE187F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synthetic participant 69576 · 19 risky-choice problems</a:t>
            </a:r>
          </a:p>
        </p:txBody>
      </p:sp>
      <p:sp>
        <p:nvSpPr>
          <p:cNvPr id="16" name="">
            <a:extLst xmlns:a="http://schemas.openxmlformats.org/drawingml/2006/main">
              <a:ext uri="{FF2B5EF4-FFF2-40B4-BE49-F238E27FC236}">
                <a16:creationId xmlns:a16="http://schemas.microsoft.com/office/drawing/2014/main" id="{724EC9BA-322E-4C85-8964-2E8F21566F6A}"/>
              </a:ext>
            </a:extLst>
          </p:cNvPr>
          <p:cNvSpPr>
            <a:spLocks xmlns:a="http://schemas.openxmlformats.org/drawingml/2006/main" noGrp="1"/>
          </p:cNvSpPr>
          <p:nvPr/>
        </p:nvSpPr>
        <p:spPr>
          <a:xfrm xmlns:a="http://schemas.openxmlformats.org/drawingml/2006/main">
            <a:off x="8001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ECE3E720-22D0-40F3-87E3-9746B13352AF}"/>
              </a:ext>
            </a:extLst>
          </p:cNvPr>
          <p:cNvSpPr>
            <a:spLocks xmlns:a="http://schemas.openxmlformats.org/drawingml/2006/main" noGrp="1"/>
          </p:cNvSpPr>
          <p:nvPr/>
        </p:nvSpPr>
        <p:spPr>
          <a:xfrm xmlns:a="http://schemas.openxmlformats.org/drawingml/2006/main">
            <a:off x="8001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Q01-Q11 · 11 trials</a:t>
            </a:r>
          </a:p>
        </p:txBody>
      </p:sp>
      <p:sp>
        <p:nvSpPr>
          <p:cNvPr id="18" name="">
            <a:extLst xmlns:a="http://schemas.openxmlformats.org/drawingml/2006/main">
              <a:ext uri="{FF2B5EF4-FFF2-40B4-BE49-F238E27FC236}">
                <a16:creationId xmlns:a16="http://schemas.microsoft.com/office/drawing/2014/main" id="{6528CABC-C2B6-4D7F-B37A-B9626476CCFE}"/>
              </a:ext>
            </a:extLst>
          </p:cNvPr>
          <p:cNvSpPr>
            <a:spLocks xmlns:a="http://schemas.openxmlformats.org/drawingml/2006/main" noGrp="1"/>
          </p:cNvSpPr>
          <p:nvPr/>
        </p:nvSpPr>
        <p:spPr>
          <a:xfrm xmlns:a="http://schemas.openxmlformats.org/drawingml/2006/main">
            <a:off x="8001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5538528-06AE-4760-95D2-78183A62262C}"/>
              </a:ext>
            </a:extLst>
          </p:cNvPr>
          <p:cNvSpPr>
            <a:spLocks xmlns:a="http://schemas.openxmlformats.org/drawingml/2006/main" noGrp="1"/>
          </p:cNvSpPr>
          <p:nvPr/>
        </p:nvSpPr>
        <p:spPr>
          <a:xfrm xmlns:a="http://schemas.openxmlformats.org/drawingml/2006/main">
            <a:off x="8001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0" name="">
            <a:extLst xmlns:a="http://schemas.openxmlformats.org/drawingml/2006/main">
              <a:ext uri="{FF2B5EF4-FFF2-40B4-BE49-F238E27FC236}">
                <a16:creationId xmlns:a16="http://schemas.microsoft.com/office/drawing/2014/main" id="{4CD827F4-AC61-4A1E-9B1F-ADFF67BB14C9}"/>
              </a:ext>
            </a:extLst>
          </p:cNvPr>
          <p:cNvSpPr>
            <a:spLocks xmlns:a="http://schemas.openxmlformats.org/drawingml/2006/main" noGrp="1"/>
          </p:cNvSpPr>
          <p:nvPr/>
        </p:nvSpPr>
        <p:spPr>
          <a:xfrm xmlns:a="http://schemas.openxmlformats.org/drawingml/2006/main">
            <a:off x="8001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Behavior + preference-free think-aloud</a:t>
            </a:r>
          </a:p>
        </p:txBody>
      </p:sp>
      <p:sp>
        <p:nvSpPr>
          <p:cNvPr id="21" name="">
            <a:extLst xmlns:a="http://schemas.openxmlformats.org/drawingml/2006/main">
              <a:ext uri="{FF2B5EF4-FFF2-40B4-BE49-F238E27FC236}">
                <a16:creationId xmlns:a16="http://schemas.microsoft.com/office/drawing/2014/main" id="{6E318C4A-2EB9-467E-9F37-A84DB64E0340}"/>
              </a:ext>
            </a:extLst>
          </p:cNvPr>
          <p:cNvSpPr>
            <a:spLocks xmlns:a="http://schemas.openxmlformats.org/drawingml/2006/main" noGrp="1"/>
          </p:cNvSpPr>
          <p:nvPr/>
        </p:nvSpPr>
        <p:spPr>
          <a:xfrm xmlns:a="http://schemas.openxmlformats.org/drawingml/2006/main">
            <a:off x="8001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2" name="">
            <a:extLst xmlns:a="http://schemas.openxmlformats.org/drawingml/2006/main">
              <a:ext uri="{FF2B5EF4-FFF2-40B4-BE49-F238E27FC236}">
                <a16:creationId xmlns:a16="http://schemas.microsoft.com/office/drawing/2014/main" id="{AF0508A5-BB33-42FA-ADE2-CDE8EDB2E3A6}"/>
              </a:ext>
            </a:extLst>
          </p:cNvPr>
          <p:cNvSpPr>
            <a:spLocks xmlns:a="http://schemas.openxmlformats.org/drawingml/2006/main" noGrp="1"/>
          </p:cNvSpPr>
          <p:nvPr/>
        </p:nvSpPr>
        <p:spPr>
          <a:xfrm xmlns:a="http://schemas.openxmlformats.org/drawingml/2006/main">
            <a:off x="8001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DeepSeek proposes candidate structures; Python fits parameters</a:t>
            </a:r>
          </a:p>
        </p:txBody>
      </p:sp>
      <p:sp>
        <p:nvSpPr>
          <p:cNvPr id="23" name="">
            <a:extLst xmlns:a="http://schemas.openxmlformats.org/drawingml/2006/main">
              <a:ext uri="{FF2B5EF4-FFF2-40B4-BE49-F238E27FC236}">
                <a16:creationId xmlns:a16="http://schemas.microsoft.com/office/drawing/2014/main" id="{9E879C59-EF27-4728-B822-D55846ED0137}"/>
              </a:ext>
            </a:extLst>
          </p:cNvPr>
          <p:cNvSpPr>
            <a:spLocks xmlns:a="http://schemas.openxmlformats.org/drawingml/2006/main" noGrp="1"/>
          </p:cNvSpPr>
          <p:nvPr/>
        </p:nvSpPr>
        <p:spPr>
          <a:xfrm xmlns:a="http://schemas.openxmlformats.org/drawingml/2006/main">
            <a:off x="451485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VALIDATION</a:t>
            </a:r>
          </a:p>
        </p:txBody>
      </p:sp>
      <p:sp>
        <p:nvSpPr>
          <p:cNvPr id="24" name="">
            <a:extLst xmlns:a="http://schemas.openxmlformats.org/drawingml/2006/main">
              <a:ext uri="{FF2B5EF4-FFF2-40B4-BE49-F238E27FC236}">
                <a16:creationId xmlns:a16="http://schemas.microsoft.com/office/drawing/2014/main" id="{59B2F664-1FA1-469A-9C47-C29596E6F70F}"/>
              </a:ext>
            </a:extLst>
          </p:cNvPr>
          <p:cNvSpPr>
            <a:spLocks xmlns:a="http://schemas.openxmlformats.org/drawingml/2006/main" noGrp="1"/>
          </p:cNvSpPr>
          <p:nvPr/>
        </p:nvSpPr>
        <p:spPr>
          <a:xfrm xmlns:a="http://schemas.openxmlformats.org/drawingml/2006/main">
            <a:off x="451485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Q12-Q15 · 4 trials</a:t>
            </a:r>
          </a:p>
        </p:txBody>
      </p:sp>
      <p:sp>
        <p:nvSpPr>
          <p:cNvPr id="25" name="">
            <a:extLst xmlns:a="http://schemas.openxmlformats.org/drawingml/2006/main">
              <a:ext uri="{FF2B5EF4-FFF2-40B4-BE49-F238E27FC236}">
                <a16:creationId xmlns:a16="http://schemas.microsoft.com/office/drawing/2014/main" id="{B139E6E0-8283-4D1B-BB18-2A974A6A1B83}"/>
              </a:ext>
            </a:extLst>
          </p:cNvPr>
          <p:cNvSpPr>
            <a:spLocks xmlns:a="http://schemas.openxmlformats.org/drawingml/2006/main" noGrp="1"/>
          </p:cNvSpPr>
          <p:nvPr/>
        </p:nvSpPr>
        <p:spPr>
          <a:xfrm xmlns:a="http://schemas.openxmlformats.org/drawingml/2006/main">
            <a:off x="451485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6A1B0BE-9B65-46B2-9A25-8B7A7650640A}"/>
              </a:ext>
            </a:extLst>
          </p:cNvPr>
          <p:cNvSpPr>
            <a:spLocks xmlns:a="http://schemas.openxmlformats.org/drawingml/2006/main" noGrp="1"/>
          </p:cNvSpPr>
          <p:nvPr/>
        </p:nvSpPr>
        <p:spPr>
          <a:xfrm xmlns:a="http://schemas.openxmlformats.org/drawingml/2006/main">
            <a:off x="451485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7" name="">
            <a:extLst xmlns:a="http://schemas.openxmlformats.org/drawingml/2006/main">
              <a:ext uri="{FF2B5EF4-FFF2-40B4-BE49-F238E27FC236}">
                <a16:creationId xmlns:a16="http://schemas.microsoft.com/office/drawing/2014/main" id="{D2D0F981-73C3-45CA-90CC-C7E6CB5BCC18}"/>
              </a:ext>
            </a:extLst>
          </p:cNvPr>
          <p:cNvSpPr>
            <a:spLocks xmlns:a="http://schemas.openxmlformats.org/drawingml/2006/main" noGrp="1"/>
          </p:cNvSpPr>
          <p:nvPr/>
        </p:nvSpPr>
        <p:spPr>
          <a:xfrm xmlns:a="http://schemas.openxmlformats.org/drawingml/2006/main">
            <a:off x="451485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Predictions and errors</a:t>
            </a:r>
          </a:p>
        </p:txBody>
      </p:sp>
      <p:sp>
        <p:nvSpPr>
          <p:cNvPr id="28" name="">
            <a:extLst xmlns:a="http://schemas.openxmlformats.org/drawingml/2006/main">
              <a:ext uri="{FF2B5EF4-FFF2-40B4-BE49-F238E27FC236}">
                <a16:creationId xmlns:a16="http://schemas.microsoft.com/office/drawing/2014/main" id="{122F32D2-EC20-484A-BBC9-6FA0D0360D0B}"/>
              </a:ext>
            </a:extLst>
          </p:cNvPr>
          <p:cNvSpPr>
            <a:spLocks xmlns:a="http://schemas.openxmlformats.org/drawingml/2006/main" noGrp="1"/>
          </p:cNvSpPr>
          <p:nvPr/>
        </p:nvSpPr>
        <p:spPr>
          <a:xfrm xmlns:a="http://schemas.openxmlformats.org/drawingml/2006/main">
            <a:off x="451485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9" name="">
            <a:extLst xmlns:a="http://schemas.openxmlformats.org/drawingml/2006/main">
              <a:ext uri="{FF2B5EF4-FFF2-40B4-BE49-F238E27FC236}">
                <a16:creationId xmlns:a16="http://schemas.microsoft.com/office/drawing/2014/main" id="{42481C18-9BEB-46E2-86F3-AC7842F2E352}"/>
              </a:ext>
            </a:extLst>
          </p:cNvPr>
          <p:cNvSpPr>
            <a:spLocks xmlns:a="http://schemas.openxmlformats.org/drawingml/2006/main" noGrp="1"/>
          </p:cNvSpPr>
          <p:nvPr/>
        </p:nvSpPr>
        <p:spPr>
          <a:xfrm xmlns:a="http://schemas.openxmlformats.org/drawingml/2006/main">
            <a:off x="451485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Rank candidates and guide two revisions</a:t>
            </a:r>
          </a:p>
        </p:txBody>
      </p:sp>
      <p:sp>
        <p:nvSpPr>
          <p:cNvPr id="30" name="">
            <a:extLst xmlns:a="http://schemas.openxmlformats.org/drawingml/2006/main">
              <a:ext uri="{FF2B5EF4-FFF2-40B4-BE49-F238E27FC236}">
                <a16:creationId xmlns:a16="http://schemas.microsoft.com/office/drawing/2014/main" id="{B589AB9D-29BE-4143-A512-7F2962C9CEE6}"/>
              </a:ext>
            </a:extLst>
          </p:cNvPr>
          <p:cNvSpPr>
            <a:spLocks xmlns:a="http://schemas.openxmlformats.org/drawingml/2006/main" noGrp="1"/>
          </p:cNvSpPr>
          <p:nvPr/>
        </p:nvSpPr>
        <p:spPr>
          <a:xfrm xmlns:a="http://schemas.openxmlformats.org/drawingml/2006/main">
            <a:off x="82296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TEST</a:t>
            </a:r>
          </a:p>
        </p:txBody>
      </p:sp>
      <p:sp>
        <p:nvSpPr>
          <p:cNvPr id="31" name="">
            <a:extLst xmlns:a="http://schemas.openxmlformats.org/drawingml/2006/main">
              <a:ext uri="{FF2B5EF4-FFF2-40B4-BE49-F238E27FC236}">
                <a16:creationId xmlns:a16="http://schemas.microsoft.com/office/drawing/2014/main" id="{B6DF27E2-E036-4481-82DE-53B8160E7E47}"/>
              </a:ext>
            </a:extLst>
          </p:cNvPr>
          <p:cNvSpPr>
            <a:spLocks xmlns:a="http://schemas.openxmlformats.org/drawingml/2006/main" noGrp="1"/>
          </p:cNvSpPr>
          <p:nvPr/>
        </p:nvSpPr>
        <p:spPr>
          <a:xfrm xmlns:a="http://schemas.openxmlformats.org/drawingml/2006/main">
            <a:off x="82296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Q16-Q19 · 4 trials</a:t>
            </a:r>
          </a:p>
        </p:txBody>
      </p:sp>
      <p:sp>
        <p:nvSpPr>
          <p:cNvPr id="32" name="">
            <a:extLst xmlns:a="http://schemas.openxmlformats.org/drawingml/2006/main">
              <a:ext uri="{FF2B5EF4-FFF2-40B4-BE49-F238E27FC236}">
                <a16:creationId xmlns:a16="http://schemas.microsoft.com/office/drawing/2014/main" id="{A5F208E5-8B02-4E91-8636-CCD160463355}"/>
              </a:ext>
            </a:extLst>
          </p:cNvPr>
          <p:cNvSpPr>
            <a:spLocks xmlns:a="http://schemas.openxmlformats.org/drawingml/2006/main" noGrp="1"/>
          </p:cNvSpPr>
          <p:nvPr/>
        </p:nvSpPr>
        <p:spPr>
          <a:xfrm xmlns:a="http://schemas.openxmlformats.org/drawingml/2006/main">
            <a:off x="82296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CD6E471-035F-4D1D-B8C2-4B204F2BC604}"/>
              </a:ext>
            </a:extLst>
          </p:cNvPr>
          <p:cNvSpPr>
            <a:spLocks xmlns:a="http://schemas.openxmlformats.org/drawingml/2006/main" noGrp="1"/>
          </p:cNvSpPr>
          <p:nvPr/>
        </p:nvSpPr>
        <p:spPr>
          <a:xfrm xmlns:a="http://schemas.openxmlformats.org/drawingml/2006/main">
            <a:off x="82296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34" name="">
            <a:extLst xmlns:a="http://schemas.openxmlformats.org/drawingml/2006/main">
              <a:ext uri="{FF2B5EF4-FFF2-40B4-BE49-F238E27FC236}">
                <a16:creationId xmlns:a16="http://schemas.microsoft.com/office/drawing/2014/main" id="{33378E8B-5B44-4402-A3F9-3A005D1953C2}"/>
              </a:ext>
            </a:extLst>
          </p:cNvPr>
          <p:cNvSpPr>
            <a:spLocks xmlns:a="http://schemas.openxmlformats.org/drawingml/2006/main" noGrp="1"/>
          </p:cNvSpPr>
          <p:nvPr/>
        </p:nvSpPr>
        <p:spPr>
          <a:xfrm xmlns:a="http://schemas.openxmlformats.org/drawingml/2006/main">
            <a:off x="82296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Hidden during proposal and revision</a:t>
            </a:r>
          </a:p>
        </p:txBody>
      </p:sp>
      <p:sp>
        <p:nvSpPr>
          <p:cNvPr id="35" name="">
            <a:extLst xmlns:a="http://schemas.openxmlformats.org/drawingml/2006/main">
              <a:ext uri="{FF2B5EF4-FFF2-40B4-BE49-F238E27FC236}">
                <a16:creationId xmlns:a16="http://schemas.microsoft.com/office/drawing/2014/main" id="{25B748B2-7EC6-494D-851F-20E8BFED0011}"/>
              </a:ext>
            </a:extLst>
          </p:cNvPr>
          <p:cNvSpPr>
            <a:spLocks xmlns:a="http://schemas.openxmlformats.org/drawingml/2006/main" noGrp="1"/>
          </p:cNvSpPr>
          <p:nvPr/>
        </p:nvSpPr>
        <p:spPr>
          <a:xfrm xmlns:a="http://schemas.openxmlformats.org/drawingml/2006/main">
            <a:off x="82296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36" name="">
            <a:extLst xmlns:a="http://schemas.openxmlformats.org/drawingml/2006/main">
              <a:ext uri="{FF2B5EF4-FFF2-40B4-BE49-F238E27FC236}">
                <a16:creationId xmlns:a16="http://schemas.microsoft.com/office/drawing/2014/main" id="{A71B8ADC-986C-4C4D-AF96-8CF3C7035B52}"/>
              </a:ext>
            </a:extLst>
          </p:cNvPr>
          <p:cNvSpPr>
            <a:spLocks xmlns:a="http://schemas.openxmlformats.org/drawingml/2006/main" noGrp="1"/>
          </p:cNvSpPr>
          <p:nvPr/>
        </p:nvSpPr>
        <p:spPr>
          <a:xfrm xmlns:a="http://schemas.openxmlformats.org/drawingml/2006/main">
            <a:off x="82296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Open once after selecting the candidate</a:t>
            </a:r>
          </a:p>
        </p:txBody>
      </p:sp>
      <p:sp>
        <p:nvSpPr>
          <p:cNvPr id="37" name="">
            <a:extLst xmlns:a="http://schemas.openxmlformats.org/drawingml/2006/main">
              <a:ext uri="{FF2B5EF4-FFF2-40B4-BE49-F238E27FC236}">
                <a16:creationId xmlns:a16="http://schemas.microsoft.com/office/drawing/2014/main" id="{69D63960-23F7-4425-A845-1AB0DFEDF5D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AB67256F-C1EB-4845-A4B3-A774A7EBE8BF}"/>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split is part of the claim: validation may steer search; test evidence may not.</a:t>
            </a:r>
          </a:p>
        </p:txBody>
      </p:sp>
    </p:spTree>
    <p:extLst>
      <p:ext uri="{BB962C8B-B14F-4D97-AF65-F5344CB8AC3E}">
        <p14:creationId xmlns:p14="http://schemas.microsoft.com/office/powerpoint/2010/main" val="176521029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8CD2CFE-117C-4E2B-B566-14C33CC5C98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DeepSeek proposes; trusted Python controls the search</a:t>
            </a:r>
          </a:p>
        </p:txBody>
      </p:sp>
      <p:sp>
        <p:nvSpPr>
          <p:cNvPr id="2" name="">
            <a:extLst xmlns:a="http://schemas.openxmlformats.org/drawingml/2006/main">
              <a:ext uri="{FF2B5EF4-FFF2-40B4-BE49-F238E27FC236}">
                <a16:creationId xmlns:a16="http://schemas.microsoft.com/office/drawing/2014/main" id="{AA64A208-36CE-424F-9F2D-4F8EA5AE850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minimal loop</a:t>
            </a:r>
          </a:p>
        </p:txBody>
      </p:sp>
      <p:sp>
        <p:nvSpPr>
          <p:cNvPr id="3" name="">
            <a:extLst xmlns:a="http://schemas.openxmlformats.org/drawingml/2006/main">
              <a:ext uri="{FF2B5EF4-FFF2-40B4-BE49-F238E27FC236}">
                <a16:creationId xmlns:a16="http://schemas.microsoft.com/office/drawing/2014/main" id="{41BED435-C4CA-4061-BBE7-A9786182E52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C9586C6-06AB-4509-8E61-C7624C9B2C4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F6E730B4-F24B-4E15-939B-0702BC340BC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CEE237-2996-4B68-87FC-9CDCB8FCA12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8345FB2-249C-42F0-8670-E8178AD8045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123AF4-0E30-4314-9B5B-1B317FA752D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78294EE-964D-42F3-AC79-FCB9F96D723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F0746EC-D524-46BD-BD0B-44648292A1D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F4201B2-E34E-4C20-BB64-1CCB22A0289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1D95DA-1EFA-4431-B889-178603DDFFC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4AEDCEF-2628-4391-95AA-A4CD50E3DA9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5120ABC-C0E5-4A0C-82C2-FB1170F7FF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7A66EA6-787A-4B16-A808-CD9FB4CDBB7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Three DeepSeek V4 Pro calls / restricted seven-variable model language</a:t>
            </a:r>
          </a:p>
        </p:txBody>
      </p:sp>
      <p:sp>
        <p:nvSpPr>
          <p:cNvPr id="16" name="">
            <a:extLst xmlns:a="http://schemas.openxmlformats.org/drawingml/2006/main">
              <a:ext uri="{FF2B5EF4-FFF2-40B4-BE49-F238E27FC236}">
                <a16:creationId xmlns:a16="http://schemas.microsoft.com/office/drawing/2014/main" id="{0C9D1120-6075-45AD-B218-1FF7C02ED309}"/>
              </a:ext>
            </a:extLst>
          </p:cNvPr>
          <p:cNvSpPr>
            <a:spLocks xmlns:a="http://schemas.openxmlformats.org/drawingml/2006/main" noGrp="1"/>
          </p:cNvSpPr>
          <p:nvPr/>
        </p:nvSpPr>
        <p:spPr>
          <a:xfrm xmlns:a="http://schemas.openxmlformats.org/drawingml/2006/main">
            <a:off x="8001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234E70"/>
                </a:solidFill>
                <a:latin typeface="Arial"/>
                <a:ea typeface="Arial"/>
                <a:cs typeface="Arial"/>
              </a:defRPr>
            </a:pPr>
            <a:r>
              <a:rPr sz="1275" b="1" i="0">
                <a:solidFill>
                  <a:srgbClr val="234E70"/>
                </a:solidFill>
                <a:latin typeface="Arial"/>
                <a:ea typeface="Arial"/>
                <a:cs typeface="Arial"/>
              </a:rPr>
              <a:t>1 · PROPOSE</a:t>
            </a:r>
          </a:p>
        </p:txBody>
      </p:sp>
      <p:sp>
        <p:nvSpPr>
          <p:cNvPr id="17" name="">
            <a:extLst xmlns:a="http://schemas.openxmlformats.org/drawingml/2006/main">
              <a:ext uri="{FF2B5EF4-FFF2-40B4-BE49-F238E27FC236}">
                <a16:creationId xmlns:a16="http://schemas.microsoft.com/office/drawing/2014/main" id="{285BB1E2-005D-4F08-A3FA-B55601196F47}"/>
              </a:ext>
            </a:extLst>
          </p:cNvPr>
          <p:cNvSpPr>
            <a:spLocks xmlns:a="http://schemas.openxmlformats.org/drawingml/2006/main" noGrp="1"/>
          </p:cNvSpPr>
          <p:nvPr/>
        </p:nvSpPr>
        <p:spPr>
          <a:xfrm xmlns:a="http://schemas.openxmlformats.org/drawingml/2006/main">
            <a:off x="8001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DeepSeek V4 Pro</a:t>
            </a:r>
          </a:p>
        </p:txBody>
      </p:sp>
      <p:sp>
        <p:nvSpPr>
          <p:cNvPr id="18" name="">
            <a:extLst xmlns:a="http://schemas.openxmlformats.org/drawingml/2006/main">
              <a:ext uri="{FF2B5EF4-FFF2-40B4-BE49-F238E27FC236}">
                <a16:creationId xmlns:a16="http://schemas.microsoft.com/office/drawing/2014/main" id="{16B93D73-0A88-4B42-B75E-C797E56F7E36}"/>
              </a:ext>
            </a:extLst>
          </p:cNvPr>
          <p:cNvSpPr>
            <a:spLocks xmlns:a="http://schemas.openxmlformats.org/drawingml/2006/main" noGrp="1"/>
          </p:cNvSpPr>
          <p:nvPr/>
        </p:nvSpPr>
        <p:spPr>
          <a:xfrm xmlns:a="http://schemas.openxmlformats.org/drawingml/2006/main">
            <a:off x="800100" y="2914650"/>
            <a:ext cx="2952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Reads training choices and masked think-aloud; returns four JSON model specifications.</a:t>
            </a:r>
          </a:p>
        </p:txBody>
      </p:sp>
      <p:sp>
        <p:nvSpPr>
          <p:cNvPr id="19" name="">
            <a:extLst xmlns:a="http://schemas.openxmlformats.org/drawingml/2006/main">
              <a:ext uri="{FF2B5EF4-FFF2-40B4-BE49-F238E27FC236}">
                <a16:creationId xmlns:a16="http://schemas.microsoft.com/office/drawing/2014/main" id="{52A6F860-05F3-4006-974E-9C3725198938}"/>
              </a:ext>
            </a:extLst>
          </p:cNvPr>
          <p:cNvSpPr>
            <a:spLocks xmlns:a="http://schemas.openxmlformats.org/drawingml/2006/main" noGrp="1"/>
          </p:cNvSpPr>
          <p:nvPr/>
        </p:nvSpPr>
        <p:spPr>
          <a:xfrm xmlns:a="http://schemas.openxmlformats.org/drawingml/2006/main">
            <a:off x="39433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732FEF0-8D79-46D7-869A-F44A2F07D96D}"/>
              </a:ext>
            </a:extLst>
          </p:cNvPr>
          <p:cNvSpPr>
            <a:spLocks xmlns:a="http://schemas.openxmlformats.org/drawingml/2006/main" noGrp="1"/>
          </p:cNvSpPr>
          <p:nvPr/>
        </p:nvSpPr>
        <p:spPr>
          <a:xfrm xmlns:a="http://schemas.openxmlformats.org/drawingml/2006/main">
            <a:off x="47244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315F63"/>
                </a:solidFill>
                <a:latin typeface="Arial"/>
                <a:ea typeface="Arial"/>
                <a:cs typeface="Arial"/>
              </a:defRPr>
            </a:pPr>
            <a:r>
              <a:rPr sz="1275" b="1" i="0">
                <a:solidFill>
                  <a:srgbClr val="315F63"/>
                </a:solidFill>
                <a:latin typeface="Arial"/>
                <a:ea typeface="Arial"/>
                <a:cs typeface="Arial"/>
              </a:rPr>
              <a:t>2 · SEARCH</a:t>
            </a:r>
          </a:p>
        </p:txBody>
      </p:sp>
      <p:sp>
        <p:nvSpPr>
          <p:cNvPr id="21" name="">
            <a:extLst xmlns:a="http://schemas.openxmlformats.org/drawingml/2006/main">
              <a:ext uri="{FF2B5EF4-FFF2-40B4-BE49-F238E27FC236}">
                <a16:creationId xmlns:a16="http://schemas.microsoft.com/office/drawing/2014/main" id="{43688E66-5C6E-46EC-A923-DF3B9DB1CAF1}"/>
              </a:ext>
            </a:extLst>
          </p:cNvPr>
          <p:cNvSpPr>
            <a:spLocks xmlns:a="http://schemas.openxmlformats.org/drawingml/2006/main" noGrp="1"/>
          </p:cNvSpPr>
          <p:nvPr/>
        </p:nvSpPr>
        <p:spPr>
          <a:xfrm xmlns:a="http://schemas.openxmlformats.org/drawingml/2006/main">
            <a:off x="47244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Python evaluator</a:t>
            </a:r>
          </a:p>
        </p:txBody>
      </p:sp>
      <p:sp>
        <p:nvSpPr>
          <p:cNvPr id="22" name="">
            <a:extLst xmlns:a="http://schemas.openxmlformats.org/drawingml/2006/main">
              <a:ext uri="{FF2B5EF4-FFF2-40B4-BE49-F238E27FC236}">
                <a16:creationId xmlns:a16="http://schemas.microsoft.com/office/drawing/2014/main" id="{333BC1E4-F750-4474-B1DA-AE14C5D60182}"/>
              </a:ext>
            </a:extLst>
          </p:cNvPr>
          <p:cNvSpPr>
            <a:spLocks xmlns:a="http://schemas.openxmlformats.org/drawingml/2006/main" noGrp="1"/>
          </p:cNvSpPr>
          <p:nvPr/>
        </p:nvSpPr>
        <p:spPr>
          <a:xfrm xmlns:a="http://schemas.openxmlformats.org/drawingml/2006/main">
            <a:off x="4724400" y="2914650"/>
            <a:ext cx="29527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Checks allowed variables, fits coefficients on training behavior, and ranks candidates by validation log loss.</a:t>
            </a:r>
          </a:p>
        </p:txBody>
      </p:sp>
      <p:sp>
        <p:nvSpPr>
          <p:cNvPr id="23" name="">
            <a:extLst xmlns:a="http://schemas.openxmlformats.org/drawingml/2006/main">
              <a:ext uri="{FF2B5EF4-FFF2-40B4-BE49-F238E27FC236}">
                <a16:creationId xmlns:a16="http://schemas.microsoft.com/office/drawing/2014/main" id="{863DE549-C98D-4F29-8B0B-AB44EE94DE6B}"/>
              </a:ext>
            </a:extLst>
          </p:cNvPr>
          <p:cNvSpPr>
            <a:spLocks xmlns:a="http://schemas.openxmlformats.org/drawingml/2006/main" noGrp="1"/>
          </p:cNvSpPr>
          <p:nvPr/>
        </p:nvSpPr>
        <p:spPr>
          <a:xfrm xmlns:a="http://schemas.openxmlformats.org/drawingml/2006/main">
            <a:off x="78676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815D985-F2EC-48CD-9F9F-24C252DA73F5}"/>
              </a:ext>
            </a:extLst>
          </p:cNvPr>
          <p:cNvSpPr>
            <a:spLocks xmlns:a="http://schemas.openxmlformats.org/drawingml/2006/main" noGrp="1"/>
          </p:cNvSpPr>
          <p:nvPr/>
        </p:nvSpPr>
        <p:spPr>
          <a:xfrm xmlns:a="http://schemas.openxmlformats.org/drawingml/2006/main">
            <a:off x="8648700" y="20002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3 · REVISE + TEST</a:t>
            </a:r>
          </a:p>
        </p:txBody>
      </p:sp>
      <p:sp>
        <p:nvSpPr>
          <p:cNvPr id="25" name="">
            <a:extLst xmlns:a="http://schemas.openxmlformats.org/drawingml/2006/main">
              <a:ext uri="{FF2B5EF4-FFF2-40B4-BE49-F238E27FC236}">
                <a16:creationId xmlns:a16="http://schemas.microsoft.com/office/drawing/2014/main" id="{3E88104C-36CE-4F5F-855E-A85AE7F3ECF7}"/>
              </a:ext>
            </a:extLst>
          </p:cNvPr>
          <p:cNvSpPr>
            <a:spLocks xmlns:a="http://schemas.openxmlformats.org/drawingml/2006/main" noGrp="1"/>
          </p:cNvSpPr>
          <p:nvPr/>
        </p:nvSpPr>
        <p:spPr>
          <a:xfrm xmlns:a="http://schemas.openxmlformats.org/drawingml/2006/main">
            <a:off x="8648700" y="238125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Two feedback rounds</a:t>
            </a:r>
          </a:p>
        </p:txBody>
      </p:sp>
      <p:sp>
        <p:nvSpPr>
          <p:cNvPr id="26" name="">
            <a:extLst xmlns:a="http://schemas.openxmlformats.org/drawingml/2006/main">
              <a:ext uri="{FF2B5EF4-FFF2-40B4-BE49-F238E27FC236}">
                <a16:creationId xmlns:a16="http://schemas.microsoft.com/office/drawing/2014/main" id="{415D90CE-E231-4C14-9901-3366BB9B652D}"/>
              </a:ext>
            </a:extLst>
          </p:cNvPr>
          <p:cNvSpPr>
            <a:spLocks xmlns:a="http://schemas.openxmlformats.org/drawingml/2006/main" noGrp="1"/>
          </p:cNvSpPr>
          <p:nvPr/>
        </p:nvSpPr>
        <p:spPr>
          <a:xfrm xmlns:a="http://schemas.openxmlformats.org/drawingml/2006/main">
            <a:off x="8648700" y="2914650"/>
            <a:ext cx="27241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023"/>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DeepSeek sees validation errors twice. Python stops at the plateau, selects one candidate, refits, then opens test once.</a:t>
            </a:r>
          </a:p>
        </p:txBody>
      </p:sp>
      <p:sp>
        <p:nvSpPr>
          <p:cNvPr id="27" name="">
            <a:extLst xmlns:a="http://schemas.openxmlformats.org/drawingml/2006/main">
              <a:ext uri="{FF2B5EF4-FFF2-40B4-BE49-F238E27FC236}">
                <a16:creationId xmlns:a16="http://schemas.microsoft.com/office/drawing/2014/main" id="{F113B6AB-3B5A-444D-957C-DA008A11E938}"/>
              </a:ext>
            </a:extLst>
          </p:cNvPr>
          <p:cNvSpPr>
            <a:spLocks xmlns:a="http://schemas.openxmlformats.org/drawingml/2006/main" noGrp="1"/>
          </p:cNvSpPr>
          <p:nvPr/>
        </p:nvSpPr>
        <p:spPr>
          <a:xfrm xmlns:a="http://schemas.openxmlformats.org/drawingml/2006/main">
            <a:off x="800100" y="4629150"/>
            <a:ext cx="105727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82341AF-F06E-4A6E-A548-2560FEF5A3E3}"/>
              </a:ext>
            </a:extLst>
          </p:cNvPr>
          <p:cNvSpPr>
            <a:spLocks xmlns:a="http://schemas.openxmlformats.org/drawingml/2006/main" noGrp="1"/>
          </p:cNvSpPr>
          <p:nvPr/>
        </p:nvSpPr>
        <p:spPr>
          <a:xfrm xmlns:a="http://schemas.openxmlformats.org/drawingml/2006/main">
            <a:off x="800100" y="48768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Allowed candidate</a:t>
            </a:r>
          </a:p>
        </p:txBody>
      </p:sp>
      <p:sp>
        <p:nvSpPr>
          <p:cNvPr id="29" name="">
            <a:extLst xmlns:a="http://schemas.openxmlformats.org/drawingml/2006/main">
              <a:ext uri="{FF2B5EF4-FFF2-40B4-BE49-F238E27FC236}">
                <a16:creationId xmlns:a16="http://schemas.microsoft.com/office/drawing/2014/main" id="{FAFDF981-D085-4EF7-9697-68A809E62647}"/>
              </a:ext>
            </a:extLst>
          </p:cNvPr>
          <p:cNvSpPr>
            <a:spLocks xmlns:a="http://schemas.openxmlformats.org/drawingml/2006/main" noGrp="1"/>
          </p:cNvSpPr>
          <p:nvPr/>
        </p:nvSpPr>
        <p:spPr>
          <a:xfrm xmlns:a="http://schemas.openxmlformats.org/drawingml/2006/main">
            <a:off x="2724150" y="48387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5A4B6E"/>
                </a:solidFill>
                <a:latin typeface="Consolas"/>
                <a:ea typeface="Consolas"/>
                <a:cs typeface="Consolas"/>
              </a:defRPr>
            </a:pPr>
            <a:r>
              <a:rPr sz="1575" b="0" i="0">
                <a:solidFill>
                  <a:srgbClr val="5A4B6E"/>
                </a:solidFill>
                <a:latin typeface="Consolas"/>
                <a:ea typeface="Consolas"/>
                <a:cs typeface="Consolas"/>
              </a:rPr>
              <a:t>{ "features": ["ev_diff", "p_zero_diff"] }</a:t>
            </a:r>
          </a:p>
        </p:txBody>
      </p:sp>
      <p:sp>
        <p:nvSpPr>
          <p:cNvPr id="30" name="">
            <a:extLst xmlns:a="http://schemas.openxmlformats.org/drawingml/2006/main">
              <a:ext uri="{FF2B5EF4-FFF2-40B4-BE49-F238E27FC236}">
                <a16:creationId xmlns:a16="http://schemas.microsoft.com/office/drawing/2014/main" id="{17218093-40CD-44F3-AB69-167E328E8ACE}"/>
              </a:ext>
            </a:extLst>
          </p:cNvPr>
          <p:cNvSpPr>
            <a:spLocks xmlns:a="http://schemas.openxmlformats.org/drawingml/2006/main" noGrp="1"/>
          </p:cNvSpPr>
          <p:nvPr/>
        </p:nvSpPr>
        <p:spPr>
          <a:xfrm xmlns:a="http://schemas.openxmlformats.org/drawingml/2006/main">
            <a:off x="8401050" y="4876800"/>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No arbitrary code execution</a:t>
            </a:r>
          </a:p>
        </p:txBody>
      </p:sp>
      <p:sp>
        <p:nvSpPr>
          <p:cNvPr id="31" name="">
            <a:extLst xmlns:a="http://schemas.openxmlformats.org/drawingml/2006/main">
              <a:ext uri="{FF2B5EF4-FFF2-40B4-BE49-F238E27FC236}">
                <a16:creationId xmlns:a16="http://schemas.microsoft.com/office/drawing/2014/main" id="{4725EBE1-34D2-472E-8BCE-FDEC47924D57}"/>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3B844E6-445A-4D6F-B231-72D289F5F910}"/>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language model searches a bounded hypothesis language; it does not score itself.</a:t>
            </a:r>
          </a:p>
        </p:txBody>
      </p:sp>
    </p:spTree>
    <p:extLst>
      <p:ext uri="{BB962C8B-B14F-4D97-AF65-F5344CB8AC3E}">
        <p14:creationId xmlns:p14="http://schemas.microsoft.com/office/powerpoint/2010/main" val="151189571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889A7809-29CB-48B3-B16D-AEFDA80FD18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Each baseline rules out a different easy explanation</a:t>
            </a:r>
          </a:p>
        </p:txBody>
      </p:sp>
      <p:sp>
        <p:nvSpPr>
          <p:cNvPr id="2" name="">
            <a:extLst xmlns:a="http://schemas.openxmlformats.org/drawingml/2006/main">
              <a:ext uri="{FF2B5EF4-FFF2-40B4-BE49-F238E27FC236}">
                <a16:creationId xmlns:a16="http://schemas.microsoft.com/office/drawing/2014/main" id="{4509B9EE-1777-42FF-8916-97FDBA6BE77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comparison contract</a:t>
            </a:r>
          </a:p>
        </p:txBody>
      </p:sp>
      <p:sp>
        <p:nvSpPr>
          <p:cNvPr id="3" name="">
            <a:extLst xmlns:a="http://schemas.openxmlformats.org/drawingml/2006/main">
              <a:ext uri="{FF2B5EF4-FFF2-40B4-BE49-F238E27FC236}">
                <a16:creationId xmlns:a16="http://schemas.microsoft.com/office/drawing/2014/main" id="{FC1347DD-54CF-4996-9E43-9B340731D7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EC5738-33D8-4DD0-B8DE-EAA5ABFB3F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F22418ED-51C3-41D9-AE19-4BA19107AB7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82F8D6-ABFA-4AF3-9A20-5041576946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9A1A342-1D9B-4988-AC26-4469061C359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7F8147-530C-43ED-AD33-E9626CF0C6F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0BD3346-322A-4BD2-B5F0-ABCDDB8EC7B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F1BCF7-D495-45CB-98B7-B08C1792852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8F9F55A-CDBA-44A0-8A7B-CB80C68CC2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569A6B-7B2E-4637-835D-6F2D35EB9F5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A736993-3C6C-48E5-8EAF-DAB947194D5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109AE8E-D285-4222-B6F0-836655CD47C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8E50DF7-2283-4841-9B7E-A709689A66A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Fix comparison models before opening the test set</a:t>
            </a:r>
          </a:p>
        </p:txBody>
      </p:sp>
      <p:sp>
        <p:nvSpPr>
          <p:cNvPr id="16" name="">
            <a:extLst xmlns:a="http://schemas.openxmlformats.org/drawingml/2006/main">
              <a:ext uri="{FF2B5EF4-FFF2-40B4-BE49-F238E27FC236}">
                <a16:creationId xmlns:a16="http://schemas.microsoft.com/office/drawing/2014/main" id="{5BF5643C-1140-44A6-88B4-E7FC001DB2B0}"/>
              </a:ext>
            </a:extLst>
          </p:cNvPr>
          <p:cNvSpPr>
            <a:spLocks xmlns:a="http://schemas.openxmlformats.org/drawingml/2006/main" noGrp="1"/>
          </p:cNvSpPr>
          <p:nvPr/>
        </p:nvSpPr>
        <p:spPr>
          <a:xfrm xmlns:a="http://schemas.openxmlformats.org/drawingml/2006/main">
            <a:off x="800100" y="19050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BASELINE</a:t>
            </a:r>
          </a:p>
        </p:txBody>
      </p:sp>
      <p:sp>
        <p:nvSpPr>
          <p:cNvPr id="17" name="">
            <a:extLst xmlns:a="http://schemas.openxmlformats.org/drawingml/2006/main">
              <a:ext uri="{FF2B5EF4-FFF2-40B4-BE49-F238E27FC236}">
                <a16:creationId xmlns:a16="http://schemas.microsoft.com/office/drawing/2014/main" id="{2EC06E49-5081-4FB1-BFD7-31923D0320B1}"/>
              </a:ext>
            </a:extLst>
          </p:cNvPr>
          <p:cNvSpPr>
            <a:spLocks xmlns:a="http://schemas.openxmlformats.org/drawingml/2006/main" noGrp="1"/>
          </p:cNvSpPr>
          <p:nvPr/>
        </p:nvSpPr>
        <p:spPr>
          <a:xfrm xmlns:a="http://schemas.openxmlformats.org/drawingml/2006/main">
            <a:off x="4114800" y="1905000"/>
            <a:ext cx="676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 IT ANSWERS</a:t>
            </a:r>
          </a:p>
        </p:txBody>
      </p:sp>
      <p:sp>
        <p:nvSpPr>
          <p:cNvPr id="18" name="">
            <a:extLst xmlns:a="http://schemas.openxmlformats.org/drawingml/2006/main">
              <a:ext uri="{FF2B5EF4-FFF2-40B4-BE49-F238E27FC236}">
                <a16:creationId xmlns:a16="http://schemas.microsoft.com/office/drawing/2014/main" id="{AF19B74F-715A-4BDA-AC55-A80CF4EC440E}"/>
              </a:ext>
            </a:extLst>
          </p:cNvPr>
          <p:cNvSpPr>
            <a:spLocks xmlns:a="http://schemas.openxmlformats.org/drawingml/2006/main" noGrp="1"/>
          </p:cNvSpPr>
          <p:nvPr/>
        </p:nvSpPr>
        <p:spPr>
          <a:xfrm xmlns:a="http://schemas.openxmlformats.org/drawingml/2006/main">
            <a:off x="800100" y="23241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Random probability</a:t>
            </a:r>
          </a:p>
        </p:txBody>
      </p:sp>
      <p:sp>
        <p:nvSpPr>
          <p:cNvPr id="19" name="">
            <a:extLst xmlns:a="http://schemas.openxmlformats.org/drawingml/2006/main">
              <a:ext uri="{FF2B5EF4-FFF2-40B4-BE49-F238E27FC236}">
                <a16:creationId xmlns:a16="http://schemas.microsoft.com/office/drawing/2014/main" id="{74CD6460-6F42-4048-983A-4654CFEDB814}"/>
              </a:ext>
            </a:extLst>
          </p:cNvPr>
          <p:cNvSpPr>
            <a:spLocks xmlns:a="http://schemas.openxmlformats.org/drawingml/2006/main" noGrp="1"/>
          </p:cNvSpPr>
          <p:nvPr/>
        </p:nvSpPr>
        <p:spPr>
          <a:xfrm xmlns:a="http://schemas.openxmlformats.org/drawingml/2006/main">
            <a:off x="4114800" y="23241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Can the workflow beat an uninformative 50/50 forecast?</a:t>
            </a:r>
          </a:p>
        </p:txBody>
      </p:sp>
      <p:sp>
        <p:nvSpPr>
          <p:cNvPr id="20" name="">
            <a:extLst xmlns:a="http://schemas.openxmlformats.org/drawingml/2006/main">
              <a:ext uri="{FF2B5EF4-FFF2-40B4-BE49-F238E27FC236}">
                <a16:creationId xmlns:a16="http://schemas.microsoft.com/office/drawing/2014/main" id="{356BC63D-5FB6-421E-8F67-B976FF2DED43}"/>
              </a:ext>
            </a:extLst>
          </p:cNvPr>
          <p:cNvSpPr>
            <a:spLocks xmlns:a="http://schemas.openxmlformats.org/drawingml/2006/main" noGrp="1"/>
          </p:cNvSpPr>
          <p:nvPr/>
        </p:nvSpPr>
        <p:spPr>
          <a:xfrm xmlns:a="http://schemas.openxmlformats.org/drawingml/2006/main">
            <a:off x="800100" y="28003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B971930-6407-4F0D-9E7E-BDF91FD55C8D}"/>
              </a:ext>
            </a:extLst>
          </p:cNvPr>
          <p:cNvSpPr>
            <a:spLocks xmlns:a="http://schemas.openxmlformats.org/drawingml/2006/main" noGrp="1"/>
          </p:cNvSpPr>
          <p:nvPr/>
        </p:nvSpPr>
        <p:spPr>
          <a:xfrm xmlns:a="http://schemas.openxmlformats.org/drawingml/2006/main">
            <a:off x="800100" y="2952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Training choice rate</a:t>
            </a:r>
          </a:p>
        </p:txBody>
      </p:sp>
      <p:sp>
        <p:nvSpPr>
          <p:cNvPr id="22" name="">
            <a:extLst xmlns:a="http://schemas.openxmlformats.org/drawingml/2006/main">
              <a:ext uri="{FF2B5EF4-FFF2-40B4-BE49-F238E27FC236}">
                <a16:creationId xmlns:a16="http://schemas.microsoft.com/office/drawing/2014/main" id="{DA88E153-3820-408C-A415-C50F3017B782}"/>
              </a:ext>
            </a:extLst>
          </p:cNvPr>
          <p:cNvSpPr>
            <a:spLocks xmlns:a="http://schemas.openxmlformats.org/drawingml/2006/main" noGrp="1"/>
          </p:cNvSpPr>
          <p:nvPr/>
        </p:nvSpPr>
        <p:spPr>
          <a:xfrm xmlns:a="http://schemas.openxmlformats.org/drawingml/2006/main">
            <a:off x="4114800" y="29527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it beat a constant forecast based only on A/B prevalence?</a:t>
            </a:r>
          </a:p>
        </p:txBody>
      </p:sp>
      <p:sp>
        <p:nvSpPr>
          <p:cNvPr id="23" name="">
            <a:extLst xmlns:a="http://schemas.openxmlformats.org/drawingml/2006/main">
              <a:ext uri="{FF2B5EF4-FFF2-40B4-BE49-F238E27FC236}">
                <a16:creationId xmlns:a16="http://schemas.microsoft.com/office/drawing/2014/main" id="{4119AA14-1658-4997-9CBA-989FF8974740}"/>
              </a:ext>
            </a:extLst>
          </p:cNvPr>
          <p:cNvSpPr>
            <a:spLocks xmlns:a="http://schemas.openxmlformats.org/drawingml/2006/main" noGrp="1"/>
          </p:cNvSpPr>
          <p:nvPr/>
        </p:nvSpPr>
        <p:spPr>
          <a:xfrm xmlns:a="http://schemas.openxmlformats.org/drawingml/2006/main">
            <a:off x="800100" y="34290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8549C2E-95F1-4D9E-B0A1-9C02557B1366}"/>
              </a:ext>
            </a:extLst>
          </p:cNvPr>
          <p:cNvSpPr>
            <a:spLocks xmlns:a="http://schemas.openxmlformats.org/drawingml/2006/main" noGrp="1"/>
          </p:cNvSpPr>
          <p:nvPr/>
        </p:nvSpPr>
        <p:spPr>
          <a:xfrm xmlns:a="http://schemas.openxmlformats.org/drawingml/2006/main">
            <a:off x="800100" y="35814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5" name="">
            <a:extLst xmlns:a="http://schemas.openxmlformats.org/drawingml/2006/main">
              <a:ext uri="{FF2B5EF4-FFF2-40B4-BE49-F238E27FC236}">
                <a16:creationId xmlns:a16="http://schemas.microsoft.com/office/drawing/2014/main" id="{25DC0551-84FB-437E-924F-F1093F3C7A7D}"/>
              </a:ext>
            </a:extLst>
          </p:cNvPr>
          <p:cNvSpPr>
            <a:spLocks xmlns:a="http://schemas.openxmlformats.org/drawingml/2006/main" noGrp="1"/>
          </p:cNvSpPr>
          <p:nvPr/>
        </p:nvSpPr>
        <p:spPr>
          <a:xfrm xmlns:a="http://schemas.openxmlformats.org/drawingml/2006/main">
            <a:off x="4114800" y="35814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the discovered structure improve on a canonical decision rule?</a:t>
            </a:r>
          </a:p>
        </p:txBody>
      </p:sp>
      <p:sp>
        <p:nvSpPr>
          <p:cNvPr id="26" name="">
            <a:extLst xmlns:a="http://schemas.openxmlformats.org/drawingml/2006/main">
              <a:ext uri="{FF2B5EF4-FFF2-40B4-BE49-F238E27FC236}">
                <a16:creationId xmlns:a16="http://schemas.microsoft.com/office/drawing/2014/main" id="{DC308FF8-AD75-4F9C-94D8-0243C1ACE919}"/>
              </a:ext>
            </a:extLst>
          </p:cNvPr>
          <p:cNvSpPr>
            <a:spLocks xmlns:a="http://schemas.openxmlformats.org/drawingml/2006/main" noGrp="1"/>
          </p:cNvSpPr>
          <p:nvPr/>
        </p:nvSpPr>
        <p:spPr>
          <a:xfrm xmlns:a="http://schemas.openxmlformats.org/drawingml/2006/main">
            <a:off x="800100" y="40576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AF17302-3767-4A4A-89CA-F5869BF87E72}"/>
              </a:ext>
            </a:extLst>
          </p:cNvPr>
          <p:cNvSpPr>
            <a:spLocks xmlns:a="http://schemas.openxmlformats.org/drawingml/2006/main" noGrp="1"/>
          </p:cNvSpPr>
          <p:nvPr/>
        </p:nvSpPr>
        <p:spPr>
          <a:xfrm xmlns:a="http://schemas.openxmlformats.org/drawingml/2006/main">
            <a:off x="800100" y="42100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Best single feature</a:t>
            </a:r>
          </a:p>
        </p:txBody>
      </p:sp>
      <p:sp>
        <p:nvSpPr>
          <p:cNvPr id="28" name="">
            <a:extLst xmlns:a="http://schemas.openxmlformats.org/drawingml/2006/main">
              <a:ext uri="{FF2B5EF4-FFF2-40B4-BE49-F238E27FC236}">
                <a16:creationId xmlns:a16="http://schemas.microsoft.com/office/drawing/2014/main" id="{88C37B59-D4D3-427E-AEA7-DC954273FEF3}"/>
              </a:ext>
            </a:extLst>
          </p:cNvPr>
          <p:cNvSpPr>
            <a:spLocks xmlns:a="http://schemas.openxmlformats.org/drawingml/2006/main" noGrp="1"/>
          </p:cNvSpPr>
          <p:nvPr/>
        </p:nvSpPr>
        <p:spPr>
          <a:xfrm xmlns:a="http://schemas.openxmlformats.org/drawingml/2006/main">
            <a:off x="4114800" y="42100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combining variables add value beyond one selected cue?</a:t>
            </a:r>
          </a:p>
        </p:txBody>
      </p:sp>
      <p:sp>
        <p:nvSpPr>
          <p:cNvPr id="29" name="">
            <a:extLst xmlns:a="http://schemas.openxmlformats.org/drawingml/2006/main">
              <a:ext uri="{FF2B5EF4-FFF2-40B4-BE49-F238E27FC236}">
                <a16:creationId xmlns:a16="http://schemas.microsoft.com/office/drawing/2014/main" id="{63260F05-A7CA-48E1-BBB4-4FA971107FF5}"/>
              </a:ext>
            </a:extLst>
          </p:cNvPr>
          <p:cNvSpPr>
            <a:spLocks xmlns:a="http://schemas.openxmlformats.org/drawingml/2006/main" noGrp="1"/>
          </p:cNvSpPr>
          <p:nvPr/>
        </p:nvSpPr>
        <p:spPr>
          <a:xfrm xmlns:a="http://schemas.openxmlformats.org/drawingml/2006/main">
            <a:off x="800100" y="46863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5AE46CFC-8DA9-46E2-8EE4-18238120E83F}"/>
              </a:ext>
            </a:extLst>
          </p:cNvPr>
          <p:cNvSpPr>
            <a:spLocks xmlns:a="http://schemas.openxmlformats.org/drawingml/2006/main" noGrp="1"/>
          </p:cNvSpPr>
          <p:nvPr/>
        </p:nvSpPr>
        <p:spPr>
          <a:xfrm xmlns:a="http://schemas.openxmlformats.org/drawingml/2006/main">
            <a:off x="800100" y="48387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All approved features</a:t>
            </a:r>
          </a:p>
        </p:txBody>
      </p:sp>
      <p:sp>
        <p:nvSpPr>
          <p:cNvPr id="31" name="">
            <a:extLst xmlns:a="http://schemas.openxmlformats.org/drawingml/2006/main">
              <a:ext uri="{FF2B5EF4-FFF2-40B4-BE49-F238E27FC236}">
                <a16:creationId xmlns:a16="http://schemas.microsoft.com/office/drawing/2014/main" id="{F71A5FCE-1377-4BF5-B505-21B7C5D7FDB0}"/>
              </a:ext>
            </a:extLst>
          </p:cNvPr>
          <p:cNvSpPr>
            <a:spLocks xmlns:a="http://schemas.openxmlformats.org/drawingml/2006/main" noGrp="1"/>
          </p:cNvSpPr>
          <p:nvPr/>
        </p:nvSpPr>
        <p:spPr>
          <a:xfrm xmlns:a="http://schemas.openxmlformats.org/drawingml/2006/main">
            <a:off x="4114800" y="48387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How much prediction is lost by restricting the candidate language?</a:t>
            </a:r>
          </a:p>
        </p:txBody>
      </p:sp>
      <p:sp>
        <p:nvSpPr>
          <p:cNvPr id="32" name="">
            <a:extLst xmlns:a="http://schemas.openxmlformats.org/drawingml/2006/main">
              <a:ext uri="{FF2B5EF4-FFF2-40B4-BE49-F238E27FC236}">
                <a16:creationId xmlns:a16="http://schemas.microsoft.com/office/drawing/2014/main" id="{F3F30D9A-38B1-463B-9686-7D0694A6DB69}"/>
              </a:ext>
            </a:extLst>
          </p:cNvPr>
          <p:cNvSpPr>
            <a:spLocks xmlns:a="http://schemas.openxmlformats.org/drawingml/2006/main" noGrp="1"/>
          </p:cNvSpPr>
          <p:nvPr/>
        </p:nvSpPr>
        <p:spPr>
          <a:xfrm xmlns:a="http://schemas.openxmlformats.org/drawingml/2006/main">
            <a:off x="800100" y="53149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858E0ED-C99B-45BE-92D8-FD5CD3F6934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550B97A4-2452-42F5-B320-5A2C4FB34DA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candidate is informative only if we know which simpler explanation it beats.</a:t>
            </a:r>
          </a:p>
        </p:txBody>
      </p:sp>
    </p:spTree>
    <p:extLst>
      <p:ext uri="{BB962C8B-B14F-4D97-AF65-F5344CB8AC3E}">
        <p14:creationId xmlns:p14="http://schemas.microsoft.com/office/powerpoint/2010/main" val="100092904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3BCCDC1F-3BE7-42B2-AB47-5EA5AE071D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More search rounds plateau before the test is opened</a:t>
            </a:r>
          </a:p>
        </p:txBody>
      </p:sp>
      <p:sp>
        <p:nvSpPr>
          <p:cNvPr id="2" name="">
            <a:extLst xmlns:a="http://schemas.openxmlformats.org/drawingml/2006/main">
              <a:ext uri="{FF2B5EF4-FFF2-40B4-BE49-F238E27FC236}">
                <a16:creationId xmlns:a16="http://schemas.microsoft.com/office/drawing/2014/main" id="{6AD6CBFB-1C33-4DF3-8929-0E0461D7041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result</a:t>
            </a:r>
          </a:p>
        </p:txBody>
      </p:sp>
      <p:sp>
        <p:nvSpPr>
          <p:cNvPr id="3" name="">
            <a:extLst xmlns:a="http://schemas.openxmlformats.org/drawingml/2006/main">
              <a:ext uri="{FF2B5EF4-FFF2-40B4-BE49-F238E27FC236}">
                <a16:creationId xmlns:a16="http://schemas.microsoft.com/office/drawing/2014/main" id="{CD58BB98-C3C3-46C3-8B7A-9E88F1E12A0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25056CA-A30D-448D-B334-CFD1FBCF1C6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86F33297-E456-4FB8-8547-CDB558BDF7C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6617509-6E17-4460-B40F-58297B0C493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B30C19E-9D22-4229-991F-6681B4BB8E1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2E84149-2D44-4689-A0C0-43C306CB005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78E02EF-A3A5-4035-9D32-1A5B5742BA9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7821A6-F012-42D5-86BD-ADFBC96497D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06C1F1A-9080-4CFA-A6F3-922CB36BEEF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1F0071-3017-4607-9FF1-BBBCCF1412B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E98DDA9-7646-423B-9B61-A9C1CEB5CA5A}"/>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806AA5-A7D6-4E72-B978-DA486FD500A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82B20D7-7BD7-4FCF-8F45-65CAD46ACAF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Cached DeepSeek V4 Pro run / four validation trials / four test trials</a:t>
            </a:r>
          </a:p>
        </p:txBody>
      </p:sp>
      <p:sp>
        <p:nvSpPr>
          <p:cNvPr id="16" name="">
            <a:extLst xmlns:a="http://schemas.openxmlformats.org/drawingml/2006/main">
              <a:ext uri="{FF2B5EF4-FFF2-40B4-BE49-F238E27FC236}">
                <a16:creationId xmlns:a16="http://schemas.microsoft.com/office/drawing/2014/main" id="{B5342D9B-A8BC-436E-BCC5-ED3415886A1E}"/>
              </a:ext>
            </a:extLst>
          </p:cNvPr>
          <p:cNvSpPr>
            <a:spLocks xmlns:a="http://schemas.openxmlformats.org/drawingml/2006/main" noGrp="1"/>
          </p:cNvSpPr>
          <p:nvPr/>
        </p:nvSpPr>
        <p:spPr>
          <a:xfrm xmlns:a="http://schemas.openxmlformats.org/drawingml/2006/main">
            <a:off x="800100" y="20002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Best validation log loss</a:t>
            </a:r>
          </a:p>
        </p:txBody>
      </p:sp>
      <p:sp>
        <p:nvSpPr>
          <p:cNvPr id="17" name="">
            <a:extLst xmlns:a="http://schemas.openxmlformats.org/drawingml/2006/main">
              <a:ext uri="{FF2B5EF4-FFF2-40B4-BE49-F238E27FC236}">
                <a16:creationId xmlns:a16="http://schemas.microsoft.com/office/drawing/2014/main" id="{623F233F-B4D1-4A29-A994-7D8D1AA37E12}"/>
              </a:ext>
            </a:extLst>
          </p:cNvPr>
          <p:cNvSpPr>
            <a:spLocks xmlns:a="http://schemas.openxmlformats.org/drawingml/2006/main" noGrp="1"/>
          </p:cNvSpPr>
          <p:nvPr/>
        </p:nvSpPr>
        <p:spPr>
          <a:xfrm xmlns:a="http://schemas.openxmlformats.org/drawingml/2006/main">
            <a:off x="800100" y="24574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8000"/>
              </a:lnSpc>
              <a:buNone/>
              <a:defRPr sz="2100" b="1" i="0">
                <a:solidFill>
                  <a:srgbClr val="111827"/>
                </a:solidFill>
                <a:latin typeface="Arial"/>
                <a:ea typeface="Arial"/>
                <a:cs typeface="Arial"/>
              </a:defRPr>
            </a:pPr>
            <a:r>
              <a:rPr sz="2100" b="1" i="0">
                <a:solidFill>
                  <a:srgbClr val="111827"/>
                </a:solidFill>
                <a:latin typeface="Arial"/>
                <a:ea typeface="Arial"/>
                <a:cs typeface="Arial"/>
              </a:rPr>
              <a:t>0.663  -&gt;  0.663  -&gt;  0.663</a:t>
            </a:r>
          </a:p>
        </p:txBody>
      </p:sp>
      <p:sp>
        <p:nvSpPr>
          <p:cNvPr id="18" name="">
            <a:extLst xmlns:a="http://schemas.openxmlformats.org/drawingml/2006/main">
              <a:ext uri="{FF2B5EF4-FFF2-40B4-BE49-F238E27FC236}">
                <a16:creationId xmlns:a16="http://schemas.microsoft.com/office/drawing/2014/main" id="{357A515F-9889-44F3-80CC-57DCAECEE76E}"/>
              </a:ext>
            </a:extLst>
          </p:cNvPr>
          <p:cNvSpPr>
            <a:spLocks xmlns:a="http://schemas.openxmlformats.org/drawingml/2006/main" noGrp="1"/>
          </p:cNvSpPr>
          <p:nvPr/>
        </p:nvSpPr>
        <p:spPr>
          <a:xfrm xmlns:a="http://schemas.openxmlformats.org/drawingml/2006/main">
            <a:off x="800100" y="29337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5A4B6E"/>
                </a:solidFill>
                <a:latin typeface="Consolas"/>
                <a:ea typeface="Consolas"/>
                <a:cs typeface="Consolas"/>
              </a:defRPr>
            </a:pPr>
            <a:r>
              <a:rPr sz="1650" b="0" i="0">
                <a:solidFill>
                  <a:srgbClr val="5A4B6E"/>
                </a:solidFill>
                <a:latin typeface="Consolas"/>
                <a:ea typeface="Consolas"/>
                <a:cs typeface="Consolas"/>
              </a:rPr>
              <a:t>ev_diff + p_zero_diff</a:t>
            </a:r>
          </a:p>
        </p:txBody>
      </p:sp>
      <p:sp>
        <p:nvSpPr>
          <p:cNvPr id="19" name="">
            <a:extLst xmlns:a="http://schemas.openxmlformats.org/drawingml/2006/main">
              <a:ext uri="{FF2B5EF4-FFF2-40B4-BE49-F238E27FC236}">
                <a16:creationId xmlns:a16="http://schemas.microsoft.com/office/drawing/2014/main" id="{CC465F10-D466-48D5-8911-A0DCAF0839BA}"/>
              </a:ext>
            </a:extLst>
          </p:cNvPr>
          <p:cNvSpPr>
            <a:spLocks xmlns:a="http://schemas.openxmlformats.org/drawingml/2006/main" noGrp="1"/>
          </p:cNvSpPr>
          <p:nvPr/>
        </p:nvSpPr>
        <p:spPr>
          <a:xfrm xmlns:a="http://schemas.openxmlformats.org/drawingml/2006/main">
            <a:off x="8001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Initial proposal</a:t>
            </a:r>
          </a:p>
        </p:txBody>
      </p:sp>
      <p:sp>
        <p:nvSpPr>
          <p:cNvPr id="20" name="">
            <a:extLst xmlns:a="http://schemas.openxmlformats.org/drawingml/2006/main">
              <a:ext uri="{FF2B5EF4-FFF2-40B4-BE49-F238E27FC236}">
                <a16:creationId xmlns:a16="http://schemas.microsoft.com/office/drawing/2014/main" id="{003932DB-46F9-447E-84B1-FC71EE7D2D0C}"/>
              </a:ext>
            </a:extLst>
          </p:cNvPr>
          <p:cNvSpPr>
            <a:spLocks xmlns:a="http://schemas.openxmlformats.org/drawingml/2006/main" noGrp="1"/>
          </p:cNvSpPr>
          <p:nvPr/>
        </p:nvSpPr>
        <p:spPr>
          <a:xfrm xmlns:a="http://schemas.openxmlformats.org/drawingml/2006/main">
            <a:off x="245745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1</a:t>
            </a:r>
          </a:p>
        </p:txBody>
      </p:sp>
      <p:sp>
        <p:nvSpPr>
          <p:cNvPr id="21" name="">
            <a:extLst xmlns:a="http://schemas.openxmlformats.org/drawingml/2006/main">
              <a:ext uri="{FF2B5EF4-FFF2-40B4-BE49-F238E27FC236}">
                <a16:creationId xmlns:a16="http://schemas.microsoft.com/office/drawing/2014/main" id="{FC94775A-3B36-4071-A986-37A33ECC0DC2}"/>
              </a:ext>
            </a:extLst>
          </p:cNvPr>
          <p:cNvSpPr>
            <a:spLocks xmlns:a="http://schemas.openxmlformats.org/drawingml/2006/main" noGrp="1"/>
          </p:cNvSpPr>
          <p:nvPr/>
        </p:nvSpPr>
        <p:spPr>
          <a:xfrm xmlns:a="http://schemas.openxmlformats.org/drawingml/2006/main">
            <a:off x="41148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2</a:t>
            </a:r>
          </a:p>
        </p:txBody>
      </p:sp>
      <p:sp>
        <p:nvSpPr>
          <p:cNvPr id="22" name="">
            <a:extLst xmlns:a="http://schemas.openxmlformats.org/drawingml/2006/main">
              <a:ext uri="{FF2B5EF4-FFF2-40B4-BE49-F238E27FC236}">
                <a16:creationId xmlns:a16="http://schemas.microsoft.com/office/drawing/2014/main" id="{18336E06-2037-4B86-AD9A-4A705FEE25C0}"/>
              </a:ext>
            </a:extLst>
          </p:cNvPr>
          <p:cNvSpPr>
            <a:spLocks xmlns:a="http://schemas.openxmlformats.org/drawingml/2006/main" noGrp="1"/>
          </p:cNvSpPr>
          <p:nvPr/>
        </p:nvSpPr>
        <p:spPr>
          <a:xfrm xmlns:a="http://schemas.openxmlformats.org/drawingml/2006/main">
            <a:off x="800100" y="40957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8A3B35"/>
                </a:solidFill>
                <a:latin typeface="Arial"/>
                <a:ea typeface="Arial"/>
                <a:cs typeface="Arial"/>
              </a:defRPr>
            </a:pPr>
            <a:r>
              <a:rPr sz="1725" b="1" i="0">
                <a:solidFill>
                  <a:srgbClr val="8A3B35"/>
                </a:solidFill>
                <a:latin typeface="Arial"/>
                <a:ea typeface="Arial"/>
                <a:cs typeface="Arial"/>
              </a:rPr>
              <a:t>Stop: no validation improvement</a:t>
            </a:r>
          </a:p>
        </p:txBody>
      </p:sp>
      <p:sp>
        <p:nvSpPr>
          <p:cNvPr id="23" name="">
            <a:extLst xmlns:a="http://schemas.openxmlformats.org/drawingml/2006/main">
              <a:ext uri="{FF2B5EF4-FFF2-40B4-BE49-F238E27FC236}">
                <a16:creationId xmlns:a16="http://schemas.microsoft.com/office/drawing/2014/main" id="{A9D9CD57-C829-48CA-9DB9-873E17A2532B}"/>
              </a:ext>
            </a:extLst>
          </p:cNvPr>
          <p:cNvSpPr>
            <a:spLocks xmlns:a="http://schemas.openxmlformats.org/drawingml/2006/main" noGrp="1"/>
          </p:cNvSpPr>
          <p:nvPr/>
        </p:nvSpPr>
        <p:spPr>
          <a:xfrm xmlns:a="http://schemas.openxmlformats.org/drawingml/2006/main">
            <a:off x="5905500" y="2000250"/>
            <a:ext cx="11906"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5A098FA-6EDF-4C8F-9218-D4B4609F40D7}"/>
              </a:ext>
            </a:extLst>
          </p:cNvPr>
          <p:cNvSpPr>
            <a:spLocks xmlns:a="http://schemas.openxmlformats.org/drawingml/2006/main" noGrp="1"/>
          </p:cNvSpPr>
          <p:nvPr/>
        </p:nvSpPr>
        <p:spPr>
          <a:xfrm xmlns:a="http://schemas.openxmlformats.org/drawingml/2006/main">
            <a:off x="6362700" y="2000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Frozen test comparison</a:t>
            </a:r>
          </a:p>
        </p:txBody>
      </p:sp>
      <p:sp>
        <p:nvSpPr>
          <p:cNvPr id="25" name="">
            <a:extLst xmlns:a="http://schemas.openxmlformats.org/drawingml/2006/main">
              <a:ext uri="{FF2B5EF4-FFF2-40B4-BE49-F238E27FC236}">
                <a16:creationId xmlns:a16="http://schemas.microsoft.com/office/drawing/2014/main" id="{FB503E30-62C9-48A1-9418-F39D78B263B3}"/>
              </a:ext>
            </a:extLst>
          </p:cNvPr>
          <p:cNvSpPr>
            <a:spLocks xmlns:a="http://schemas.openxmlformats.org/drawingml/2006/main" noGrp="1"/>
          </p:cNvSpPr>
          <p:nvPr/>
        </p:nvSpPr>
        <p:spPr>
          <a:xfrm xmlns:a="http://schemas.openxmlformats.org/drawingml/2006/main">
            <a:off x="6362700" y="2533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a:t>
            </a:r>
          </a:p>
        </p:txBody>
      </p:sp>
      <p:sp>
        <p:nvSpPr>
          <p:cNvPr id="26" name="">
            <a:extLst xmlns:a="http://schemas.openxmlformats.org/drawingml/2006/main">
              <a:ext uri="{FF2B5EF4-FFF2-40B4-BE49-F238E27FC236}">
                <a16:creationId xmlns:a16="http://schemas.microsoft.com/office/drawing/2014/main" id="{DF0A1D84-A6E6-4013-A37D-87FD92A8C3D7}"/>
              </a:ext>
            </a:extLst>
          </p:cNvPr>
          <p:cNvSpPr>
            <a:spLocks xmlns:a="http://schemas.openxmlformats.org/drawingml/2006/main" noGrp="1"/>
          </p:cNvSpPr>
          <p:nvPr/>
        </p:nvSpPr>
        <p:spPr>
          <a:xfrm xmlns:a="http://schemas.openxmlformats.org/drawingml/2006/main">
            <a:off x="8877300" y="253365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27" name="">
            <a:extLst xmlns:a="http://schemas.openxmlformats.org/drawingml/2006/main">
              <a:ext uri="{FF2B5EF4-FFF2-40B4-BE49-F238E27FC236}">
                <a16:creationId xmlns:a16="http://schemas.microsoft.com/office/drawing/2014/main" id="{726C0F1A-22C9-4200-8F61-8D29AAF99D4D}"/>
              </a:ext>
            </a:extLst>
          </p:cNvPr>
          <p:cNvSpPr>
            <a:spLocks xmlns:a="http://schemas.openxmlformats.org/drawingml/2006/main" noGrp="1"/>
          </p:cNvSpPr>
          <p:nvPr/>
        </p:nvSpPr>
        <p:spPr>
          <a:xfrm xmlns:a="http://schemas.openxmlformats.org/drawingml/2006/main">
            <a:off x="10001250" y="25336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 acc.</a:t>
            </a:r>
          </a:p>
        </p:txBody>
      </p:sp>
      <p:sp>
        <p:nvSpPr>
          <p:cNvPr id="28" name="">
            <a:extLst xmlns:a="http://schemas.openxmlformats.org/drawingml/2006/main">
              <a:ext uri="{FF2B5EF4-FFF2-40B4-BE49-F238E27FC236}">
                <a16:creationId xmlns:a16="http://schemas.microsoft.com/office/drawing/2014/main" id="{F074A492-5B56-401C-AA7B-1056FDA3F210}"/>
              </a:ext>
            </a:extLst>
          </p:cNvPr>
          <p:cNvSpPr>
            <a:spLocks xmlns:a="http://schemas.openxmlformats.org/drawingml/2006/main" noGrp="1"/>
          </p:cNvSpPr>
          <p:nvPr/>
        </p:nvSpPr>
        <p:spPr>
          <a:xfrm xmlns:a="http://schemas.openxmlformats.org/drawingml/2006/main">
            <a:off x="6362700" y="2952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315F63"/>
                </a:solidFill>
                <a:latin typeface="Arial"/>
                <a:ea typeface="Arial"/>
                <a:cs typeface="Arial"/>
              </a:defRPr>
            </a:pPr>
            <a:r>
              <a:rPr sz="1275" b="0" i="0">
                <a:solidFill>
                  <a:srgbClr val="315F63"/>
                </a:solidFill>
                <a:latin typeface="Arial"/>
                <a:ea typeface="Arial"/>
                <a:cs typeface="Arial"/>
              </a:rPr>
              <a:t>All-feature baseline</a:t>
            </a:r>
          </a:p>
        </p:txBody>
      </p:sp>
      <p:sp>
        <p:nvSpPr>
          <p:cNvPr id="29" name="">
            <a:extLst xmlns:a="http://schemas.openxmlformats.org/drawingml/2006/main">
              <a:ext uri="{FF2B5EF4-FFF2-40B4-BE49-F238E27FC236}">
                <a16:creationId xmlns:a16="http://schemas.microsoft.com/office/drawing/2014/main" id="{0E95B518-9DA8-48EC-A47B-DB7CEDCC432C}"/>
              </a:ext>
            </a:extLst>
          </p:cNvPr>
          <p:cNvSpPr>
            <a:spLocks xmlns:a="http://schemas.openxmlformats.org/drawingml/2006/main" noGrp="1"/>
          </p:cNvSpPr>
          <p:nvPr/>
        </p:nvSpPr>
        <p:spPr>
          <a:xfrm xmlns:a="http://schemas.openxmlformats.org/drawingml/2006/main">
            <a:off x="8877300" y="29527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0.248</a:t>
            </a:r>
          </a:p>
        </p:txBody>
      </p:sp>
      <p:sp>
        <p:nvSpPr>
          <p:cNvPr id="30" name="">
            <a:extLst xmlns:a="http://schemas.openxmlformats.org/drawingml/2006/main">
              <a:ext uri="{FF2B5EF4-FFF2-40B4-BE49-F238E27FC236}">
                <a16:creationId xmlns:a16="http://schemas.microsoft.com/office/drawing/2014/main" id="{6B00F94B-7804-4E86-B9DC-D914B65F8460}"/>
              </a:ext>
            </a:extLst>
          </p:cNvPr>
          <p:cNvSpPr>
            <a:spLocks xmlns:a="http://schemas.openxmlformats.org/drawingml/2006/main" noGrp="1"/>
          </p:cNvSpPr>
          <p:nvPr/>
        </p:nvSpPr>
        <p:spPr>
          <a:xfrm xmlns:a="http://schemas.openxmlformats.org/drawingml/2006/main">
            <a:off x="10001250" y="29527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1.000</a:t>
            </a:r>
          </a:p>
        </p:txBody>
      </p:sp>
      <p:sp>
        <p:nvSpPr>
          <p:cNvPr id="31" name="">
            <a:extLst xmlns:a="http://schemas.openxmlformats.org/drawingml/2006/main">
              <a:ext uri="{FF2B5EF4-FFF2-40B4-BE49-F238E27FC236}">
                <a16:creationId xmlns:a16="http://schemas.microsoft.com/office/drawing/2014/main" id="{E9131F1D-18F4-4F83-A1CE-F1E98CFE6416}"/>
              </a:ext>
            </a:extLst>
          </p:cNvPr>
          <p:cNvSpPr>
            <a:spLocks xmlns:a="http://schemas.openxmlformats.org/drawingml/2006/main" noGrp="1"/>
          </p:cNvSpPr>
          <p:nvPr/>
        </p:nvSpPr>
        <p:spPr>
          <a:xfrm xmlns:a="http://schemas.openxmlformats.org/drawingml/2006/main">
            <a:off x="6362700" y="32956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D59232D-F332-4778-AB2A-EAD4EB9062A7}"/>
              </a:ext>
            </a:extLst>
          </p:cNvPr>
          <p:cNvSpPr>
            <a:spLocks xmlns:a="http://schemas.openxmlformats.org/drawingml/2006/main" noGrp="1"/>
          </p:cNvSpPr>
          <p:nvPr/>
        </p:nvSpPr>
        <p:spPr>
          <a:xfrm xmlns:a="http://schemas.openxmlformats.org/drawingml/2006/main">
            <a:off x="6362700" y="3381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234E70"/>
                </a:solidFill>
                <a:latin typeface="Arial"/>
                <a:ea typeface="Arial"/>
                <a:cs typeface="Arial"/>
              </a:defRPr>
            </a:pPr>
            <a:r>
              <a:rPr sz="1275" b="0" i="0">
                <a:solidFill>
                  <a:srgbClr val="234E70"/>
                </a:solidFill>
                <a:latin typeface="Arial"/>
                <a:ea typeface="Arial"/>
                <a:cs typeface="Arial"/>
              </a:rPr>
              <a:t>Expected-value baseline</a:t>
            </a:r>
          </a:p>
        </p:txBody>
      </p:sp>
      <p:sp>
        <p:nvSpPr>
          <p:cNvPr id="33" name="">
            <a:extLst xmlns:a="http://schemas.openxmlformats.org/drawingml/2006/main">
              <a:ext uri="{FF2B5EF4-FFF2-40B4-BE49-F238E27FC236}">
                <a16:creationId xmlns:a16="http://schemas.microsoft.com/office/drawing/2014/main" id="{6D890CC2-C336-4E38-B66F-E0426C59D87E}"/>
              </a:ext>
            </a:extLst>
          </p:cNvPr>
          <p:cNvSpPr>
            <a:spLocks xmlns:a="http://schemas.openxmlformats.org/drawingml/2006/main" noGrp="1"/>
          </p:cNvSpPr>
          <p:nvPr/>
        </p:nvSpPr>
        <p:spPr>
          <a:xfrm xmlns:a="http://schemas.openxmlformats.org/drawingml/2006/main">
            <a:off x="8877300" y="338137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0.453</a:t>
            </a:r>
          </a:p>
        </p:txBody>
      </p:sp>
      <p:sp>
        <p:nvSpPr>
          <p:cNvPr id="34" name="">
            <a:extLst xmlns:a="http://schemas.openxmlformats.org/drawingml/2006/main">
              <a:ext uri="{FF2B5EF4-FFF2-40B4-BE49-F238E27FC236}">
                <a16:creationId xmlns:a16="http://schemas.microsoft.com/office/drawing/2014/main" id="{DE4C5550-1458-4DA8-A09C-5A2F18DD7062}"/>
              </a:ext>
            </a:extLst>
          </p:cNvPr>
          <p:cNvSpPr>
            <a:spLocks xmlns:a="http://schemas.openxmlformats.org/drawingml/2006/main" noGrp="1"/>
          </p:cNvSpPr>
          <p:nvPr/>
        </p:nvSpPr>
        <p:spPr>
          <a:xfrm xmlns:a="http://schemas.openxmlformats.org/drawingml/2006/main">
            <a:off x="10001250" y="338137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0.750</a:t>
            </a:r>
          </a:p>
        </p:txBody>
      </p:sp>
      <p:sp>
        <p:nvSpPr>
          <p:cNvPr id="35" name="">
            <a:extLst xmlns:a="http://schemas.openxmlformats.org/drawingml/2006/main">
              <a:ext uri="{FF2B5EF4-FFF2-40B4-BE49-F238E27FC236}">
                <a16:creationId xmlns:a16="http://schemas.microsoft.com/office/drawing/2014/main" id="{BDACD8D9-F735-45CC-A5FC-2351889E9A8A}"/>
              </a:ext>
            </a:extLst>
          </p:cNvPr>
          <p:cNvSpPr>
            <a:spLocks xmlns:a="http://schemas.openxmlformats.org/drawingml/2006/main" noGrp="1"/>
          </p:cNvSpPr>
          <p:nvPr/>
        </p:nvSpPr>
        <p:spPr>
          <a:xfrm xmlns:a="http://schemas.openxmlformats.org/drawingml/2006/main">
            <a:off x="6362700" y="372427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B376945C-84CB-41B6-BD6D-45FEA5E0B203}"/>
              </a:ext>
            </a:extLst>
          </p:cNvPr>
          <p:cNvSpPr>
            <a:spLocks xmlns:a="http://schemas.openxmlformats.org/drawingml/2006/main" noGrp="1"/>
          </p:cNvSpPr>
          <p:nvPr/>
        </p:nvSpPr>
        <p:spPr>
          <a:xfrm xmlns:a="http://schemas.openxmlformats.org/drawingml/2006/main">
            <a:off x="6362700" y="38100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DeepSeek-selected</a:t>
            </a:r>
          </a:p>
        </p:txBody>
      </p:sp>
      <p:sp>
        <p:nvSpPr>
          <p:cNvPr id="37" name="">
            <a:extLst xmlns:a="http://schemas.openxmlformats.org/drawingml/2006/main">
              <a:ext uri="{FF2B5EF4-FFF2-40B4-BE49-F238E27FC236}">
                <a16:creationId xmlns:a16="http://schemas.microsoft.com/office/drawing/2014/main" id="{34013C69-2084-4D43-A0D1-04507D17876E}"/>
              </a:ext>
            </a:extLst>
          </p:cNvPr>
          <p:cNvSpPr>
            <a:spLocks xmlns:a="http://schemas.openxmlformats.org/drawingml/2006/main" noGrp="1"/>
          </p:cNvSpPr>
          <p:nvPr/>
        </p:nvSpPr>
        <p:spPr>
          <a:xfrm xmlns:a="http://schemas.openxmlformats.org/drawingml/2006/main">
            <a:off x="8877300" y="38100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0.534</a:t>
            </a:r>
          </a:p>
        </p:txBody>
      </p:sp>
      <p:sp>
        <p:nvSpPr>
          <p:cNvPr id="38" name="">
            <a:extLst xmlns:a="http://schemas.openxmlformats.org/drawingml/2006/main">
              <a:ext uri="{FF2B5EF4-FFF2-40B4-BE49-F238E27FC236}">
                <a16:creationId xmlns:a16="http://schemas.microsoft.com/office/drawing/2014/main" id="{94D8E24C-7E13-424F-BA51-4AC77FA18582}"/>
              </a:ext>
            </a:extLst>
          </p:cNvPr>
          <p:cNvSpPr>
            <a:spLocks xmlns:a="http://schemas.openxmlformats.org/drawingml/2006/main" noGrp="1"/>
          </p:cNvSpPr>
          <p:nvPr/>
        </p:nvSpPr>
        <p:spPr>
          <a:xfrm xmlns:a="http://schemas.openxmlformats.org/drawingml/2006/main">
            <a:off x="10001250" y="38100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0.500</a:t>
            </a:r>
          </a:p>
        </p:txBody>
      </p:sp>
      <p:sp>
        <p:nvSpPr>
          <p:cNvPr id="39" name="">
            <a:extLst xmlns:a="http://schemas.openxmlformats.org/drawingml/2006/main">
              <a:ext uri="{FF2B5EF4-FFF2-40B4-BE49-F238E27FC236}">
                <a16:creationId xmlns:a16="http://schemas.microsoft.com/office/drawing/2014/main" id="{EBB02351-7FAA-4EA1-A591-E7E5B2AE539D}"/>
              </a:ext>
            </a:extLst>
          </p:cNvPr>
          <p:cNvSpPr>
            <a:spLocks xmlns:a="http://schemas.openxmlformats.org/drawingml/2006/main" noGrp="1"/>
          </p:cNvSpPr>
          <p:nvPr/>
        </p:nvSpPr>
        <p:spPr>
          <a:xfrm xmlns:a="http://schemas.openxmlformats.org/drawingml/2006/main">
            <a:off x="6362700" y="415290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741C580-11F3-408B-86C3-2862A1FA4E93}"/>
              </a:ext>
            </a:extLst>
          </p:cNvPr>
          <p:cNvSpPr>
            <a:spLocks xmlns:a="http://schemas.openxmlformats.org/drawingml/2006/main" noGrp="1"/>
          </p:cNvSpPr>
          <p:nvPr/>
        </p:nvSpPr>
        <p:spPr>
          <a:xfrm xmlns:a="http://schemas.openxmlformats.org/drawingml/2006/main">
            <a:off x="6362700" y="42386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5A4B6E"/>
                </a:solidFill>
                <a:latin typeface="Arial"/>
                <a:ea typeface="Arial"/>
                <a:cs typeface="Arial"/>
              </a:defRPr>
            </a:pPr>
            <a:r>
              <a:rPr sz="1275" b="0" i="0">
                <a:solidFill>
                  <a:srgbClr val="5A4B6E"/>
                </a:solidFill>
                <a:latin typeface="Arial"/>
                <a:ea typeface="Arial"/>
                <a:cs typeface="Arial"/>
              </a:rPr>
              <a:t>Best single feature</a:t>
            </a:r>
          </a:p>
        </p:txBody>
      </p:sp>
      <p:sp>
        <p:nvSpPr>
          <p:cNvPr id="41" name="">
            <a:extLst xmlns:a="http://schemas.openxmlformats.org/drawingml/2006/main">
              <a:ext uri="{FF2B5EF4-FFF2-40B4-BE49-F238E27FC236}">
                <a16:creationId xmlns:a16="http://schemas.microsoft.com/office/drawing/2014/main" id="{27F7ED38-7A33-4472-B46D-D40130C5DDCC}"/>
              </a:ext>
            </a:extLst>
          </p:cNvPr>
          <p:cNvSpPr>
            <a:spLocks xmlns:a="http://schemas.openxmlformats.org/drawingml/2006/main" noGrp="1"/>
          </p:cNvSpPr>
          <p:nvPr/>
        </p:nvSpPr>
        <p:spPr>
          <a:xfrm xmlns:a="http://schemas.openxmlformats.org/drawingml/2006/main">
            <a:off x="8877300" y="423862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0.607</a:t>
            </a:r>
          </a:p>
        </p:txBody>
      </p:sp>
      <p:sp>
        <p:nvSpPr>
          <p:cNvPr id="42" name="">
            <a:extLst xmlns:a="http://schemas.openxmlformats.org/drawingml/2006/main">
              <a:ext uri="{FF2B5EF4-FFF2-40B4-BE49-F238E27FC236}">
                <a16:creationId xmlns:a16="http://schemas.microsoft.com/office/drawing/2014/main" id="{6279DAFE-5C04-45AA-AC4F-5DFD17417320}"/>
              </a:ext>
            </a:extLst>
          </p:cNvPr>
          <p:cNvSpPr>
            <a:spLocks xmlns:a="http://schemas.openxmlformats.org/drawingml/2006/main" noGrp="1"/>
          </p:cNvSpPr>
          <p:nvPr/>
        </p:nvSpPr>
        <p:spPr>
          <a:xfrm xmlns:a="http://schemas.openxmlformats.org/drawingml/2006/main">
            <a:off x="10001250" y="423862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0.750</a:t>
            </a:r>
          </a:p>
        </p:txBody>
      </p:sp>
      <p:sp>
        <p:nvSpPr>
          <p:cNvPr id="43" name="">
            <a:extLst xmlns:a="http://schemas.openxmlformats.org/drawingml/2006/main">
              <a:ext uri="{FF2B5EF4-FFF2-40B4-BE49-F238E27FC236}">
                <a16:creationId xmlns:a16="http://schemas.microsoft.com/office/drawing/2014/main" id="{D415EF45-D41B-4E8E-AB5B-88E5EE3E07A9}"/>
              </a:ext>
            </a:extLst>
          </p:cNvPr>
          <p:cNvSpPr>
            <a:spLocks xmlns:a="http://schemas.openxmlformats.org/drawingml/2006/main" noGrp="1"/>
          </p:cNvSpPr>
          <p:nvPr/>
        </p:nvSpPr>
        <p:spPr>
          <a:xfrm xmlns:a="http://schemas.openxmlformats.org/drawingml/2006/main">
            <a:off x="6362700" y="458152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62EA8575-A3CD-4934-85E9-9C3D25B2AEE8}"/>
              </a:ext>
            </a:extLst>
          </p:cNvPr>
          <p:cNvSpPr>
            <a:spLocks xmlns:a="http://schemas.openxmlformats.org/drawingml/2006/main" noGrp="1"/>
          </p:cNvSpPr>
          <p:nvPr/>
        </p:nvSpPr>
        <p:spPr>
          <a:xfrm xmlns:a="http://schemas.openxmlformats.org/drawingml/2006/main">
            <a:off x="6362700" y="46672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667085"/>
                </a:solidFill>
                <a:latin typeface="Arial"/>
                <a:ea typeface="Arial"/>
                <a:cs typeface="Arial"/>
              </a:defRPr>
            </a:pPr>
            <a:r>
              <a:rPr sz="1275" b="0" i="0">
                <a:solidFill>
                  <a:srgbClr val="667085"/>
                </a:solidFill>
                <a:latin typeface="Arial"/>
                <a:ea typeface="Arial"/>
                <a:cs typeface="Arial"/>
              </a:rPr>
              <a:t>Random probability</a:t>
            </a:r>
          </a:p>
        </p:txBody>
      </p:sp>
      <p:sp>
        <p:nvSpPr>
          <p:cNvPr id="45" name="">
            <a:extLst xmlns:a="http://schemas.openxmlformats.org/drawingml/2006/main">
              <a:ext uri="{FF2B5EF4-FFF2-40B4-BE49-F238E27FC236}">
                <a16:creationId xmlns:a16="http://schemas.microsoft.com/office/drawing/2014/main" id="{B307D69E-82C5-4C82-84F8-A2F0CAFBD056}"/>
              </a:ext>
            </a:extLst>
          </p:cNvPr>
          <p:cNvSpPr>
            <a:spLocks xmlns:a="http://schemas.openxmlformats.org/drawingml/2006/main" noGrp="1"/>
          </p:cNvSpPr>
          <p:nvPr/>
        </p:nvSpPr>
        <p:spPr>
          <a:xfrm xmlns:a="http://schemas.openxmlformats.org/drawingml/2006/main">
            <a:off x="8877300" y="4667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0.693</a:t>
            </a:r>
          </a:p>
        </p:txBody>
      </p:sp>
      <p:sp>
        <p:nvSpPr>
          <p:cNvPr id="46" name="">
            <a:extLst xmlns:a="http://schemas.openxmlformats.org/drawingml/2006/main">
              <a:ext uri="{FF2B5EF4-FFF2-40B4-BE49-F238E27FC236}">
                <a16:creationId xmlns:a16="http://schemas.microsoft.com/office/drawing/2014/main" id="{FC1B04B4-99CE-4970-A5DA-CABB3DE6F8A6}"/>
              </a:ext>
            </a:extLst>
          </p:cNvPr>
          <p:cNvSpPr>
            <a:spLocks xmlns:a="http://schemas.openxmlformats.org/drawingml/2006/main" noGrp="1"/>
          </p:cNvSpPr>
          <p:nvPr/>
        </p:nvSpPr>
        <p:spPr>
          <a:xfrm xmlns:a="http://schemas.openxmlformats.org/drawingml/2006/main">
            <a:off x="10001250" y="46672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0.500</a:t>
            </a:r>
          </a:p>
        </p:txBody>
      </p:sp>
      <p:sp>
        <p:nvSpPr>
          <p:cNvPr id="47" name="">
            <a:extLst xmlns:a="http://schemas.openxmlformats.org/drawingml/2006/main">
              <a:ext uri="{FF2B5EF4-FFF2-40B4-BE49-F238E27FC236}">
                <a16:creationId xmlns:a16="http://schemas.microsoft.com/office/drawing/2014/main" id="{9E47D0AB-8ACB-4D3A-826D-C4466F0728E1}"/>
              </a:ext>
            </a:extLst>
          </p:cNvPr>
          <p:cNvSpPr>
            <a:spLocks xmlns:a="http://schemas.openxmlformats.org/drawingml/2006/main" noGrp="1"/>
          </p:cNvSpPr>
          <p:nvPr/>
        </p:nvSpPr>
        <p:spPr>
          <a:xfrm xmlns:a="http://schemas.openxmlformats.org/drawingml/2006/main">
            <a:off x="6362700" y="50101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ED3EB73-399C-4D0B-8034-45E57354AD7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C4884D2C-CC54-4339-B354-D4905F47AEE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More iterations did not improve validation, and the selected candidate still lost to expected value on test.</a:t>
            </a:r>
          </a:p>
        </p:txBody>
      </p:sp>
    </p:spTree>
    <p:extLst>
      <p:ext uri="{BB962C8B-B14F-4D97-AF65-F5344CB8AC3E}">
        <p14:creationId xmlns:p14="http://schemas.microsoft.com/office/powerpoint/2010/main" val="174824526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A33D8E8-B056-454B-BF11-50B1DC1D94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918B125C-CF13-44BC-9B37-8F7B1869BC8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42F2119B-49F8-49B7-9589-181B8645231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652081-8D3F-477A-941C-94CF9815A65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2A5153BB-3A16-4E59-BD28-4A9E745ADDE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35978AD-A522-4C8B-9FAA-D110FBB87DC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BC2FE26-3839-499F-BB66-883F26D0BB0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AB49D14-4C0E-4DFD-91E3-E6E39C1674A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9F7D72E-71B0-4C5C-9873-512186EF9FC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7640900-B93F-469B-9567-98166A008FF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061CDD4-D529-46A4-8E70-B73E9401420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1B3DAE-AACC-4273-9342-B5B1D1723C7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670350E-EF88-4A64-8EAF-0A30D275532A}"/>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11304A3-B16E-4465-A908-694FB202DD5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AFFCC14-8653-4366-ABAB-1228DCC12C3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7C266533-BF59-485A-A4C5-D1B483BA46DC}"/>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5245FA8B-09C6-4835-A000-DD4F9EED2CAD}"/>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2125C36B-018C-4CCB-B6FB-0B599C7111E8}"/>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6E358F3-5067-466D-AFDB-9A84E822D45A}"/>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DDFFF7E5-A995-408C-8808-C84533D1F508}"/>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E3CAAE96-E1FD-4454-A664-D77848967E17}"/>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1E2E15F2-E7D3-4533-B4F6-317BE7B410AD}"/>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86E5BECB-ECA4-4016-8BA8-4F5411173D66}"/>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AE4D4F1E-9055-4635-9F6B-82401C6E2B0D}"/>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81079D19-748E-4DCA-9AEB-CD26A8A37CFD}"/>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3226B009-93C5-4C5C-BFCA-6CA7EB2C0816}"/>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53C91AA3-7180-43D1-947A-8A760A493050}"/>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8BFF2136-F733-4003-B6A2-09C46A6A6AA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B8DD2CA-7F6A-4C67-84B1-84E1FBA1B5A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97844270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9D1D22C-CB86-4FE6-A5D8-546F6D93A49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077B79B8-B14A-4598-BD81-ED524127DBD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7EECE12B-805A-42A5-A6FD-BD7962B4841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502253-1FA1-4BAD-8A7C-BFD823A7D2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A361224F-125B-4EC7-A452-14C4D9239ED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9ACD04A-4BF7-4168-9CDA-CDD2F01E0A1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385E508-A509-4913-9CE2-9296E8B6AD1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B881AC0-E733-420E-8F3F-8862A8939C0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AE644B2-EB0E-41B2-ABBF-83273FA3D5B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4DAF6FC-637B-45CF-B7C3-34A680A512D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0E8533A-27A0-4E45-BD67-E7C7206B617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593634-10EA-4305-8F7A-06659B3D953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4B2C239-C136-4718-8578-77E969605CB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C7A5CA-A9FC-49C0-909A-C6F2D3277E1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78BD5AE-1F0B-4076-8AB9-5C367E9E767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815BCB9C-C2D3-46C1-A16F-F586F0452E92}"/>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D90A3987-D2B2-4393-8CE0-B5F7C11EE72D}"/>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1B1DA9BB-92D1-47FE-BA21-98BBF4DD7882}"/>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0AF55558-604D-4BA7-881B-6C22EE87DBFF}"/>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23B6C34D-D6B3-4A69-A919-417A6C619879}"/>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A26F5CC1-7696-4F6D-A1EC-8F0863C7EE1B}"/>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CFA80978-657C-431A-AAAA-148E0A409FA8}"/>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3DEA2EE-5620-4922-9C64-59ED2B9ED3D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DE6000D-EBB2-4D22-A57A-14664645FD2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385129864"/>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7B597A3-9984-48A1-9E62-BD0A4212862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4C743BF9-70DD-4491-9536-172176C7CD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7BEBBFAA-C68C-4472-9D08-1EBE627D74F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4CFBCF-CFE2-4511-9D85-48D6429A2A3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76</a:t>
            </a:r>
          </a:p>
        </p:txBody>
      </p:sp>
      <p:sp>
        <p:nvSpPr>
          <p:cNvPr id="5" name="">
            <a:extLst xmlns:a="http://schemas.openxmlformats.org/drawingml/2006/main">
              <a:ext uri="{FF2B5EF4-FFF2-40B4-BE49-F238E27FC236}">
                <a16:creationId xmlns:a16="http://schemas.microsoft.com/office/drawing/2014/main" id="{B02C541E-47D5-4777-8141-64989D3F9AA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D0F51C4-022C-43D2-9FC7-659B869CFBE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4533CE8-7A9F-4AFE-9DD4-A38AC1771D0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51E4BA-BF89-4780-8F88-A04388022AD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829C1CA-87D0-4937-8181-8AB8D78AA62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453221-FC84-4F89-84B0-FC15370682F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22875D2-A2B1-4862-90DB-38DAF6BED2B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B90D658-B4D4-4D56-A415-88403ACDCC0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2440A6A-6AE3-44A1-9A70-9D4B0C58369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5AE94A0-624C-4487-A52D-A1A8B39EA0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5CC81C7-ACC0-4458-93CA-8D5EA8C5B3EA}"/>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0227CB16-56F1-4667-9F23-D0D311F9BC86}"/>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09C001BA-92AC-4307-BF54-EB63B2C3A9FB}"/>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6CCBFB5-C442-406B-A35C-3F38A1538A61}"/>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1D412EB9-7FAE-4370-BB0E-95DE6184CEFF}"/>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34ACDF0D-C738-4A0C-A449-6F234A0B4F89}"/>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EC85189-6FEE-4ECB-BB79-C89D35642251}"/>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887F2577-B669-4FD7-BEAC-D53BA2E9B363}"/>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C5CD538A-CAA2-40FD-AB27-D3DC705D5017}"/>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4952627-5A83-457B-943C-FDBFE716457F}"/>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294A8DE0-4F9E-42E3-92D5-289BF751F082}"/>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D09C6217-251A-4C10-A8A3-658877E81FDE}"/>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F8829A8-6A0E-438D-A78F-0425E6C7B48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4A667D0-1F95-4729-924C-E3CFE9738C0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213767184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788D18-CB4F-4C71-BC48-07808A37BC9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32D5F9EB-0D3F-4375-937C-EF73553468F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33B91886-93CD-4E83-BC80-0BF6FF8A47B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381831-394B-4F12-8C44-AF412880E70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02781C7D-5963-48AE-BE9B-0F42BEF38F0D}"/>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0E313132-C5A0-4F92-B833-FCF23A1815C4}"/>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146B5D9D-6B18-44BF-8048-0D11E07CA9BD}"/>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DDC54D5-AA0E-4988-BF09-9274A365737C}"/>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DA9FDE3B-E7E4-4BAF-BA89-704ED8B8D72C}"/>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9625A236-DCC8-49E6-85C3-9C0C038C961E}"/>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8B7B76B-7069-4C70-BBF0-A9FBA9DF36C8}"/>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C704749D-187E-44F1-9F65-9DEA3B43CBDE}"/>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0500E314-DA52-4FAE-A647-EAEF3E87F57A}"/>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400906C-1055-4A2F-A5B3-32AD24065BFA}"/>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766E4A6-32FA-4824-8B66-B78A1598DCB0}"/>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E4683721-7D32-4A88-B921-A7A5DC4481FD}"/>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884E3F4-E686-4132-BDE3-1FCDFD440D0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FF659DA-8847-4943-950B-CAA142707A48}"/>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835615664"/>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608DFF5-ED68-4650-81D5-BBF0DC1451D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FDE0539D-2DB9-4110-84E2-4B08CFCE93B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500400FE-706E-4551-A3D4-F9D7D28C36D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1310AC-046E-422F-9F94-8B0C770ECC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78</a:t>
            </a:r>
          </a:p>
        </p:txBody>
      </p:sp>
      <p:sp>
        <p:nvSpPr>
          <p:cNvPr id="5" name="">
            <a:extLst xmlns:a="http://schemas.openxmlformats.org/drawingml/2006/main">
              <a:ext uri="{FF2B5EF4-FFF2-40B4-BE49-F238E27FC236}">
                <a16:creationId xmlns:a16="http://schemas.microsoft.com/office/drawing/2014/main" id="{7B52BD9C-B7B1-4754-A9F7-AC22087F3EB6}"/>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3258CCC4-9183-4764-9331-130A018C7F2F}"/>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4B6E3E13-3434-4786-95EE-A6198B01BF2E}"/>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491FBC-2992-49F6-810D-165FAD3C38BA}"/>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40EECF71-642F-4D4B-BEE3-4362B40515ED}"/>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71248E70-B8C0-41BD-B0F0-9DE4D83B534B}"/>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B1EC66A-886C-4CE0-B928-4B36A479DA72}"/>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2414C1B4-B46B-4000-90E6-45D8DC17A07C}"/>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8AE709E2-B1D2-4D37-916F-EAD314DA44CD}"/>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FAE5BD7-2546-42F4-AB65-CAD3768B65CD}"/>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92ABE3FC-2F6E-4E8A-B00B-333F49DAF8EE}"/>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94546058"/>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7A35ED8-F54D-47B9-A718-DF480081B207}"/>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11921EFA-4F50-4357-89AC-046891A3B565}"/>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DCC88E64-C34B-4732-976D-CE55FCE725C3}"/>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2681245-3A9F-4352-B0B3-FB201F276C12}"/>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77938045"/>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7E3A3C2-7490-4B0C-A8E3-1551A6FA155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DD8B84E9-7D34-42B8-A494-A12B131B561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DE8C7BBC-AE27-49E6-9741-34529C9A65A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C0E17F6-852B-4CEA-A196-A4F264E300E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80</a:t>
            </a:r>
          </a:p>
        </p:txBody>
      </p:sp>
      <p:sp>
        <p:nvSpPr>
          <p:cNvPr id="5" name="">
            <a:extLst xmlns:a="http://schemas.openxmlformats.org/drawingml/2006/main">
              <a:ext uri="{FF2B5EF4-FFF2-40B4-BE49-F238E27FC236}">
                <a16:creationId xmlns:a16="http://schemas.microsoft.com/office/drawing/2014/main" id="{505CEE93-67EB-4A22-A01D-0EF71EE0CA53}"/>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8754388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2026-08-13T03:51:25.8180000Z</dcterms:created>
  <dcterms:modified xsi:type="dcterms:W3CDTF">2026-08-13T03:51:25.8180000Z</dcterms:modified>
</coreProperties>
</file>