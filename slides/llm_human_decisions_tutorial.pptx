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7b231b09b114df6" /><Relationship Type="http://schemas.openxmlformats.org/officeDocument/2006/relationships/extended-properties" Target="/docProps/app.xml" Id="Rcdcf8ac0783f4572" /><Relationship Type="http://schemas.openxmlformats.org/officeDocument/2006/relationships/officeDocument" Target="/ppt/presentation.xml" Id="Rb2ebd82a7add4864" /></Relationships>
</file>

<file path=ppt/presentation.xml><?xml version="1.0" encoding="utf-8"?>
<p:presentation xmlns:p="http://schemas.openxmlformats.org/presentationml/2006/main">
  <p:sldMasterIdLst>
    <p:sldMasterId xmlns:r="http://schemas.openxmlformats.org/officeDocument/2006/relationships" id="2147483648" r:id="R40d5342c2baf4e55"/>
  </p:sldMasterIdLst>
  <p:notesMasterIdLst>
    <p:notesMasterId xmlns:r="http://schemas.openxmlformats.org/officeDocument/2006/relationships" r:id="R03387f755bef4aec"/>
  </p:notesMasterIdLst>
  <p:sldIdLst>
    <p:sldId xmlns:r="http://schemas.openxmlformats.org/officeDocument/2006/relationships" id="256" r:id="R1086dd65367f439a"/>
    <p:sldId xmlns:r="http://schemas.openxmlformats.org/officeDocument/2006/relationships" id="257" r:id="R52387b35b7734620"/>
    <p:sldId xmlns:r="http://schemas.openxmlformats.org/officeDocument/2006/relationships" id="258" r:id="Re7d75e86477d4d4a"/>
    <p:sldId xmlns:r="http://schemas.openxmlformats.org/officeDocument/2006/relationships" id="259" r:id="Rdea34ff6a8c74c1c"/>
    <p:sldId xmlns:r="http://schemas.openxmlformats.org/officeDocument/2006/relationships" id="260" r:id="R9b3a72fb4bf2418b"/>
    <p:sldId xmlns:r="http://schemas.openxmlformats.org/officeDocument/2006/relationships" id="261" r:id="Rf906a23d4df04648"/>
    <p:sldId xmlns:r="http://schemas.openxmlformats.org/officeDocument/2006/relationships" id="262" r:id="Rd65801e1decb42bf"/>
    <p:sldId xmlns:r="http://schemas.openxmlformats.org/officeDocument/2006/relationships" id="263" r:id="Rae6cc3de354d41bb"/>
    <p:sldId xmlns:r="http://schemas.openxmlformats.org/officeDocument/2006/relationships" id="264" r:id="Rff2521c07cd54dd2"/>
    <p:sldId xmlns:r="http://schemas.openxmlformats.org/officeDocument/2006/relationships" id="265" r:id="Rbd05972aed084ee3"/>
    <p:sldId xmlns:r="http://schemas.openxmlformats.org/officeDocument/2006/relationships" id="266" r:id="R98fb61e44a194a2a"/>
    <p:sldId xmlns:r="http://schemas.openxmlformats.org/officeDocument/2006/relationships" id="267" r:id="Rf056f8dfd23c4106"/>
    <p:sldId xmlns:r="http://schemas.openxmlformats.org/officeDocument/2006/relationships" id="268" r:id="R1e8e3a80bd0645e2"/>
    <p:sldId xmlns:r="http://schemas.openxmlformats.org/officeDocument/2006/relationships" id="269" r:id="R855eac9de71547b3"/>
    <p:sldId xmlns:r="http://schemas.openxmlformats.org/officeDocument/2006/relationships" id="270" r:id="Rd348986c1bf84d00"/>
    <p:sldId xmlns:r="http://schemas.openxmlformats.org/officeDocument/2006/relationships" id="271" r:id="Ra02db121785b4618"/>
    <p:sldId xmlns:r="http://schemas.openxmlformats.org/officeDocument/2006/relationships" id="272" r:id="Rb19a3fd15a2c489b"/>
    <p:sldId xmlns:r="http://schemas.openxmlformats.org/officeDocument/2006/relationships" id="273" r:id="R6854f8f691494eb0"/>
    <p:sldId xmlns:r="http://schemas.openxmlformats.org/officeDocument/2006/relationships" id="274" r:id="Re0b9faf841f348b6"/>
    <p:sldId xmlns:r="http://schemas.openxmlformats.org/officeDocument/2006/relationships" id="275" r:id="R38c1f5466a624f30"/>
    <p:sldId xmlns:r="http://schemas.openxmlformats.org/officeDocument/2006/relationships" id="276" r:id="R2bebc13048944a4b"/>
    <p:sldId xmlns:r="http://schemas.openxmlformats.org/officeDocument/2006/relationships" id="277" r:id="Rc1020255d250411f"/>
    <p:sldId xmlns:r="http://schemas.openxmlformats.org/officeDocument/2006/relationships" id="278" r:id="Rdafc32aae77047b0"/>
    <p:sldId xmlns:r="http://schemas.openxmlformats.org/officeDocument/2006/relationships" id="279" r:id="R8e580875c9fa44f9"/>
    <p:sldId xmlns:r="http://schemas.openxmlformats.org/officeDocument/2006/relationships" id="280" r:id="R3f5acc00cd8e4a0e"/>
    <p:sldId xmlns:r="http://schemas.openxmlformats.org/officeDocument/2006/relationships" id="281" r:id="Rfccd235959284b8d"/>
    <p:sldId xmlns:r="http://schemas.openxmlformats.org/officeDocument/2006/relationships" id="282" r:id="Rfe5e21b87fe94ea9"/>
    <p:sldId xmlns:r="http://schemas.openxmlformats.org/officeDocument/2006/relationships" id="283" r:id="Rf9e3713958264eb2"/>
    <p:sldId xmlns:r="http://schemas.openxmlformats.org/officeDocument/2006/relationships" id="284" r:id="Re7ee10994a6e4d73"/>
    <p:sldId xmlns:r="http://schemas.openxmlformats.org/officeDocument/2006/relationships" id="285" r:id="R6d0d8afa4ad340d9"/>
    <p:sldId xmlns:r="http://schemas.openxmlformats.org/officeDocument/2006/relationships" id="286" r:id="Rf5b304bdae524215"/>
    <p:sldId xmlns:r="http://schemas.openxmlformats.org/officeDocument/2006/relationships" id="287" r:id="R20f9cdf2cf8b4730"/>
    <p:sldId xmlns:r="http://schemas.openxmlformats.org/officeDocument/2006/relationships" id="288" r:id="Rba95dc3312c249e0"/>
    <p:sldId xmlns:r="http://schemas.openxmlformats.org/officeDocument/2006/relationships" id="289" r:id="Rec0b30785c7d4a87"/>
    <p:sldId xmlns:r="http://schemas.openxmlformats.org/officeDocument/2006/relationships" id="290" r:id="R2f877669b8f342c0"/>
    <p:sldId xmlns:r="http://schemas.openxmlformats.org/officeDocument/2006/relationships" id="291" r:id="R1e590025f7b84754"/>
    <p:sldId xmlns:r="http://schemas.openxmlformats.org/officeDocument/2006/relationships" id="292" r:id="R3886e23d70254211"/>
    <p:sldId xmlns:r="http://schemas.openxmlformats.org/officeDocument/2006/relationships" id="293" r:id="R2d246e0b185c42a1"/>
    <p:sldId xmlns:r="http://schemas.openxmlformats.org/officeDocument/2006/relationships" id="294" r:id="Rcae0d0401251476b"/>
    <p:sldId xmlns:r="http://schemas.openxmlformats.org/officeDocument/2006/relationships" id="295" r:id="R1747b92ae4f74e5c"/>
    <p:sldId xmlns:r="http://schemas.openxmlformats.org/officeDocument/2006/relationships" id="296" r:id="R229f334460404f91"/>
    <p:sldId xmlns:r="http://schemas.openxmlformats.org/officeDocument/2006/relationships" id="297" r:id="R0b7f71005d394c28"/>
    <p:sldId xmlns:r="http://schemas.openxmlformats.org/officeDocument/2006/relationships" id="298" r:id="R914bee2f2a0f4e14"/>
    <p:sldId xmlns:r="http://schemas.openxmlformats.org/officeDocument/2006/relationships" id="299" r:id="Re7cd17e3ca6f4164"/>
    <p:sldId xmlns:r="http://schemas.openxmlformats.org/officeDocument/2006/relationships" id="300" r:id="R18c22df9fa7c4bc0"/>
    <p:sldId xmlns:r="http://schemas.openxmlformats.org/officeDocument/2006/relationships" id="301" r:id="R5590979e2e384e1d"/>
    <p:sldId xmlns:r="http://schemas.openxmlformats.org/officeDocument/2006/relationships" id="302" r:id="Rc04bce8d68604666"/>
    <p:sldId xmlns:r="http://schemas.openxmlformats.org/officeDocument/2006/relationships" id="303" r:id="Rb4ebcbf26b86444a"/>
    <p:sldId xmlns:r="http://schemas.openxmlformats.org/officeDocument/2006/relationships" id="304" r:id="R6c665863db334bcf"/>
    <p:sldId xmlns:r="http://schemas.openxmlformats.org/officeDocument/2006/relationships" id="305" r:id="R85a3ca73871b4468"/>
    <p:sldId xmlns:r="http://schemas.openxmlformats.org/officeDocument/2006/relationships" id="306" r:id="R572e68c570e54404"/>
    <p:sldId xmlns:r="http://schemas.openxmlformats.org/officeDocument/2006/relationships" id="307" r:id="Rd3276895c4e54128"/>
    <p:sldId xmlns:r="http://schemas.openxmlformats.org/officeDocument/2006/relationships" id="308" r:id="R7fe9835db98a4ad0"/>
    <p:sldId xmlns:r="http://schemas.openxmlformats.org/officeDocument/2006/relationships" id="309" r:id="Rd1c67411104c4ccd"/>
    <p:sldId xmlns:r="http://schemas.openxmlformats.org/officeDocument/2006/relationships" id="310" r:id="R7d266c523d42487d"/>
    <p:sldId xmlns:r="http://schemas.openxmlformats.org/officeDocument/2006/relationships" id="311" r:id="R2ee1dc2c902445cd"/>
    <p:sldId xmlns:r="http://schemas.openxmlformats.org/officeDocument/2006/relationships" id="312" r:id="R43c651a85b844d89"/>
    <p:sldId xmlns:r="http://schemas.openxmlformats.org/officeDocument/2006/relationships" id="313" r:id="R34565ce6ea5d483a"/>
    <p:sldId xmlns:r="http://schemas.openxmlformats.org/officeDocument/2006/relationships" id="314" r:id="Rccae3e1fc6b943a7"/>
    <p:sldId xmlns:r="http://schemas.openxmlformats.org/officeDocument/2006/relationships" id="315" r:id="R2177cfeb575d4614"/>
    <p:sldId xmlns:r="http://schemas.openxmlformats.org/officeDocument/2006/relationships" id="316" r:id="R87c94fb392b6432c"/>
    <p:sldId xmlns:r="http://schemas.openxmlformats.org/officeDocument/2006/relationships" id="317" r:id="Reb8a89c1877d410c"/>
    <p:sldId xmlns:r="http://schemas.openxmlformats.org/officeDocument/2006/relationships" id="318" r:id="R620cd770804d4051"/>
    <p:sldId xmlns:r="http://schemas.openxmlformats.org/officeDocument/2006/relationships" id="319" r:id="R6dee0f22d10846d3"/>
    <p:sldId xmlns:r="http://schemas.openxmlformats.org/officeDocument/2006/relationships" id="320" r:id="R662162cc534b4996"/>
    <p:sldId xmlns:r="http://schemas.openxmlformats.org/officeDocument/2006/relationships" id="321" r:id="R2d350b65658d4d09"/>
    <p:sldId xmlns:r="http://schemas.openxmlformats.org/officeDocument/2006/relationships" id="322" r:id="R64b13d3e1cc4443c"/>
    <p:sldId xmlns:r="http://schemas.openxmlformats.org/officeDocument/2006/relationships" id="323" r:id="Rac3f11e6581e4e54"/>
    <p:sldId xmlns:r="http://schemas.openxmlformats.org/officeDocument/2006/relationships" id="324" r:id="Rbbac85fab3bf4f73"/>
    <p:sldId xmlns:r="http://schemas.openxmlformats.org/officeDocument/2006/relationships" id="325" r:id="Rf50e3c67ed214118"/>
    <p:sldId xmlns:r="http://schemas.openxmlformats.org/officeDocument/2006/relationships" id="326" r:id="R24793494a48a42ba"/>
    <p:sldId xmlns:r="http://schemas.openxmlformats.org/officeDocument/2006/relationships" id="327" r:id="R1b8340b70b3a458f"/>
    <p:sldId xmlns:r="http://schemas.openxmlformats.org/officeDocument/2006/relationships" id="328" r:id="Rc4d78df63e194874"/>
    <p:sldId xmlns:r="http://schemas.openxmlformats.org/officeDocument/2006/relationships" id="329" r:id="Rc15cf087c17e4bac"/>
    <p:sldId xmlns:r="http://schemas.openxmlformats.org/officeDocument/2006/relationships" id="330" r:id="R972ce3d695724fbe"/>
    <p:sldId xmlns:r="http://schemas.openxmlformats.org/officeDocument/2006/relationships" id="331" r:id="Re01e1972d28b4d9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85430504294018" /><Relationship Type="http://schemas.openxmlformats.org/officeDocument/2006/relationships/slideMaster" Target="/ppt/slideMasters/slideMaster1.xml" Id="R40d5342c2baf4e55" /><Relationship Type="http://schemas.openxmlformats.org/officeDocument/2006/relationships/notesMaster" Target="/ppt/notesMasters/notesMaster1.xml" Id="R03387f755bef4aec" /><Relationship Type="http://schemas.openxmlformats.org/officeDocument/2006/relationships/presProps" Target="/ppt/presProps.xml" Id="R8b4e9ac20a874162" /><Relationship Type="http://schemas.openxmlformats.org/officeDocument/2006/relationships/tableStyles" Target="/ppt/tableStyles.xml" Id="Rfc0e819a457a4d27" /><Relationship Type="http://schemas.openxmlformats.org/officeDocument/2006/relationships/slide" Target="/ppt/slides/slide1.xml" Id="R1086dd65367f439a" /><Relationship Type="http://schemas.openxmlformats.org/officeDocument/2006/relationships/slide" Target="/ppt/slides/slide2.xml" Id="R52387b35b7734620" /><Relationship Type="http://schemas.openxmlformats.org/officeDocument/2006/relationships/slide" Target="/ppt/slides/slide3.xml" Id="Re7d75e86477d4d4a" /><Relationship Type="http://schemas.openxmlformats.org/officeDocument/2006/relationships/slide" Target="/ppt/slides/slide4.xml" Id="Rdea34ff6a8c74c1c" /><Relationship Type="http://schemas.openxmlformats.org/officeDocument/2006/relationships/slide" Target="/ppt/slides/slide5.xml" Id="R9b3a72fb4bf2418b" /><Relationship Type="http://schemas.openxmlformats.org/officeDocument/2006/relationships/slide" Target="/ppt/slides/slide6.xml" Id="Rf906a23d4df04648" /><Relationship Type="http://schemas.openxmlformats.org/officeDocument/2006/relationships/slide" Target="/ppt/slides/slide7.xml" Id="Rd65801e1decb42bf" /><Relationship Type="http://schemas.openxmlformats.org/officeDocument/2006/relationships/slide" Target="/ppt/slides/slide8.xml" Id="Rae6cc3de354d41bb" /><Relationship Type="http://schemas.openxmlformats.org/officeDocument/2006/relationships/slide" Target="/ppt/slides/slide9.xml" Id="Rff2521c07cd54dd2" /><Relationship Type="http://schemas.openxmlformats.org/officeDocument/2006/relationships/slide" Target="/ppt/slides/slide10.xml" Id="Rbd05972aed084ee3" /><Relationship Type="http://schemas.openxmlformats.org/officeDocument/2006/relationships/slide" Target="/ppt/slides/slide11.xml" Id="R98fb61e44a194a2a" /><Relationship Type="http://schemas.openxmlformats.org/officeDocument/2006/relationships/slide" Target="/ppt/slides/slide12.xml" Id="Rf056f8dfd23c4106" /><Relationship Type="http://schemas.openxmlformats.org/officeDocument/2006/relationships/slide" Target="/ppt/slides/slide13.xml" Id="R1e8e3a80bd0645e2" /><Relationship Type="http://schemas.openxmlformats.org/officeDocument/2006/relationships/slide" Target="/ppt/slides/slide14.xml" Id="R855eac9de71547b3" /><Relationship Type="http://schemas.openxmlformats.org/officeDocument/2006/relationships/slide" Target="/ppt/slides/slide15.xml" Id="Rd348986c1bf84d00" /><Relationship Type="http://schemas.openxmlformats.org/officeDocument/2006/relationships/slide" Target="/ppt/slides/slide16.xml" Id="Ra02db121785b4618" /><Relationship Type="http://schemas.openxmlformats.org/officeDocument/2006/relationships/slide" Target="/ppt/slides/slide17.xml" Id="Rb19a3fd15a2c489b" /><Relationship Type="http://schemas.openxmlformats.org/officeDocument/2006/relationships/slide" Target="/ppt/slides/slide18.xml" Id="R6854f8f691494eb0" /><Relationship Type="http://schemas.openxmlformats.org/officeDocument/2006/relationships/slide" Target="/ppt/slides/slide19.xml" Id="Re0b9faf841f348b6" /><Relationship Type="http://schemas.openxmlformats.org/officeDocument/2006/relationships/slide" Target="/ppt/slides/slide20.xml" Id="R38c1f5466a624f30" /><Relationship Type="http://schemas.openxmlformats.org/officeDocument/2006/relationships/slide" Target="/ppt/slides/slide21.xml" Id="R2bebc13048944a4b" /><Relationship Type="http://schemas.openxmlformats.org/officeDocument/2006/relationships/slide" Target="/ppt/slides/slide22.xml" Id="Rc1020255d250411f" /><Relationship Type="http://schemas.openxmlformats.org/officeDocument/2006/relationships/slide" Target="/ppt/slides/slide23.xml" Id="Rdafc32aae77047b0" /><Relationship Type="http://schemas.openxmlformats.org/officeDocument/2006/relationships/slide" Target="/ppt/slides/slide24.xml" Id="R8e580875c9fa44f9" /><Relationship Type="http://schemas.openxmlformats.org/officeDocument/2006/relationships/slide" Target="/ppt/slides/slide25.xml" Id="R3f5acc00cd8e4a0e" /><Relationship Type="http://schemas.openxmlformats.org/officeDocument/2006/relationships/slide" Target="/ppt/slides/slide26.xml" Id="Rfccd235959284b8d" /><Relationship Type="http://schemas.openxmlformats.org/officeDocument/2006/relationships/slide" Target="/ppt/slides/slide27.xml" Id="Rfe5e21b87fe94ea9" /><Relationship Type="http://schemas.openxmlformats.org/officeDocument/2006/relationships/slide" Target="/ppt/slides/slide28.xml" Id="Rf9e3713958264eb2" /><Relationship Type="http://schemas.openxmlformats.org/officeDocument/2006/relationships/slide" Target="/ppt/slides/slide29.xml" Id="Re7ee10994a6e4d73" /><Relationship Type="http://schemas.openxmlformats.org/officeDocument/2006/relationships/slide" Target="/ppt/slides/slide30.xml" Id="R6d0d8afa4ad340d9" /><Relationship Type="http://schemas.openxmlformats.org/officeDocument/2006/relationships/slide" Target="/ppt/slides/slide31.xml" Id="Rf5b304bdae524215" /><Relationship Type="http://schemas.openxmlformats.org/officeDocument/2006/relationships/slide" Target="/ppt/slides/slide32.xml" Id="R20f9cdf2cf8b4730" /><Relationship Type="http://schemas.openxmlformats.org/officeDocument/2006/relationships/slide" Target="/ppt/slides/slide33.xml" Id="Rba95dc3312c249e0" /><Relationship Type="http://schemas.openxmlformats.org/officeDocument/2006/relationships/slide" Target="/ppt/slides/slide34.xml" Id="Rec0b30785c7d4a87" /><Relationship Type="http://schemas.openxmlformats.org/officeDocument/2006/relationships/slide" Target="/ppt/slides/slide35.xml" Id="R2f877669b8f342c0" /><Relationship Type="http://schemas.openxmlformats.org/officeDocument/2006/relationships/slide" Target="/ppt/slides/slide36.xml" Id="R1e590025f7b84754" /><Relationship Type="http://schemas.openxmlformats.org/officeDocument/2006/relationships/slide" Target="/ppt/slides/slide37.xml" Id="R3886e23d70254211" /><Relationship Type="http://schemas.openxmlformats.org/officeDocument/2006/relationships/slide" Target="/ppt/slides/slide38.xml" Id="R2d246e0b185c42a1" /><Relationship Type="http://schemas.openxmlformats.org/officeDocument/2006/relationships/slide" Target="/ppt/slides/slide39.xml" Id="Rcae0d0401251476b" /><Relationship Type="http://schemas.openxmlformats.org/officeDocument/2006/relationships/slide" Target="/ppt/slides/slide40.xml" Id="R1747b92ae4f74e5c" /><Relationship Type="http://schemas.openxmlformats.org/officeDocument/2006/relationships/slide" Target="/ppt/slides/slide41.xml" Id="R229f334460404f91" /><Relationship Type="http://schemas.openxmlformats.org/officeDocument/2006/relationships/slide" Target="/ppt/slides/slide42.xml" Id="R0b7f71005d394c28" /><Relationship Type="http://schemas.openxmlformats.org/officeDocument/2006/relationships/slide" Target="/ppt/slides/slide43.xml" Id="R914bee2f2a0f4e14" /><Relationship Type="http://schemas.openxmlformats.org/officeDocument/2006/relationships/slide" Target="/ppt/slides/slide44.xml" Id="Re7cd17e3ca6f4164" /><Relationship Type="http://schemas.openxmlformats.org/officeDocument/2006/relationships/slide" Target="/ppt/slides/slide45.xml" Id="R18c22df9fa7c4bc0" /><Relationship Type="http://schemas.openxmlformats.org/officeDocument/2006/relationships/slide" Target="/ppt/slides/slide46.xml" Id="R5590979e2e384e1d" /><Relationship Type="http://schemas.openxmlformats.org/officeDocument/2006/relationships/slide" Target="/ppt/slides/slide47.xml" Id="Rc04bce8d68604666" /><Relationship Type="http://schemas.openxmlformats.org/officeDocument/2006/relationships/slide" Target="/ppt/slides/slide48.xml" Id="Rb4ebcbf26b86444a" /><Relationship Type="http://schemas.openxmlformats.org/officeDocument/2006/relationships/slide" Target="/ppt/slides/slide49.xml" Id="R6c665863db334bcf" /><Relationship Type="http://schemas.openxmlformats.org/officeDocument/2006/relationships/slide" Target="/ppt/slides/slide50.xml" Id="R85a3ca73871b4468" /><Relationship Type="http://schemas.openxmlformats.org/officeDocument/2006/relationships/slide" Target="/ppt/slides/slide51.xml" Id="R572e68c570e54404" /><Relationship Type="http://schemas.openxmlformats.org/officeDocument/2006/relationships/slide" Target="/ppt/slides/slide52.xml" Id="Rd3276895c4e54128" /><Relationship Type="http://schemas.openxmlformats.org/officeDocument/2006/relationships/slide" Target="/ppt/slides/slide53.xml" Id="R7fe9835db98a4ad0" /><Relationship Type="http://schemas.openxmlformats.org/officeDocument/2006/relationships/slide" Target="/ppt/slides/slide54.xml" Id="Rd1c67411104c4ccd" /><Relationship Type="http://schemas.openxmlformats.org/officeDocument/2006/relationships/slide" Target="/ppt/slides/slide55.xml" Id="R7d266c523d42487d" /><Relationship Type="http://schemas.openxmlformats.org/officeDocument/2006/relationships/slide" Target="/ppt/slides/slide56.xml" Id="R2ee1dc2c902445cd" /><Relationship Type="http://schemas.openxmlformats.org/officeDocument/2006/relationships/slide" Target="/ppt/slides/slide57.xml" Id="R43c651a85b844d89" /><Relationship Type="http://schemas.openxmlformats.org/officeDocument/2006/relationships/slide" Target="/ppt/slides/slide58.xml" Id="R34565ce6ea5d483a" /><Relationship Type="http://schemas.openxmlformats.org/officeDocument/2006/relationships/slide" Target="/ppt/slides/slide59.xml" Id="Rccae3e1fc6b943a7" /><Relationship Type="http://schemas.openxmlformats.org/officeDocument/2006/relationships/slide" Target="/ppt/slides/slide60.xml" Id="R2177cfeb575d4614" /><Relationship Type="http://schemas.openxmlformats.org/officeDocument/2006/relationships/slide" Target="/ppt/slides/slide61.xml" Id="R87c94fb392b6432c" /><Relationship Type="http://schemas.openxmlformats.org/officeDocument/2006/relationships/slide" Target="/ppt/slides/slide62.xml" Id="Reb8a89c1877d410c" /><Relationship Type="http://schemas.openxmlformats.org/officeDocument/2006/relationships/slide" Target="/ppt/slides/slide63.xml" Id="R620cd770804d4051" /><Relationship Type="http://schemas.openxmlformats.org/officeDocument/2006/relationships/slide" Target="/ppt/slides/slide64.xml" Id="R6dee0f22d10846d3" /><Relationship Type="http://schemas.openxmlformats.org/officeDocument/2006/relationships/slide" Target="/ppt/slides/slide65.xml" Id="R662162cc534b4996" /><Relationship Type="http://schemas.openxmlformats.org/officeDocument/2006/relationships/slide" Target="/ppt/slides/slide66.xml" Id="R2d350b65658d4d09" /><Relationship Type="http://schemas.openxmlformats.org/officeDocument/2006/relationships/slide" Target="/ppt/slides/slide67.xml" Id="R64b13d3e1cc4443c" /><Relationship Type="http://schemas.openxmlformats.org/officeDocument/2006/relationships/slide" Target="/ppt/slides/slide68.xml" Id="Rac3f11e6581e4e54" /><Relationship Type="http://schemas.openxmlformats.org/officeDocument/2006/relationships/slide" Target="/ppt/slides/slide69.xml" Id="Rbbac85fab3bf4f73" /><Relationship Type="http://schemas.openxmlformats.org/officeDocument/2006/relationships/slide" Target="/ppt/slides/slide70.xml" Id="Rf50e3c67ed214118" /><Relationship Type="http://schemas.openxmlformats.org/officeDocument/2006/relationships/slide" Target="/ppt/slides/slide71.xml" Id="R24793494a48a42ba" /><Relationship Type="http://schemas.openxmlformats.org/officeDocument/2006/relationships/slide" Target="/ppt/slides/slide72.xml" Id="R1b8340b70b3a458f" /><Relationship Type="http://schemas.openxmlformats.org/officeDocument/2006/relationships/slide" Target="/ppt/slides/slide73.xml" Id="Rc4d78df63e194874" /><Relationship Type="http://schemas.openxmlformats.org/officeDocument/2006/relationships/slide" Target="/ppt/slides/slide74.xml" Id="Rc15cf087c17e4bac" /><Relationship Type="http://schemas.openxmlformats.org/officeDocument/2006/relationships/slide" Target="/ppt/slides/slide75.xml" Id="R972ce3d695724fbe" /><Relationship Type="http://schemas.openxmlformats.org/officeDocument/2006/relationships/slide" Target="/ppt/slides/slide76.xml" Id="Re01e1972d28b4d9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bcf18a70fe45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ab18004a284aa4" /><Relationship Type="http://schemas.openxmlformats.org/officeDocument/2006/relationships/notesMaster" Target="/ppt/notesMasters/notesMaster1.xml" Id="R1f42c221abb64c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ce05f51c4f4d8c" /><Relationship Type="http://schemas.openxmlformats.org/officeDocument/2006/relationships/notesMaster" Target="/ppt/notesMasters/notesMaster1.xml" Id="Rb9ab4e8609ac4a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750b19646d6473f" /><Relationship Type="http://schemas.openxmlformats.org/officeDocument/2006/relationships/notesMaster" Target="/ppt/notesMasters/notesMaster1.xml" Id="Rf27e9eee2bd74d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30a2bc4a794c4d" /><Relationship Type="http://schemas.openxmlformats.org/officeDocument/2006/relationships/notesMaster" Target="/ppt/notesMasters/notesMaster1.xml" Id="Rb36b5c35bb1b4e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6ea20f94404d9a" /><Relationship Type="http://schemas.openxmlformats.org/officeDocument/2006/relationships/notesMaster" Target="/ppt/notesMasters/notesMaster1.xml" Id="R1bb391f75a4345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08671c3c434351" /><Relationship Type="http://schemas.openxmlformats.org/officeDocument/2006/relationships/notesMaster" Target="/ppt/notesMasters/notesMaster1.xml" Id="Rdfb33307ec354b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15b19248274bd5" /><Relationship Type="http://schemas.openxmlformats.org/officeDocument/2006/relationships/notesMaster" Target="/ppt/notesMasters/notesMaster1.xml" Id="Rdbd2114db6d048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f0b2df87db41ba" /><Relationship Type="http://schemas.openxmlformats.org/officeDocument/2006/relationships/notesMaster" Target="/ppt/notesMasters/notesMaster1.xml" Id="R1589b719e71840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051f7bb2be4d45" /><Relationship Type="http://schemas.openxmlformats.org/officeDocument/2006/relationships/notesMaster" Target="/ppt/notesMasters/notesMaster1.xml" Id="Rfe6c1cf283694e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8ef7158760e4275" /><Relationship Type="http://schemas.openxmlformats.org/officeDocument/2006/relationships/notesMaster" Target="/ppt/notesMasters/notesMaster1.xml" Id="R749d43b5f3404e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461801ffcb424e" /><Relationship Type="http://schemas.openxmlformats.org/officeDocument/2006/relationships/notesMaster" Target="/ppt/notesMasters/notesMaster1.xml" Id="Raae90170dd4446e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497e992c5842c7" /><Relationship Type="http://schemas.openxmlformats.org/officeDocument/2006/relationships/notesMaster" Target="/ppt/notesMasters/notesMaster1.xml" Id="Re60af376367c4ae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f18884f7c24d41" /><Relationship Type="http://schemas.openxmlformats.org/officeDocument/2006/relationships/notesMaster" Target="/ppt/notesMasters/notesMaster1.xml" Id="Rbeb1ff91bc2b4bc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fe446e38f244dbe" /><Relationship Type="http://schemas.openxmlformats.org/officeDocument/2006/relationships/notesMaster" Target="/ppt/notesMasters/notesMaster1.xml" Id="Rf5e940f6a9a8475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e96dcc5c7dd45ba" /><Relationship Type="http://schemas.openxmlformats.org/officeDocument/2006/relationships/notesMaster" Target="/ppt/notesMasters/notesMaster1.xml" Id="Recfdee08dfd840c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27962d1d26c4bce" /><Relationship Type="http://schemas.openxmlformats.org/officeDocument/2006/relationships/notesMaster" Target="/ppt/notesMasters/notesMaster1.xml" Id="Rf4d4bb1d13bd4ac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51dc32a4c94f0c" /><Relationship Type="http://schemas.openxmlformats.org/officeDocument/2006/relationships/notesMaster" Target="/ppt/notesMasters/notesMaster1.xml" Id="Rf977dd36d6e24d0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0bec94ab3b4689" /><Relationship Type="http://schemas.openxmlformats.org/officeDocument/2006/relationships/notesMaster" Target="/ppt/notesMasters/notesMaster1.xml" Id="R5fdfb32a2a60495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57a9ab1cf9f4c1c" /><Relationship Type="http://schemas.openxmlformats.org/officeDocument/2006/relationships/notesMaster" Target="/ppt/notesMasters/notesMaster1.xml" Id="R1cce0a48765745b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266549720e344ac" /><Relationship Type="http://schemas.openxmlformats.org/officeDocument/2006/relationships/notesMaster" Target="/ppt/notesMasters/notesMaster1.xml" Id="Rd268d7cecabd41e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cdcac29e2ce4ffd" /><Relationship Type="http://schemas.openxmlformats.org/officeDocument/2006/relationships/notesMaster" Target="/ppt/notesMasters/notesMaster1.xml" Id="Rd2888370d8044e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aa6c70723b471c" /><Relationship Type="http://schemas.openxmlformats.org/officeDocument/2006/relationships/notesMaster" Target="/ppt/notesMasters/notesMaster1.xml" Id="Rcb8384ca8365484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823ddd45bdf4c16" /><Relationship Type="http://schemas.openxmlformats.org/officeDocument/2006/relationships/notesMaster" Target="/ppt/notesMasters/notesMaster1.xml" Id="R0a1f077eb07544c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b091b3ee954226" /><Relationship Type="http://schemas.openxmlformats.org/officeDocument/2006/relationships/notesMaster" Target="/ppt/notesMasters/notesMaster1.xml" Id="R120a3b387b5b41c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9261054219b43b2" /><Relationship Type="http://schemas.openxmlformats.org/officeDocument/2006/relationships/notesMaster" Target="/ppt/notesMasters/notesMaster1.xml" Id="Rfac5b3482bbd4e0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4536c632c874d52" /><Relationship Type="http://schemas.openxmlformats.org/officeDocument/2006/relationships/notesMaster" Target="/ppt/notesMasters/notesMaster1.xml" Id="Rc727021440c449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d5930af16d841a4" /><Relationship Type="http://schemas.openxmlformats.org/officeDocument/2006/relationships/notesMaster" Target="/ppt/notesMasters/notesMaster1.xml" Id="Ra3d3aa82e2e545e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6ca339fdbea4a8d" /><Relationship Type="http://schemas.openxmlformats.org/officeDocument/2006/relationships/notesMaster" Target="/ppt/notesMasters/notesMaster1.xml" Id="R41b32c3adaca40f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9c9769692474c89" /><Relationship Type="http://schemas.openxmlformats.org/officeDocument/2006/relationships/notesMaster" Target="/ppt/notesMasters/notesMaster1.xml" Id="R8898766e237642b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64d96f0dfc9414a" /><Relationship Type="http://schemas.openxmlformats.org/officeDocument/2006/relationships/notesMaster" Target="/ppt/notesMasters/notesMaster1.xml" Id="R34338e08073a41c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b658bc3b5e04883" /><Relationship Type="http://schemas.openxmlformats.org/officeDocument/2006/relationships/notesMaster" Target="/ppt/notesMasters/notesMaster1.xml" Id="Ra75ffb6f597e408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622b6dfb5ef4646" /><Relationship Type="http://schemas.openxmlformats.org/officeDocument/2006/relationships/notesMaster" Target="/ppt/notesMasters/notesMaster1.xml" Id="Rf6deeb976f134ac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1af04a660224a4e" /><Relationship Type="http://schemas.openxmlformats.org/officeDocument/2006/relationships/notesMaster" Target="/ppt/notesMasters/notesMaster1.xml" Id="R651df23716b9442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c3045cebff54134" /><Relationship Type="http://schemas.openxmlformats.org/officeDocument/2006/relationships/notesMaster" Target="/ppt/notesMasters/notesMaster1.xml" Id="R6439bf73f39e42b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fc46a8ff7244c44" /><Relationship Type="http://schemas.openxmlformats.org/officeDocument/2006/relationships/notesMaster" Target="/ppt/notesMasters/notesMaster1.xml" Id="R6679c302a17f44b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e97bf2abf304ecc" /><Relationship Type="http://schemas.openxmlformats.org/officeDocument/2006/relationships/notesMaster" Target="/ppt/notesMasters/notesMaster1.xml" Id="R44007f6cb8cb4e7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71acd355107490c" /><Relationship Type="http://schemas.openxmlformats.org/officeDocument/2006/relationships/notesMaster" Target="/ppt/notesMasters/notesMaster1.xml" Id="Re9de6cdc249b43c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fa47e1520704e42" /><Relationship Type="http://schemas.openxmlformats.org/officeDocument/2006/relationships/notesMaster" Target="/ppt/notesMasters/notesMaster1.xml" Id="R8708b3eaac134cde"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44b1b92449041b3" /><Relationship Type="http://schemas.openxmlformats.org/officeDocument/2006/relationships/notesMaster" Target="/ppt/notesMasters/notesMaster1.xml" Id="R25e8e90d448547d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c31af4aea9a4dd9" /><Relationship Type="http://schemas.openxmlformats.org/officeDocument/2006/relationships/notesMaster" Target="/ppt/notesMasters/notesMaster1.xml" Id="R0ef6d85fd2ad427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d246818e73b48e6" /><Relationship Type="http://schemas.openxmlformats.org/officeDocument/2006/relationships/notesMaster" Target="/ppt/notesMasters/notesMaster1.xml" Id="R81a608c0d5f1435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90f6b27240f45fb" /><Relationship Type="http://schemas.openxmlformats.org/officeDocument/2006/relationships/notesMaster" Target="/ppt/notesMasters/notesMaster1.xml" Id="Rd36e24c8a37d435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97a93e6976b4d51" /><Relationship Type="http://schemas.openxmlformats.org/officeDocument/2006/relationships/notesMaster" Target="/ppt/notesMasters/notesMaster1.xml" Id="R599ef58e93ea4db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c84b760e7e14583" /><Relationship Type="http://schemas.openxmlformats.org/officeDocument/2006/relationships/notesMaster" Target="/ppt/notesMasters/notesMaster1.xml" Id="R64fd88237f414d4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f18539702214ff9" /><Relationship Type="http://schemas.openxmlformats.org/officeDocument/2006/relationships/notesMaster" Target="/ppt/notesMasters/notesMaster1.xml" Id="Rf4e355c84e82408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074ddec8c264a1a" /><Relationship Type="http://schemas.openxmlformats.org/officeDocument/2006/relationships/notesMaster" Target="/ppt/notesMasters/notesMaster1.xml" Id="R6c4832a7aa3f4e2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3a787888c6a43a1" /><Relationship Type="http://schemas.openxmlformats.org/officeDocument/2006/relationships/notesMaster" Target="/ppt/notesMasters/notesMaster1.xml" Id="Rfb16e4a4c9f446e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f9010f3da304408" /><Relationship Type="http://schemas.openxmlformats.org/officeDocument/2006/relationships/notesMaster" Target="/ppt/notesMasters/notesMaster1.xml" Id="Ra64a74dc6f6e490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9c7d365ca614ff7" /><Relationship Type="http://schemas.openxmlformats.org/officeDocument/2006/relationships/notesMaster" Target="/ppt/notesMasters/notesMaster1.xml" Id="Rbbd137e3d9a1493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484383272004719" /><Relationship Type="http://schemas.openxmlformats.org/officeDocument/2006/relationships/notesMaster" Target="/ppt/notesMasters/notesMaster1.xml" Id="R6b6495bdf7e04b5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a76ecbe63054208" /><Relationship Type="http://schemas.openxmlformats.org/officeDocument/2006/relationships/notesMaster" Target="/ppt/notesMasters/notesMaster1.xml" Id="Rbdfa68e0b7d74d8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c6868db803247ce" /><Relationship Type="http://schemas.openxmlformats.org/officeDocument/2006/relationships/notesMaster" Target="/ppt/notesMasters/notesMaster1.xml" Id="R27d3e7003dc3487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f30360a63d343f4" /><Relationship Type="http://schemas.openxmlformats.org/officeDocument/2006/relationships/notesMaster" Target="/ppt/notesMasters/notesMaster1.xml" Id="R73dc255b1bad46b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273a2e686cb432d" /><Relationship Type="http://schemas.openxmlformats.org/officeDocument/2006/relationships/notesMaster" Target="/ppt/notesMasters/notesMaster1.xml" Id="R51043bda00b8498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4aa4ccfb858434e" /><Relationship Type="http://schemas.openxmlformats.org/officeDocument/2006/relationships/notesMaster" Target="/ppt/notesMasters/notesMaster1.xml" Id="R8be898590bd44a6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7dbf4ced60e4039" /><Relationship Type="http://schemas.openxmlformats.org/officeDocument/2006/relationships/notesMaster" Target="/ppt/notesMasters/notesMaster1.xml" Id="R0ffe20ce7cf84a0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a0a20a1c95c489a" /><Relationship Type="http://schemas.openxmlformats.org/officeDocument/2006/relationships/notesMaster" Target="/ppt/notesMasters/notesMaster1.xml" Id="R30867253113343b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7553ddb2aed46cf" /><Relationship Type="http://schemas.openxmlformats.org/officeDocument/2006/relationships/notesMaster" Target="/ppt/notesMasters/notesMaster1.xml" Id="R35e1eecd34c34f45"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b23a415486b490a" /><Relationship Type="http://schemas.openxmlformats.org/officeDocument/2006/relationships/notesMaster" Target="/ppt/notesMasters/notesMaster1.xml" Id="Rdf6ac0ad062b4f8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01b7ccf42a74b7e" /><Relationship Type="http://schemas.openxmlformats.org/officeDocument/2006/relationships/notesMaster" Target="/ppt/notesMasters/notesMaster1.xml" Id="R16a7838aaa474e2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958e5f94b1541f9" /><Relationship Type="http://schemas.openxmlformats.org/officeDocument/2006/relationships/notesMaster" Target="/ppt/notesMasters/notesMaster1.xml" Id="Re6cb82bc72c14ec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f284ccce14e401f" /><Relationship Type="http://schemas.openxmlformats.org/officeDocument/2006/relationships/notesMaster" Target="/ppt/notesMasters/notesMaster1.xml" Id="R37f568f876f8460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1a34bd64ea44b79" /><Relationship Type="http://schemas.openxmlformats.org/officeDocument/2006/relationships/notesMaster" Target="/ppt/notesMasters/notesMaster1.xml" Id="R5993b0122d6546c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544a7ef8e3049cb" /><Relationship Type="http://schemas.openxmlformats.org/officeDocument/2006/relationships/notesMaster" Target="/ppt/notesMasters/notesMaster1.xml" Id="Rbfe52b3a8d52472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2bb81411858494d" /><Relationship Type="http://schemas.openxmlformats.org/officeDocument/2006/relationships/notesMaster" Target="/ppt/notesMasters/notesMaster1.xml" Id="Rd29e698d7d2d4c7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ffe7408e80e4063" /><Relationship Type="http://schemas.openxmlformats.org/officeDocument/2006/relationships/notesMaster" Target="/ppt/notesMasters/notesMaster1.xml" Id="R423fc53e987f42e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a9427a71c774b31" /><Relationship Type="http://schemas.openxmlformats.org/officeDocument/2006/relationships/notesMaster" Target="/ppt/notesMasters/notesMaster1.xml" Id="R20bfbe7a40894bf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a22b3bbc9094acd" /><Relationship Type="http://schemas.openxmlformats.org/officeDocument/2006/relationships/notesMaster" Target="/ppt/notesMasters/notesMaster1.xml" Id="R800d3e80744a4362"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f8bdc7a09d34b8d" /><Relationship Type="http://schemas.openxmlformats.org/officeDocument/2006/relationships/notesMaster" Target="/ppt/notesMasters/notesMaster1.xml" Id="Re301b506fa65474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4ed4c4c627240bd" /><Relationship Type="http://schemas.openxmlformats.org/officeDocument/2006/relationships/notesMaster" Target="/ppt/notesMasters/notesMaster1.xml" Id="R3b50cd16ed334c5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c522315d38541ce" /><Relationship Type="http://schemas.openxmlformats.org/officeDocument/2006/relationships/notesMaster" Target="/ppt/notesMasters/notesMaster1.xml" Id="Re293678a35a24dc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c8726de03704ac4" /><Relationship Type="http://schemas.openxmlformats.org/officeDocument/2006/relationships/notesMaster" Target="/ppt/notesMasters/notesMaster1.xml" Id="Rcf460670eea94bb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2d2237c435443e3" /><Relationship Type="http://schemas.openxmlformats.org/officeDocument/2006/relationships/notesMaster" Target="/ppt/notesMasters/notesMaster1.xml" Id="Red6b35e711664540"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f5832d7459b4a03" /><Relationship Type="http://schemas.openxmlformats.org/officeDocument/2006/relationships/notesMaster" Target="/ppt/notesMasters/notesMaster1.xml" Id="R7f902bd899a24b4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b45bd8a41e1c4511" /><Relationship Type="http://schemas.openxmlformats.org/officeDocument/2006/relationships/notesMaster" Target="/ppt/notesMasters/notesMaster1.xml" Id="Rfa3744d9c528411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62f3828fd164279" /><Relationship Type="http://schemas.openxmlformats.org/officeDocument/2006/relationships/notesMaster" Target="/ppt/notesMasters/notesMaster1.xml" Id="R9e803cf8c0294a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missing aggregate result after correcting the label imbalance in the failed pilot.</a:t>
            </a:r>
          </a:p>
          <a:p xmlns:a="http://schemas.openxmlformats.org/drawingml/2006/main">
            <a:r>
              <a:t>Zero-shot mean log loss is 0.878. Balanced histories reduce it to 0.794-0.818 at k=2-6; later points do not show monotonic improvement.</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notebooks/results/expanded_balanced_summary.csv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079863a72e47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15b9565aa3c4a76" /><Relationship Type="http://schemas.openxmlformats.org/officeDocument/2006/relationships/slideLayout" Target="/ppt/slideLayouts/slideLayout1.xml" Id="Ra314345adf0e40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14345adf0e40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ff96e31665439d" /><Relationship Type="http://schemas.openxmlformats.org/officeDocument/2006/relationships/notesSlide" Target="/ppt/notesSlides/notesSlide1.xml" Id="R99e8991ffa414b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9d6a1ab01f48cf" /><Relationship Type="http://schemas.openxmlformats.org/officeDocument/2006/relationships/notesSlide" Target="/ppt/notesSlides/notesSlide2.xml" Id="Rdd2018b5ddb349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9fe14505af04b85" /><Relationship Type="http://schemas.openxmlformats.org/officeDocument/2006/relationships/notesSlide" Target="/ppt/notesSlides/notesSlide3.xml" Id="R26559a9c6b7a43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045d06342c54c09" /><Relationship Type="http://schemas.openxmlformats.org/officeDocument/2006/relationships/notesSlide" Target="/ppt/notesSlides/notesSlide4.xml" Id="Rb81ad0b86fb14b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e5e288e667c47c8" /><Relationship Type="http://schemas.openxmlformats.org/officeDocument/2006/relationships/notesSlide" Target="/ppt/notesSlides/notesSlide5.xml" Id="Rd3528528560d47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9e9f21252f24cb2" /><Relationship Type="http://schemas.openxmlformats.org/officeDocument/2006/relationships/notesSlide" Target="/ppt/notesSlides/notesSlide6.xml" Id="Rfcf5ecd397674c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08cf67b2d8e42b6" /><Relationship Type="http://schemas.openxmlformats.org/officeDocument/2006/relationships/notesSlide" Target="/ppt/notesSlides/notesSlide7.xml" Id="R54ed78e724ca45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55227eab3bb42a8" /><Relationship Type="http://schemas.openxmlformats.org/officeDocument/2006/relationships/notesSlide" Target="/ppt/notesSlides/notesSlide8.xml" Id="R64f27e96744a41e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1b9929cba354707" /><Relationship Type="http://schemas.openxmlformats.org/officeDocument/2006/relationships/notesSlide" Target="/ppt/notesSlides/notesSlide9.xml" Id="R7023ae986162493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b891b814b5d4a2e" /><Relationship Type="http://schemas.openxmlformats.org/officeDocument/2006/relationships/notesSlide" Target="/ppt/notesSlides/notesSlide10.xml" Id="Rd23aeb19cbb547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d244f846826466d" /><Relationship Type="http://schemas.openxmlformats.org/officeDocument/2006/relationships/notesSlide" Target="/ppt/notesSlides/notesSlide11.xml" Id="R792dbbf97b964a9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18841d1c16449da" /><Relationship Type="http://schemas.openxmlformats.org/officeDocument/2006/relationships/notesSlide" Target="/ppt/notesSlides/notesSlide12.xml" Id="R51b0ba8dcb1648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b1d09dd85104a89" /><Relationship Type="http://schemas.openxmlformats.org/officeDocument/2006/relationships/notesSlide" Target="/ppt/notesSlides/notesSlide13.xml" Id="R6f041e47a22a47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fd94e236e14981" /><Relationship Type="http://schemas.openxmlformats.org/officeDocument/2006/relationships/notesSlide" Target="/ppt/notesSlides/notesSlide14.xml" Id="Rd22a20ac460e423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28f03b71b3b4eeb" /><Relationship Type="http://schemas.openxmlformats.org/officeDocument/2006/relationships/notesSlide" Target="/ppt/notesSlides/notesSlide15.xml" Id="R9b3f043f0e7941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5ed7849b5e341f8" /><Relationship Type="http://schemas.openxmlformats.org/officeDocument/2006/relationships/notesSlide" Target="/ppt/notesSlides/notesSlide16.xml" Id="R1f998a94bbe44d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da1c883b0f54487" /><Relationship Type="http://schemas.openxmlformats.org/officeDocument/2006/relationships/notesSlide" Target="/ppt/notesSlides/notesSlide17.xml" Id="Rb5980a242ce843f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ea94786cd814295" /><Relationship Type="http://schemas.openxmlformats.org/officeDocument/2006/relationships/notesSlide" Target="/ppt/notesSlides/notesSlide18.xml" Id="Re705a7ed9be349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08b718da6854c25" /><Relationship Type="http://schemas.openxmlformats.org/officeDocument/2006/relationships/notesSlide" Target="/ppt/notesSlides/notesSlide19.xml" Id="R883a021e526146f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c59da3d3ffd4206" /><Relationship Type="http://schemas.openxmlformats.org/officeDocument/2006/relationships/notesSlide" Target="/ppt/notesSlides/notesSlide20.xml" Id="R5b066ef98e8944c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289310f151f45f0" /><Relationship Type="http://schemas.openxmlformats.org/officeDocument/2006/relationships/notesSlide" Target="/ppt/notesSlides/notesSlide21.xml" Id="R7d75d3ee263d4a3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5c95c5c0126433a" /><Relationship Type="http://schemas.openxmlformats.org/officeDocument/2006/relationships/notesSlide" Target="/ppt/notesSlides/notesSlide22.xml" Id="R89f4b751440240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98b323a9dd8428e" /><Relationship Type="http://schemas.openxmlformats.org/officeDocument/2006/relationships/notesSlide" Target="/ppt/notesSlides/notesSlide23.xml" Id="R6288c669100f437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6a1fac9da3e49ff" /><Relationship Type="http://schemas.openxmlformats.org/officeDocument/2006/relationships/notesSlide" Target="/ppt/notesSlides/notesSlide24.xml" Id="Raf0c0e5c430244c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8306991a81e4170" /><Relationship Type="http://schemas.openxmlformats.org/officeDocument/2006/relationships/notesSlide" Target="/ppt/notesSlides/notesSlide25.xml" Id="R6bee53a1fe7245e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a5d7b80488049b9" /><Relationship Type="http://schemas.openxmlformats.org/officeDocument/2006/relationships/notesSlide" Target="/ppt/notesSlides/notesSlide26.xml" Id="R1972eb585e9c4ed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433c42d32734411" /><Relationship Type="http://schemas.openxmlformats.org/officeDocument/2006/relationships/notesSlide" Target="/ppt/notesSlides/notesSlide27.xml" Id="R35e463eefc5c404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9f1e1d498ca463e" /><Relationship Type="http://schemas.openxmlformats.org/officeDocument/2006/relationships/notesSlide" Target="/ppt/notesSlides/notesSlide28.xml" Id="R1dda3ddb3d07483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aa0c4c0759d43c0" /><Relationship Type="http://schemas.openxmlformats.org/officeDocument/2006/relationships/notesSlide" Target="/ppt/notesSlides/notesSlide29.xml" Id="Rb04db1252c2b47b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8af0883bf95457e" /><Relationship Type="http://schemas.openxmlformats.org/officeDocument/2006/relationships/notesSlide" Target="/ppt/notesSlides/notesSlide30.xml" Id="R23b999c5c3494b4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2280bd431314908" /><Relationship Type="http://schemas.openxmlformats.org/officeDocument/2006/relationships/notesSlide" Target="/ppt/notesSlides/notesSlide31.xml" Id="Rd993ed4b826b487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e4a88e1273d4c38" /><Relationship Type="http://schemas.openxmlformats.org/officeDocument/2006/relationships/image" Target="/ppt/media/image.png" Id="R81ac35cc1ab54c79" /><Relationship Type="http://schemas.openxmlformats.org/officeDocument/2006/relationships/notesSlide" Target="/ppt/notesSlides/notesSlide32.xml" Id="R569a3b6776f545c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0ac8223aa5c44cc" /><Relationship Type="http://schemas.openxmlformats.org/officeDocument/2006/relationships/image" Target="/ppt/media/image2.png" Id="R59b4b3f5a9c64a45" /><Relationship Type="http://schemas.openxmlformats.org/officeDocument/2006/relationships/notesSlide" Target="/ppt/notesSlides/notesSlide33.xml" Id="R1846279186754c7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61c2ae337ce41ca" /><Relationship Type="http://schemas.openxmlformats.org/officeDocument/2006/relationships/image" Target="/ppt/media/image3.png" Id="R2c45582b687e4667" /><Relationship Type="http://schemas.openxmlformats.org/officeDocument/2006/relationships/image" Target="/ppt/media/image4.png" Id="Rf99239163acd476e" /><Relationship Type="http://schemas.openxmlformats.org/officeDocument/2006/relationships/notesSlide" Target="/ppt/notesSlides/notesSlide34.xml" Id="R07b8dac3a4a84e4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d751216b75e4ac9" /><Relationship Type="http://schemas.openxmlformats.org/officeDocument/2006/relationships/notesSlide" Target="/ppt/notesSlides/notesSlide35.xml" Id="R3779b2a9993b4e0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7213060d6364d64" /><Relationship Type="http://schemas.openxmlformats.org/officeDocument/2006/relationships/notesSlide" Target="/ppt/notesSlides/notesSlide36.xml" Id="R9380180a6e29479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a1d79a4002d4261" /><Relationship Type="http://schemas.openxmlformats.org/officeDocument/2006/relationships/notesSlide" Target="/ppt/notesSlides/notesSlide37.xml" Id="R02bea4d0b2f34a2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58a559fbb9f34944" /><Relationship Type="http://schemas.openxmlformats.org/officeDocument/2006/relationships/notesSlide" Target="/ppt/notesSlides/notesSlide38.xml" Id="R22a0a17d324f4a1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d2d2ca4764b428b" /><Relationship Type="http://schemas.openxmlformats.org/officeDocument/2006/relationships/notesSlide" Target="/ppt/notesSlides/notesSlide39.xml" Id="R63bd6a154ebe454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ecac634172b34dc6" /><Relationship Type="http://schemas.openxmlformats.org/officeDocument/2006/relationships/notesSlide" Target="/ppt/notesSlides/notesSlide40.xml" Id="R8c08da460e8f431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19468c89854d45a6" /><Relationship Type="http://schemas.openxmlformats.org/officeDocument/2006/relationships/notesSlide" Target="/ppt/notesSlides/notesSlide41.xml" Id="R0d10b3a7e926480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13bbf5f117141cb" /><Relationship Type="http://schemas.openxmlformats.org/officeDocument/2006/relationships/notesSlide" Target="/ppt/notesSlides/notesSlide42.xml" Id="R3e05cbea034f4e9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6bef5e78bf84d80" /><Relationship Type="http://schemas.openxmlformats.org/officeDocument/2006/relationships/notesSlide" Target="/ppt/notesSlides/notesSlide43.xml" Id="R07aa5e7a2add4b5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f2b66a89c1a44d1f" /><Relationship Type="http://schemas.openxmlformats.org/officeDocument/2006/relationships/notesSlide" Target="/ppt/notesSlides/notesSlide44.xml" Id="Rfc83093591ec4b9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c1b07d068954c2d" /><Relationship Type="http://schemas.openxmlformats.org/officeDocument/2006/relationships/notesSlide" Target="/ppt/notesSlides/notesSlide45.xml" Id="Rb4ed72979cee4c1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87abd4328844546" /><Relationship Type="http://schemas.openxmlformats.org/officeDocument/2006/relationships/notesSlide" Target="/ppt/notesSlides/notesSlide46.xml" Id="Rc40a9f6221cd493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8d37d681c4d94f62" /><Relationship Type="http://schemas.openxmlformats.org/officeDocument/2006/relationships/notesSlide" Target="/ppt/notesSlides/notesSlide47.xml" Id="R73f7a782749a4e4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53464deb5944f40" /><Relationship Type="http://schemas.openxmlformats.org/officeDocument/2006/relationships/notesSlide" Target="/ppt/notesSlides/notesSlide48.xml" Id="R422bdabe03294a6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2e3b93004cf4e3e" /><Relationship Type="http://schemas.openxmlformats.org/officeDocument/2006/relationships/notesSlide" Target="/ppt/notesSlides/notesSlide49.xml" Id="R43d3f4276522452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07fd08fcec54e0f" /><Relationship Type="http://schemas.openxmlformats.org/officeDocument/2006/relationships/image" Target="/ppt/media/image5.png" Id="R576a432e548a4e56" /><Relationship Type="http://schemas.openxmlformats.org/officeDocument/2006/relationships/notesSlide" Target="/ppt/notesSlides/notesSlide50.xml" Id="R4db208b5b917473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bb8d6f7751447f5" /><Relationship Type="http://schemas.openxmlformats.org/officeDocument/2006/relationships/notesSlide" Target="/ppt/notesSlides/notesSlide51.xml" Id="Recd78fc24b7048e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58e0bfa5f604483" /><Relationship Type="http://schemas.openxmlformats.org/officeDocument/2006/relationships/image" Target="/ppt/media/image6.png" Id="Rc6f7565f5e2e4f62" /><Relationship Type="http://schemas.openxmlformats.org/officeDocument/2006/relationships/notesSlide" Target="/ppt/notesSlides/notesSlide52.xml" Id="Re39aaca2d8564ba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0e13560ea17e49d6" /><Relationship Type="http://schemas.openxmlformats.org/officeDocument/2006/relationships/image" Target="/ppt/media/image7.png" Id="R1f7588cf9fa84478" /><Relationship Type="http://schemas.openxmlformats.org/officeDocument/2006/relationships/notesSlide" Target="/ppt/notesSlides/notesSlide53.xml" Id="R7b8955e8738d4f2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c1fb50c116142b8" /><Relationship Type="http://schemas.openxmlformats.org/officeDocument/2006/relationships/notesSlide" Target="/ppt/notesSlides/notesSlide54.xml" Id="R2d86f6aed990405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ee671b57b0049c0" /><Relationship Type="http://schemas.openxmlformats.org/officeDocument/2006/relationships/notesSlide" Target="/ppt/notesSlides/notesSlide55.xml" Id="R258a5b64ebc04ce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565aacffe974c2b" /><Relationship Type="http://schemas.openxmlformats.org/officeDocument/2006/relationships/notesSlide" Target="/ppt/notesSlides/notesSlide56.xml" Id="Rbce6e51fbee84b3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7d5de35efc74b1b" /><Relationship Type="http://schemas.openxmlformats.org/officeDocument/2006/relationships/image" Target="/ppt/media/image8.png" Id="Rcdef2b630a62465c" /><Relationship Type="http://schemas.openxmlformats.org/officeDocument/2006/relationships/notesSlide" Target="/ppt/notesSlides/notesSlide57.xml" Id="R80921acec71843d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5197434b84a1480b" /><Relationship Type="http://schemas.openxmlformats.org/officeDocument/2006/relationships/notesSlide" Target="/ppt/notesSlides/notesSlide58.xml" Id="Rffaf64bfe27b498d"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44301f1ab3e4038" /><Relationship Type="http://schemas.openxmlformats.org/officeDocument/2006/relationships/notesSlide" Target="/ppt/notesSlides/notesSlide59.xml" Id="Re3ff806675ea45e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7d17e14a4bfc4020" /><Relationship Type="http://schemas.openxmlformats.org/officeDocument/2006/relationships/notesSlide" Target="/ppt/notesSlides/notesSlide60.xml" Id="Rc811c281b95d4d8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97c23a0587f4444" /><Relationship Type="http://schemas.openxmlformats.org/officeDocument/2006/relationships/notesSlide" Target="/ppt/notesSlides/notesSlide61.xml" Id="R097b19f80943400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485c89236a28407f" /><Relationship Type="http://schemas.openxmlformats.org/officeDocument/2006/relationships/notesSlide" Target="/ppt/notesSlides/notesSlide62.xml" Id="R8fba5112f1744779"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d7bf0589fb9443ae" /><Relationship Type="http://schemas.openxmlformats.org/officeDocument/2006/relationships/notesSlide" Target="/ppt/notesSlides/notesSlide63.xml" Id="Rab8ae0e1dc5d46b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6c95f66cc424f58" /><Relationship Type="http://schemas.openxmlformats.org/officeDocument/2006/relationships/notesSlide" Target="/ppt/notesSlides/notesSlide64.xml" Id="R45b843e785da41d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4cdb6bfdff6c45de" /><Relationship Type="http://schemas.openxmlformats.org/officeDocument/2006/relationships/notesSlide" Target="/ppt/notesSlides/notesSlide65.xml" Id="Rd6baff12cd1d4c3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29b1d9c3f154d39" /><Relationship Type="http://schemas.openxmlformats.org/officeDocument/2006/relationships/notesSlide" Target="/ppt/notesSlides/notesSlide66.xml" Id="R28cddee2222245c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ec5cf90685994af5" /><Relationship Type="http://schemas.openxmlformats.org/officeDocument/2006/relationships/notesSlide" Target="/ppt/notesSlides/notesSlide67.xml" Id="R4f5a85c9209d43b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3183c76743440b6" /><Relationship Type="http://schemas.openxmlformats.org/officeDocument/2006/relationships/notesSlide" Target="/ppt/notesSlides/notesSlide68.xml" Id="Rb84130148c5941a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840d7d2b02b492d" /><Relationship Type="http://schemas.openxmlformats.org/officeDocument/2006/relationships/notesSlide" Target="/ppt/notesSlides/notesSlide69.xml" Id="Rdc02cfc2712a4c17"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aabbd46f66cf4892" /><Relationship Type="http://schemas.openxmlformats.org/officeDocument/2006/relationships/notesSlide" Target="/ppt/notesSlides/notesSlide70.xml" Id="Ref082eda26b74d2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c3a4388dda45474f" /><Relationship Type="http://schemas.openxmlformats.org/officeDocument/2006/relationships/notesSlide" Target="/ppt/notesSlides/notesSlide71.xml" Id="R87f183928fd349e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c1b9996cfeb242fe" /><Relationship Type="http://schemas.openxmlformats.org/officeDocument/2006/relationships/notesSlide" Target="/ppt/notesSlides/notesSlide72.xml" Id="Rdff8acca4b884f3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2b36f794a254ab0" /><Relationship Type="http://schemas.openxmlformats.org/officeDocument/2006/relationships/notesSlide" Target="/ppt/notesSlides/notesSlide73.xml" Id="R20aa829c998c45a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7aaf7183b2c64985" /><Relationship Type="http://schemas.openxmlformats.org/officeDocument/2006/relationships/notesSlide" Target="/ppt/notesSlides/notesSlide74.xml" Id="Rb4cb8bfdb311454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e9f419534f204859" /><Relationship Type="http://schemas.openxmlformats.org/officeDocument/2006/relationships/notesSlide" Target="/ppt/notesSlides/notesSlide75.xml" Id="R724d1973cf2f4ce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3f1da4258ed48ee" /><Relationship Type="http://schemas.openxmlformats.org/officeDocument/2006/relationships/notesSlide" Target="/ppt/notesSlides/notesSlide76.xml" Id="Rae5bdb357ac9435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8A4969-EA4A-47FE-BEA8-06BF1D2DA18C}"/>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9539049D-5675-4FB5-BF91-F62A15C8D52B}"/>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5D270617-C8DB-46EC-8A42-69A0769FE8D9}"/>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AC7E375B-5B83-4E66-9AB4-50342B868C7B}"/>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5E93D7E-D0A8-418B-91E5-D240FBC23126}"/>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6B0A11CA-1405-4206-A1CE-2BA866642D01}"/>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6C952A21-0B72-4846-8A00-F5DDA2F1921F}"/>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878675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6F8FE04-B77E-42E3-83F3-025F919BF2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594D8E65-D4AC-4766-A3B0-48E51FD8B2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A80C3098-B665-4395-A8C3-8F83154E489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2EEB69D-D006-4DAF-9B40-C4892A2AFBE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6F710F24-3FDD-4C14-94AA-B5AE9A6348BD}"/>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D3419016-670B-4446-B3B5-31753D061041}"/>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94D0CF4B-77FF-42DA-B6D0-E92A5018EA55}"/>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F2EB08CC-79B0-4BA3-9EDD-5F691AAB9CEE}"/>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E394B5C3-41ED-4238-8AD9-41C88787A8A3}"/>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46034837-0692-4058-B2CD-526395E540BC}"/>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7D295E6E-4961-4A1C-97EE-AB346F0439AD}"/>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2642DE-C41A-4487-A1C6-59E720980216}"/>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70AA17DB-3D7C-4F22-9129-AC988BE577F6}"/>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32207D1B-6E57-4001-AA42-D3EF5FC8E8CA}"/>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D7F0DACB-B873-412C-BCA0-7A528A263437}"/>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EF9DD6FC-587B-4658-A1D2-8BA89F77D082}"/>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032469F7-546B-493A-ABB2-5B2CB9B1432C}"/>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1DE030C7-CEDC-47A1-8F35-85DB34E4DA56}"/>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79C91C4C-7EA5-478F-8689-9AF35A1B3D01}"/>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66495B2C-13D4-488C-936F-232D3137579E}"/>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21724A37-2149-4806-945E-5C89DB2EB6D5}"/>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B4D7024C-FCFD-4747-A2FE-D11ADA62B4C3}"/>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CEFC3562-7A2B-4968-B15A-A72F385C7696}"/>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0984A35A-EB72-4BD1-B7FD-51CBEEB1194C}"/>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61789035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EC9FCD-8DF6-49EF-AA8A-18016DF75283}"/>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EE18A801-BD3A-4B53-B836-D13DB64C88F7}"/>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91DD2B2A-477D-4D2F-A056-775E39F592E6}"/>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ED2FE976-1AB4-4817-8478-186FE397C1AA}"/>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66DDDDFC-96AA-4201-B2A7-5C1F346E39E7}"/>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BA0217E4-FFA1-4AEF-BCC5-4CAC7A14748F}"/>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F576B43B-46F1-43CA-8EB4-D838797A02AF}"/>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980F90A2-E6BB-484D-A393-54215FD2BC32}"/>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2315888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1B02E70-20D5-4A25-B579-25D5191644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F75ACDB8-3047-451B-BDE9-9DD413FE112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AE50EE73-4C70-4CAB-8259-8AAC996C4C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D64B2DD-5FF5-4774-993A-9D1713B3EE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D584E1CE-207E-48FB-97DF-6E200DDB255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7E06D0F8-A20A-4D3A-9424-7CB3D36180FF}"/>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8D06358A-5DDA-48D0-B8C5-F9EF287CA67D}"/>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CDC8F06B-5454-43B5-A0C4-A9C59CC4DDE8}"/>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16E65E7-17BF-4D11-B750-9FB6761A6765}"/>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313BB919-6764-402A-8EB9-EE88BAF75C0D}"/>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C41420BB-46A4-43FE-86E3-3A292D76CD83}"/>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585E0B55-628D-4669-869D-E74C452BEC73}"/>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E3CB7C9-5809-4D63-B90A-FEEF3DC0CF7C}"/>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C4A994D0-5036-487B-A2F1-9FCE0FEEDC5F}"/>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BD784F4A-EC98-42DA-B02D-4E5513BAC901}"/>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5E4DE95D-F322-4C0A-AE58-05D519C6B578}"/>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8123EEF-4FB3-4D88-8C3A-EDBD37D509B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174B17F-8B3A-4A20-A94D-E7F4226AE0A6}"/>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0718117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19B0BA-A75B-4D26-84DB-22F5C692BDF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43406B32-7F26-4853-BC73-21D26E6B709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1BABAE39-8D7B-4B35-9437-BFAC4C8053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81E5F2C-626C-49CF-8ABC-3A9C993A2A7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9B59F018-C48E-4D7D-B349-A39157055A89}"/>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53779527-8B72-4060-AE80-04F7FC8BF29B}"/>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AB41CAD5-3335-4B62-88FF-B06D1BD30E98}"/>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A656886B-1804-43F5-B4C1-FD64F382B53B}"/>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5F45F6-0459-48E9-81F2-A6E1A2BDCF9A}"/>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7F451E1C-C2B9-4EA0-8999-87176501EC19}"/>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C26543E2-FD97-40D5-BA23-3829C01ABE8F}"/>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E0A6D462-7FC0-471A-9B30-3142D623B8D9}"/>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9C3B5EB-2449-498E-9C19-631B18379E23}"/>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8AD1AC2C-8DCE-4F45-B942-B30A41433B6D}"/>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7EAE5F6D-5255-44D7-88C3-659833724010}"/>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B62CCB60-F18D-4506-A21D-2348FA9759AE}"/>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A2AAB1E-E47A-49D3-9308-256D722653B8}"/>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8FBAA28E-1D6D-4E4A-8B8A-1075777BAB08}"/>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68C8ADBF-4213-40DF-B930-29F87DE1E96C}"/>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3D65086C-3C37-49A0-8D72-16F161182325}"/>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2C8BD63-4037-4F5F-803B-D438C437272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BAF41F8-53E5-4331-A790-56E53DD2AD8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201932072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E3B750B-2BFB-413A-AB7B-4FBA44E0E4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F96A8B5D-FDA0-43B4-9451-B7F5CAE686F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EDC83314-D9EA-4BBA-8BA5-00126B653D0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F0A6C72-21F9-4AE6-BFD5-94D0A1CF4A5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3BE61263-B7C5-4CDD-B4FC-798B167221BE}"/>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E32269DE-44A3-4EDC-9668-DC9AF68EC1E7}"/>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904982D8-3C9F-4521-BD43-4EB54EC90E30}"/>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EE92E72D-D3BC-4A32-9ACD-75CEAB16F0AC}"/>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20BE060F-9A7E-4946-8AB3-193116B4271B}"/>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CE624065-EC6F-4757-B83E-FF33E7147AA5}"/>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8A6D07AB-2C41-4AB6-B183-AA02228D0234}"/>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DB3FFA65-2A8E-4B8E-A1B0-78D2765D63AE}"/>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A39FA7D-A2FE-48FA-A35C-5AC7C9CFB1FC}"/>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4D6383E8-CC9C-438D-A353-83943754B948}"/>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4B9FCDC3-576C-4623-A23C-F3C58EE64F42}"/>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E7EBCB2C-C85D-4792-B4D7-E317F2699A8A}"/>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9480EA63-DB63-4055-B64E-BAEA7E80AEA7}"/>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2E39203-81CB-4162-B05A-BBA77698DC34}"/>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9F71AB2C-B9C0-4338-98EA-1679DCF5694A}"/>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56D24CFE-537B-4733-8E1F-37AF1C4847AD}"/>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C12A7E26-93AE-410C-9D6B-52A5B668236D}"/>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F37A5625-7075-4536-9D33-652E5E50CFA8}"/>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0A62ECC-E1F8-4E08-9C87-8A01024C9D41}"/>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6BA1415F-7886-4194-8A86-FC83E34E75CB}"/>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B1801B83-AE5C-4CA1-807C-4155073C8842}"/>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37EC23B0-F41B-4653-928F-92ACC798EC8D}"/>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D05E6A6D-DC95-4280-B1F8-7B15BE95D14D}"/>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D06041A-9E98-441E-8B5E-85B40BF02602}"/>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9D5A228A-4A33-4858-A8E5-FD140173B072}"/>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11ED1CA4-95BF-46E0-BAA5-19704881B046}"/>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B828C6CC-542A-4C42-A21F-C6902A6BDF90}"/>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86BD8D90-9526-49A1-BC2E-AC79DFFE645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3A8475D-3F3B-4383-BCAB-6747CFA8AE1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30275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98B02AB-76B0-467E-B19D-C1C65CD7071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37000CFD-F108-44D5-9E2D-219842F252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10D6D7C7-C47F-4F38-BF44-EDC8D2C318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F7EB64B-5B0A-4E5B-BC0D-005A2175CA7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0AD7E482-7535-4D76-906C-73DB0402500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DF01095B-B62E-408C-AC8F-E65D0BBBCC97}"/>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607F3367-D23D-4248-B924-4145ABDB8B5D}"/>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E91E4F80-7FC9-49B7-81E9-A07F7BA034EB}"/>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269BFF2A-4B72-42B3-A57D-060935B6FD1A}"/>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3841E621-BCE3-483B-86BD-3DB4EB82531C}"/>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B46CB93A-6490-4513-9033-FDF4F9A523BD}"/>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27128E89-4AE1-4098-A934-51F4BF876F68}"/>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CD5E3C66-7760-494F-A351-1A2770FAE512}"/>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FA1E8970-A357-4F52-8DDD-AA7457DBF85D}"/>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22711F49-6B85-4E0E-A45B-35021154A59A}"/>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77161E9-8301-44FA-930F-05196C1F0A6B}"/>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79D7E161-AB65-4AFD-84F7-65AF515892CC}"/>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9866B8CA-A307-467D-83D9-28DA69C7F6D5}"/>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420F677-0D99-45FA-A68E-5374E0F88718}"/>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3B8C9B2-F7AF-48CC-AB86-410AA34850FF}"/>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98ACE0B9-4E52-4811-BC7F-3E5EF41C40B9}"/>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04DB06BC-A2A3-44E6-9ECD-8065164F0F73}"/>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BF303DA-C8D4-46DC-A392-52717F420A7B}"/>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D7FCC06-74A6-4B60-BF57-9F31C81E97A7}"/>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EEAB26AC-0D66-48CE-B05B-AE459C9BD080}"/>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D4A2FC99-1DDB-4507-BC03-5BE8DADD32E7}"/>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8F11C18-EE31-4AAC-9027-2A09F87FAC52}"/>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122F0C8-2178-4E35-B00D-F1267F199305}"/>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9A2E3A3C-D4BB-4F53-9CDC-3886B51F086D}"/>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21063162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F7C201-B4B7-4D79-99EB-C4B348551201}"/>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45F45150-8A7D-4A48-9188-748B886F11EC}"/>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984D2789-31E3-4E4E-A355-63AA34368B92}"/>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4B1BA8-5291-4159-81CC-2FF56CFCC575}"/>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76E4AEA9-8DCF-4F01-BC60-0E5569632F9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078B8B-E7A6-4B8B-A7A6-2E913E52AB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266994F-3D10-4CDD-A877-9C6358E9E87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832E9B-B45C-450A-AA62-EFB55F23AFE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6B585C-F763-4CE3-84F0-3B333C47568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44B2C0-2E38-4E5F-B432-9A1AA4F80D7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89DD89-5E60-4C38-B5AD-A03C5653F70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C59F10-804C-42EF-AD9C-B26E70A1DE0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20E5094-29B4-4D72-9FF5-AEEE6BDF26C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43F163-BCB4-4BA8-AF18-2EC96D46CF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9817124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1B874C95-482F-4CF2-B98F-5BC0E66E5F7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0894B4D1-E076-4B46-B734-6948E39A34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D93A41D-6D15-43A2-B367-8400D5FDEA7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690E55-5761-4324-B6F1-8748FE0991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3903302-6F85-48AC-AED5-CFD5BA15E7E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560F98-E138-4160-8494-5AFE2DC2E0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5EB1FA0-A62C-48F4-AF72-71EF7410DB9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D3EEF57-003E-4FD9-A373-F43762369EC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BCF3F6A-6F02-4D88-8E2A-62E552FFA8D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2C3E4E-28E2-4EC1-9BF6-7E2E85CAC0B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DBD99D4-D2D6-42CB-ACDD-580A93B165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090E50-8F3E-4896-90E1-88CC6B32748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3A7904F-48CF-4770-B55A-D5FC02EC6E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2209CD-E6E8-4FB0-A302-4A7E33B4832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48CFED-DA03-4B20-9277-CC65249BFF1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A4646774-121E-4ADC-A499-A9507EC5A564}"/>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F16753C-25FE-4258-9C3F-49450DDA5C3B}"/>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F158B2B-0A83-4B97-AE44-2FCEED216289}"/>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F16C19E-6608-4CA5-B5CB-DE1640FCDB22}"/>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F92F5A-F278-4E20-AB44-D607708FCBE5}"/>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7C1FAE3-FB30-4079-A88E-88F890F69730}"/>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8178827E-D9F2-4CAD-91AC-F5B295E92C65}"/>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B32FB92-DBF8-4F7D-8182-3C2980EFB08E}"/>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1BFC9820-CA5B-4E0F-8C57-6501183E21AE}"/>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605CA00E-7830-4A74-93E5-15C568D217D2}"/>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AE2B91E-9432-4A1A-A1B8-D73359040B2A}"/>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CCC69AD-5BC6-48D6-84CD-540A718222EE}"/>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75CC18EB-2D70-4E28-8550-DE176230031B}"/>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C4125CE2-68BC-4817-8E49-261062CFBDF0}"/>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5B2E0716-E36F-4E0A-BF51-18C6CEE4AFDB}"/>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048BF69-167A-4B92-9723-DFEE7F1BF3A8}"/>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09AC8610-EF07-463B-95E0-982D86D35231}"/>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102BF137-C2B1-4D9C-9E02-07C0CB4A6697}"/>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7D06E07B-525C-4B93-8CA3-5B368922DB63}"/>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848F103C-72DE-4A7B-BDB3-1EE5BF9EE90A}"/>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ACF35583-0DAC-4FE6-A0A9-AC45BDDD89CA}"/>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0B3BB0E3-0A90-4CFF-A7C7-5A04195854A8}"/>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5D4FE0B6-D068-444D-8EBA-B11BCD66FE51}"/>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372ACA11-3265-4B23-BC2B-0C022FF000EE}"/>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43380E82-EAA9-48CE-9F88-031073F873C6}"/>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DC26A656-003B-4FA1-AB47-1229B62B88F3}"/>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2AF834A5-7F0B-4BDC-BF08-14744377C0B0}"/>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D074BE1-0212-4F16-9CF2-CCC1A1F0718B}"/>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568A6466-AC53-41D4-942E-F635F665A9BA}"/>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6C66B46C-0A51-4623-A436-D9FC6785D27F}"/>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B0C1819-FB3C-4438-93E8-83A58AC58B1A}"/>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9431119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21A3129A-66F8-4CF5-A305-EDE52608A8A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9DAEAE23-F302-41CE-9633-46B56DFEFA3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1BCD996-D270-4A64-BDCE-8F18953F0F0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E51223-E430-41B3-9AD3-FE60C9F6923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8E197982-813F-48EA-99FB-10566509A67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5FFC4C-0CAA-47AA-B78E-1CF2D0ED7C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D9E628D-6283-44AD-AF05-3417F26BEA1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C9E5D0-ED26-4869-BA66-FC20E4639F8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4B449DE-F47A-4208-B5E9-F207DA5C06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08EB15-78AD-4F38-AF1E-4DB765A469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FCB959E-3A6A-4798-9FEF-90D21D035C4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A3BD0F-33D9-415E-B24D-133DC9A74E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D6E5AFE-3A7D-4FD8-8279-08F9D3D4F8A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7DA3B43-503B-4E3E-8F05-6EFF0FCA8E3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658362A-5B5E-4AC6-AF13-5D2EFBD70E7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0B0653ED-77E3-47BA-A33E-C9FBC92E30A0}"/>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B1FC8C8-E88A-4569-A247-116BD8678C97}"/>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56E169D-F733-4073-A934-992495A96FE8}"/>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7940570-6187-45AA-9BD0-B567EEE0163E}"/>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321C6E1-020A-4956-B704-1765893948E8}"/>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1D3D145-91FA-430C-8B90-32992E3EF94C}"/>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556A412B-5FE0-4C85-AE65-280D48FA861B}"/>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81D8EED-5539-48F0-AAFE-75D7563BFFBC}"/>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9972C085-87ED-4694-9F2B-D49EB70EEC9D}"/>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2B9573A6-6DC2-4E1F-A6A0-71E6CAF0C7B8}"/>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9C660173-952F-4CA2-84C5-CFD5F3021A30}"/>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9512510-2BF4-4338-B910-5F760C94533B}"/>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4A7DFC6B-77EE-4007-88CC-76C497EAF3AD}"/>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17DE5C89-55F8-4F51-94DB-59BEB71E835A}"/>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BF37BC49-CADA-414B-85A8-AC1944D5CDCF}"/>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A6E0196-97C3-49E6-A379-CEB3406962BC}"/>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B4B848A-8F90-4549-97FD-970DA9C48756}"/>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66C11340-62C8-426D-AFAC-29955F4AECF3}"/>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1D52EA77-D6F4-41BC-A4FC-66B68CFAC381}"/>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2E2C6D4-BD48-435B-8B82-5076A4CA81E5}"/>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E7B11888-0031-4904-B8D3-C160782E5E25}"/>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56417E2D-ECBA-4F46-9C7A-57BB7E32760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93AB910E-3632-4014-A850-3FD243C69191}"/>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A6D735C2-3D79-4175-8487-FDE6E0FFDA29}"/>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CF9106AA-F212-4CF6-A516-E565FF1050AB}"/>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CCC9807C-09E7-43DA-A7B7-F921BF9E825A}"/>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15D205C0-A730-4087-A2B9-715C9C38F69A}"/>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A7E3F1F4-E973-4E8D-90E0-E7F39929304F}"/>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13B4D5DD-6177-45B7-9022-3033ED2AA47C}"/>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6D1ECC79-4097-48D6-A0BD-3C12A374A4B1}"/>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02FA9980-1FB5-421A-B4F2-ADA542F31472}"/>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B3A85B4-C42D-4ACD-811B-30645AC6C503}"/>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A6D9BFF1-9F00-49F8-B2C2-52411DC04A74}"/>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C1918DA3-DE32-45A7-B2A7-68E2F3F6C78E}"/>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5D848D4E-C3F9-4987-ACCA-23B9D8033D78}"/>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032D0E7B-6106-4B29-934A-F6688CD47262}"/>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116A7B01-8049-44A1-B11C-150337B9F10F}"/>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9F1B23CF-0085-4C0C-99D7-148DA7E962A1}"/>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9EA4FF96-5F3B-4484-97EB-6B55DF79D97B}"/>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9F01853B-9E17-4BE7-8D1E-25F6B9DA979C}"/>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A27873E9-0C15-421E-AA31-1D3B07DCC3F5}"/>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3C3A0A55-828A-41FE-9CBC-39A6AB6053F0}"/>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6503D22D-160A-45B3-8560-781F9D222943}"/>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394C9842-8062-473A-BF2D-9D7768B7CBDA}"/>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BC755DF6-53D7-4024-949C-1B8DAE67DAFC}"/>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03BAED0B-16D5-4E67-9256-F46667171C93}"/>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64B101A0-1C6F-4C66-80FE-E86777F139D7}"/>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7EB9264B-683F-422E-BB5C-408BF7EB4B35}"/>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547296C5-8803-439E-8B44-E8D38B496F4F}"/>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D6B6A024-0AD2-4086-BE78-191D828BEBE7}"/>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20506631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617781AE-F742-49A2-8A76-F6CCF5D53F9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2E60C8FC-716D-42CD-A412-F899746B17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657A7797-B971-404D-94D8-061B9E53FCC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DF0C56-884D-49A2-A901-2857FA22294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B5BF9B50-120F-4683-9F75-575DB30BD40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337C787-D914-473E-B9B2-3EAFA0B167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3246213-ED13-459E-827C-20472B531F0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CAF6A8-E67A-49CE-8D32-1A48E41331F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AAC2DB8-93BB-45F7-97CA-ED461BC931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52E5999-C0B8-4725-83AD-181AC865D8E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E5D0590-F9EB-43B2-885C-4AEF0F18F2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1C7D1CE-7CDB-45F5-9107-66DD9663591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1F56EB7-2B75-4FE9-83A2-70C083E1560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3D06E4E-C5D3-47EA-A6EA-5242E754F24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C0CB4AB-37DD-4051-93DA-C74398A1E79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B53EE54F-2DDD-4C3C-BE73-73366BC741FD}"/>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BD0F22C7-8ACA-4678-8F98-7673303DC293}"/>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F6BFD65E-6F5F-45E5-A041-17EBDF4472C6}"/>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875B113-8867-45C1-A8B9-C7F2602E4C28}"/>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F7A9B44A-EBBE-46E0-A47C-F33505A9E5D2}"/>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880A3C5F-B1F6-4E34-8CF6-008250F55F10}"/>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9CC3EFB1-1E1A-48B8-A453-B09CA16C107F}"/>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2ACFC614-F34B-46DB-B31B-F435E73118CF}"/>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439EF8CB-A31A-46F0-B1F0-569E7C86D093}"/>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630E1194-09B7-4188-BE87-73320D83A8B4}"/>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AF41682F-C8FE-4763-B48E-D9012A4C9A5D}"/>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F3A00101-A63F-4A1F-A0D2-4F50790FE0C5}"/>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0984B842-3DA1-449E-960D-1AC327DFEA84}"/>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F77F104C-DB7E-4AE6-BC21-CAEDE54EE8CD}"/>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ED4A58A7-FD23-49A9-B291-F56FF03498EF}"/>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81624E20-73D9-4CB9-BADE-DEBEB080313C}"/>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8BD0944C-5A4E-4208-8DC5-D808DC7B3D4C}"/>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9E0C6829-35DB-404D-91DF-160A10E7F94D}"/>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4B0557FC-DAF5-4C7B-8496-EB857DAB146A}"/>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BA822BDE-6E8F-4EE8-8014-F0719A4139D7}"/>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70A4ADC6-5469-43F7-B448-92F7F3F14A96}"/>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2D6F1FC7-0E8B-48BF-BB05-7DB5FF5385B1}"/>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4768A8AA-201A-42F8-B500-645E50D714F1}"/>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83115CE6-28A8-4DFE-8416-08A583667C4D}"/>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3E00187A-18A5-463B-B420-4693EF6566D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92F04DE3-66CC-410F-83AA-CBB3B3FD48B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993826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BFAE8194-5FEE-4E72-8B2B-3CA75C0FA28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DDF51766-6B33-4900-A732-BF79EA566F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15EF38F9-3BB8-4D65-96A9-A2ECA5ED26D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6BC6E3-DC9D-4D61-AA70-CDE50DE5956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666B69B5-985C-4BE9-9964-B22CFC5D9F2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ED2F33-2110-4585-8FEE-4D59B40D8C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B02CF45-03D0-4CF2-A8B8-6FA39D38F1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995003E-F8EB-4D17-911F-4CBF088E19F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93F6585-4CE9-425C-86C1-D52BEF05D2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67586A0-6907-46DB-B8A7-D26F5CAE09E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2E82645-6BF3-45E7-83D5-B8555E97FEB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F7C32B-5D12-40E6-904D-BC388FDD2A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C7FF5C9-C0EE-48B6-8319-2D8A291830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A72229-6BF4-48F4-A281-7D8B70DB415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3CDAF8B-3D37-4617-ADBE-2CE81D18B1A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B8B3913C-0250-4C2D-8933-922CC5971846}"/>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0C90DDA8-C85C-4B24-AFE9-C1DDCDFD4F1E}"/>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69DD14AB-C2F9-4D58-8CA5-69311CD7322E}"/>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1D3C6B0C-FCCB-4C11-A700-4A7E6DCF8BE9}"/>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13257FA-3971-44F4-9307-BA6EBD8FEF8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1B26B2BB-860F-465B-B642-06398AD3F293}"/>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F9D131F1-3D41-40B5-9DE4-4002C9EB8736}"/>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1AFECA6B-FAB2-4FC7-8518-98759D0BCB75}"/>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07650AE-0A6A-497B-8AE5-5EF83CCCD2CC}"/>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3F8CFCE1-F281-45C5-992D-0BC3809DB70A}"/>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D5D329D-785D-413E-A16C-5ED77A94A9D1}"/>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5DC79C67-CB48-4A22-A9AC-8CFEA796976A}"/>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68077FF-E167-46F4-95F0-08F049C465BB}"/>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A721B4A1-B13C-4A2B-B85F-FFF5159A5255}"/>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34EA483-848D-4400-8220-30350A62B0DB}"/>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1A7C33B3-4C90-4B6B-84A4-CA67E897720C}"/>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4905552-F682-4C66-B1F7-01926B9E3208}"/>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758CD429-E23E-416D-B20C-726FBA504197}"/>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A233ACA-0CE9-43B0-AD7E-CF44F9C7D16B}"/>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DB7D4339-90FE-4C56-BDB5-69DF0D34945D}"/>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46D3729E-109E-47CD-BDD5-352EC9D253EB}"/>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C1132D66-9E4A-4995-A2AA-FF82CE6AB00C}"/>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F7677DA-DEF7-4228-BEB8-636B3638D311}"/>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D553B681-B1C8-4B43-AFD1-C876A3827954}"/>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678017E4-6444-4257-ACEB-B1E529B678FB}"/>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B134CB35-572D-48CB-9A00-89320C65B278}"/>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1FBD3CDD-A473-4439-98FA-8394697B3004}"/>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5A0B0EBF-EF4C-413F-8312-7C9FDBC6FC91}"/>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5120114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40ED9B26-3264-4293-9171-856BA199827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724538E1-44BC-431F-B179-4D63B38B108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8D5B1F1-5A0D-4D75-9F81-2ECAE7513E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EAA866E-53CB-4352-9167-1235088C4A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4D74CBC7-741B-4B43-A00B-A6B18B09B15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2F2D861-5F19-4E9E-AD1C-4B4701A5242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5D57B5-3F71-48DA-A81F-5339B75601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F5B4DE-458E-4C61-BF01-8E2D58E0CC7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EA9924-7256-4DDE-8099-BAA4869A3C5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4836B8-C913-4930-8CF7-7C1B999BAF0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83CA04B-F8CD-4E10-8ED6-A671A92EA78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76296C1-0C51-4143-8C44-4549C622F1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E3736A3-C0D9-46C5-B6A9-E6EB108863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CEE956-C18F-4741-ACD0-49A97D0686E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E669FF-4818-473F-A5B8-E552BC0021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B229BACE-DB23-48E6-A362-7E6EA7D2CE8E}"/>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7E027438-007B-4E53-BC74-660420AC9184}"/>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95F23EE-BEF2-4F47-A57B-E4078DDF419D}"/>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B7C64E2-0B6B-4253-9595-CBCFF002893B}"/>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6AB5A43-82AF-42FF-8EFC-96AC1E869D47}"/>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9CBADF01-1E49-4DD0-A758-61F99B317197}"/>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5F831CDD-245B-427D-AA30-A8B1CC757FA5}"/>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D8E7F649-0354-40C2-B8BA-E1B2BD30881A}"/>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3F282CAE-B1C8-44E1-A9CE-F6200574DBD9}"/>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658C93D3-869E-4B62-B59A-CB51D7D97C1A}"/>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A2E8C345-9C1E-40EE-A453-302A5586D4B3}"/>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2459169E-A562-46D2-922B-4363CD9889D7}"/>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A3EBB218-8D02-4952-B0D8-F475C4F35FBB}"/>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213ECCDC-00F5-4F6E-BB40-AED04ADDEC46}"/>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DCFD7AFF-40E3-4264-8CE0-3DEE5A8431B8}"/>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AAD1543B-6034-446A-9825-83793ADAF420}"/>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1EC56332-9488-437B-A65C-7455167A99B2}"/>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F2F6C367-A334-40CA-A322-0BBEB365B3D8}"/>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62DCA20D-F0DE-4ACB-8C0A-93074D1B2667}"/>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30EE0E5-80A3-4444-A330-8A6FC21B1D94}"/>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152186B9-F2BB-4732-8E9F-8D44F2E9A577}"/>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5E7BAA8-02A8-49C2-A89B-5F7FDF410D43}"/>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4450347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041AE06-3190-40AE-A1EB-DAB8C53F469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147DBE36-82FB-4399-894A-A43A86BACD3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98E39657-B4F6-4B18-915A-4881272F61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6E44F46-9433-474E-85C2-38BDAEFD72D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1DD19FA2-C0EF-45C5-9DB8-6734A6DDF16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EE63D9-647F-4306-B520-1D398E5F59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7110498-0806-42D5-AE41-08DA0565F61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3BFF22-312F-43EE-B9A6-E9B97AA4D55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B04A774-4D0A-47DF-86AF-2455998960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BD6B3E6-D54A-45EE-97F2-C67D0A7A4F2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270445-1CB5-43C7-8692-32BFD01534E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12AA1B1-415D-4D7F-B089-BA1F4C5FD88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B665BB-6841-4BA1-8658-4F9E23A70D7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0A3944-03AB-474D-9DF1-1C665421E7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2F39CE8-0C94-4FB4-8FAF-39F00644E8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7F4E6080-9D57-4948-9947-F8F19577A6EB}"/>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C694595-4306-42E2-9E31-37DD2C9C7F15}"/>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9466423F-1843-4244-AE45-575876848EAD}"/>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B554A82-F0EF-4286-A70F-46ACBEF32835}"/>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C9057E8C-F6BD-4F94-8FFD-69C48B68B673}"/>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91CB0DC5-9D73-4ED6-8D64-69C2CB23B7C7}"/>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E82BB41D-4942-48F9-B616-2D86F0650346}"/>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E61006D5-36BF-40BE-AB3F-5D620CD506B9}"/>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E35A4057-A743-4400-A25D-9BC0DB39D38C}"/>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B9E65264-24D9-4A82-B43D-221D9DEA554A}"/>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2534AA78-E73B-47CD-A158-4E0DD9229F0C}"/>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BCBFD867-685C-4EF3-8970-DAAD38B5030A}"/>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6392AB08-180A-44C8-AE3A-91C2D681740C}"/>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CC4678A1-208E-4DD9-81CE-A947D00F7B37}"/>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9D618592-41DE-4E50-B08C-AB020B64464D}"/>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D832DD3F-659A-417F-A335-5807696F679E}"/>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D5209179-5558-494A-A3D3-40228460F84B}"/>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B3AE774-954A-465E-9A78-E6631A8631F0}"/>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69490681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93FCB851-2726-4DB4-B448-0544F85248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64C087CE-D1E5-49FB-9EF3-9858E4A3530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5C9B6E98-BE4C-4D54-8FCC-16F2FDD4417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F8B12E-FB07-4B79-B7A1-B8F066CB682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CAACE1D1-4B5B-4A9E-A75A-8830E51B567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18A7215-804F-4D67-9C2E-E1AAFC4BDDA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AFDFC7D-50D3-4A07-B827-37AA4496F4A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4E8AC1-5B34-44C6-8DF7-E320970C22F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C84442-D14E-44B3-B0ED-DDE10FDD051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00D8F93-8D59-4A85-8330-B2E8902469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FA498EA-BF33-479F-A51C-0859BBC4D0C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D789E8E-9CAA-4F3F-8D2B-02514306E3C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FD3832-7D58-4B64-A94B-A3B72B8BF04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D61D6F-D4DE-42B2-AF4A-93433DE2F3E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789132D-32D6-427F-B838-E31E04C3413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BF13E1F3-8000-4BCC-B7B1-DE7F7606CF7B}"/>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0E8CE2EB-25EB-4B55-9EA9-2E46A8CFE06B}"/>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8465C013-8F1E-4D4B-9819-739A9B169210}"/>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A9E2B5A0-4C52-466C-98A5-F480762097D4}"/>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4155355-7D75-4998-B3C4-5255B9205702}"/>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5FC3A63F-499B-4A39-B78C-AC3795BFBBAB}"/>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2803C48-06EB-419A-A777-D15B6FF6F2C1}"/>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BFFAE909-E2AF-489D-9E31-248C8148D6E6}"/>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146AAEA-C699-47E2-A478-A43E56065CD1}"/>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1B101B0C-E0FE-4C3B-833C-96A9134480C2}"/>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FA82BA19-BEF7-411F-B263-E7D01A701AF6}"/>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300044F4-7D8A-4D03-9CA3-DD7610E672C0}"/>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52EE9C5-2F70-416D-A7EE-B7664B5C8DA5}"/>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4A90145F-E5E3-442B-BA19-92B4933FE54E}"/>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3519068B-8059-49FB-B1ED-B098EC99B44A}"/>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A3B38336-2204-46A6-A5B0-5C889075BA3E}"/>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CD303AA-CA92-4510-9EC8-4C101A308084}"/>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A1680FA4-D634-4D28-A4C1-5AC6DC2F0387}"/>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EEC77889-AEDD-40D6-B76F-09F1A023E819}"/>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7BE7EDBE-F6A3-4374-9C4D-94985EF037FF}"/>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F331E7FE-EC5E-4887-94E1-B151CCECC5FB}"/>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373C43E5-5F8E-47E9-ADE9-94C83DB75DC2}"/>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4EEA851-BBD4-47A9-A7B9-B760BCF157EA}"/>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492FB8E7-406B-4C94-9D63-7847214D5BCF}"/>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20479A6-AF66-480F-B57F-E694F5E014A5}"/>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DDA4D622-8749-4F35-8967-AB467735C6A2}"/>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478F0595-C2AF-4980-BE40-954E6B0CA325}"/>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C122DAB-2571-4935-A85A-A7B8C635564A}"/>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A7F18321-8B23-47A1-9010-E6853741BB34}"/>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EE19E7BA-C68D-4B15-8BF3-89DB186FF292}"/>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5E4CF983-2D72-41B7-BBE4-13EAE32B140D}"/>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07CF5C6B-F878-470B-8550-F8684506AFBB}"/>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835B2FB4-F0E7-49D8-9E56-AD8778DD78A9}"/>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E1FD05C2-F5F9-4F78-9CA0-FAC2E3784780}"/>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1097CB44-2D31-47F1-8600-EDA88506E389}"/>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231A6F4F-3798-4A5B-A3D5-5E44149CA21B}"/>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7A3C7CE2-02CA-4CE2-9538-F14F30FE43CE}"/>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F0EBA520-8587-4422-BBB0-2A70141DA526}"/>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6FB9F16B-D6D9-4BA2-AA64-6DBF81123E04}"/>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89038DEA-940B-44F0-B913-28DDE9977EAB}"/>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25FD6A8B-E38A-4793-8D54-EA580B0BD2FD}"/>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8041828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4A2972F-9B63-43EB-A6BD-CDB9F580582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E95841A6-A5C8-4BA2-9B84-0750B0D17D60}"/>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1822E606-E476-46AE-9735-2666AE8DFC7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4DCAC3-E14E-4517-A189-872573BDCFBE}"/>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D55C6708-495B-401F-A4BA-12A4C252176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0B95CFA-4DDF-425A-987D-7253F6E7523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7AC71BF-964C-4DD8-BF20-E4E14648CB5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30A156-9F83-4415-9F90-8F6B37EBBE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9F6CBE6-754C-466E-8DEF-8FBFF2C6219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EB1105-4AD9-4D1E-A822-7E9FB14864A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4E81B73-78ED-45DF-828C-52514AF8FC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93D2A5-DA64-4B39-B678-5F9FEE8D894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DF942DB-BD53-4BB8-A918-6A1FBF4FA57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0C9A023-60D8-4506-A432-88A7458A7D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9682965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7166EBF-42A3-43D6-9017-E95DA8ED79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2F24D4C1-F216-4398-8F93-5C07F225881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4D8E4D35-9100-4393-947C-15742E34F6A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685C5C-3120-46E3-B0D9-52F3832BB9D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7C76459-322F-4D5D-BCE5-D86C7F8DBF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36AA02-85AF-46EF-A56A-9FF7827394A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8EFB8A-F550-4C04-A986-E37141087C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7BB63D-080E-4C7C-A672-B94A035852A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1CF579-9727-4842-AC7F-117CE08EC6F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33C10F-F524-47D3-8B78-472995C7A6C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46E5D1A-C649-4197-8F1C-F64DE6057A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D20E27F-53E1-448A-8D25-BDA8AED44B3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60D4832-076A-4616-AE09-FDA97E34E9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72825E-BD6B-44C4-AEF2-8416787142F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5E4FC95-1A1F-4A98-A633-9ADB20CDEE8A}"/>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1895CFD5-2253-4B80-A68C-BBA0C88B2EA7}"/>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1537CF70-4270-41C2-9DF0-261CAE5FEC22}"/>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CE0D2600-6EE2-452A-AE12-7F903E0AF471}"/>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FB999623-D6E8-4237-B8A3-3746D6CA7DD2}"/>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57725DB-8BAF-4975-8CA1-91A9686C101F}"/>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8AFE89E-0870-483A-978A-809463237171}"/>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9B60699A-9425-41F2-846C-F0B7C5B2E658}"/>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9617C70D-A473-41E6-BA86-BAAB29D75701}"/>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ABB5228C-054F-44F8-B202-91209D557C30}"/>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947BAE88-E1F5-4D36-96A0-0B397A223A43}"/>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F5630B3-3565-4D3C-B901-5BB0B3FD71B7}"/>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9E0F5B7-6B69-48B1-B211-4CC74572237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7552201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BD35EB36-EBE8-45B4-8A19-AFE9A3DED6B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63CEC97-9B89-4BBF-A56D-4D9DE3B1E1A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859C1E64-9CD5-4909-8DF1-01C109955C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8A1BC65-C382-44BC-9220-0F2E4B6A53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956C02D8-983F-44C4-A881-054A2319190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0767E9-2FA1-4246-ABC4-91F8B9CC46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69458AF-7B56-4891-A263-B23B474669B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94385F-9366-4530-BAA8-E270B6EDF9F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F8DFAE1-FE5E-42C2-B939-9CC30A9F628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2C4D70-49D7-4C70-B113-CD484A8B14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F9DFA3F-12CF-4482-A77B-1521E37617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D964F1-A00A-43D4-9BC2-9FE9BB42B6B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3865D1-EC80-46F7-AAE9-7105C726FA1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998E9B-142D-4E75-88EA-08D5CB8790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097101B-3F24-4163-870A-E0B28D93F4F8}"/>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E188248A-BB54-4E9B-A9F3-D0F1079E7CA9}"/>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04989C96-CD62-4D80-B856-DA5BBF54ED47}"/>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405A6476-4702-462E-881A-38B5524A4C07}"/>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080A47EC-1D53-426C-ADFC-F84AF93ED6AF}"/>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D28B470-C4F5-4DAA-BB55-6302F4DE23AC}"/>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E4F83A1-F94F-4F42-94B6-28A071D0035C}"/>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EAFF8AE3-3DA7-482C-B050-B9449698D25C}"/>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51258483-E65C-4A72-A5CD-F6F75BF5945F}"/>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F05FF9DC-4ED7-4CD8-A172-468D8A86032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8FB30F70-46C8-4434-81D7-980E6444F2F9}"/>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A43480A-36F2-4B96-8712-861797AA17EE}"/>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27CBA69-A2C8-4E62-95E8-C4F37994AC8D}"/>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58EC28AF-4874-4108-AC88-1DA551435410}"/>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944E649B-B9C5-4756-A692-0D3DEB7B8BB1}"/>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1549D4A0-C3A0-4C02-8E0C-317C8DAE0E2F}"/>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9987991A-9C6C-46B7-A7EB-F61220CF154F}"/>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5B5E896-7487-48B1-83D4-3B0971CFC317}"/>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C5D90B47-8775-47BC-9F97-04B8304C75F6}"/>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98F56B6A-B145-48C9-860F-3591B45E1F32}"/>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5A99A05B-A69E-4191-A3C9-F13C886B7373}"/>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4D263CC2-92A3-4A04-891F-BF828E822D0B}"/>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B3F2F892-32BE-432D-B271-D43E37D873DB}"/>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8E59E4AD-71B6-4FA2-A728-81647998139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50DD93D2-DC47-49B8-99E1-676A941DF93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3300740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7FFD4E8-0837-46D5-AF76-52F516E1AC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6D23BF4E-3E74-4D91-B4B4-17E0ED17C3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6BAEEF7-634E-40F6-B200-4C6EFEC363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976440-D3AE-49B7-A1CF-0220CFA9CB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96700815-0BF2-4236-B6BC-8784C161F23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9B014BB-F0B7-492F-B19C-9EC062FD7B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CCC692-FB8A-43DA-AAE0-BF89DAB1B08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5406CEC-A445-4F23-A811-5F8802E695F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C10CC7-765C-44AF-B94C-C0C3DD6EE82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541CCF-8479-4EF8-B0FB-047453FD38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AF48ABF-1D6D-4C41-8477-9B82A5B71BB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338DD6E-5F81-4116-814E-76C4C50D60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0803F60-C332-4645-AB70-9316F128B4A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831410-2614-43C7-9189-17EDCA0E785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99316F-57A9-4E20-8416-50BB603BC87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E925A572-341F-4D98-9FAE-D3AF4A01FB55}"/>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29884F0A-CE5B-47E8-871C-C07BCB82C50A}"/>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7D369857-41E8-4819-B36F-E52F8CAEDD9C}"/>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B989886-5024-4F02-8668-5CDA61CCE46E}"/>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382CF27D-6B5B-436C-8806-3C39BC751B6D}"/>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3943F5A2-FFE8-42F8-95AC-B1AA622BDBAC}"/>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2B5798FD-0E2C-48E1-90E4-14DC8355FDF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1B3B0DA-638E-4922-AB6E-B88E6EC6568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0017291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C8D1BCD1-F180-4093-9E13-D326D42030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7536983E-B4A4-4D45-9323-6BB2D271FC3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03B85395-3AB0-4E69-86DB-1640A0BA6BC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2FE5BF-FCC2-459B-A64C-1B5B0CFF514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6D8955C9-DA5E-4046-A727-DFC6A6CE986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66AE4F0-B4DE-4A44-9B04-8D83D6C5C1C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7B61870-7F0A-48CA-BF68-570191EB73D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9257B0-D77F-4C90-BC68-537BB95F996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33D5DD7-54D4-4C5E-B0D6-1ABBC1243CB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005C7C-B439-454B-A9C6-4C969860F5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64D3E0-3C26-4044-AA60-B2FECAAE4B1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C93A225-BD84-4A64-9D56-B95856A2BCB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6D86A65-CA70-42AD-8ECF-AD51005EA2B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FCC78E-2C36-4ACC-88E1-06142115FBD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057A85D-2564-461B-AE50-F49D8F863AB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188CF2FF-3A3F-4FB7-91FF-69F20C663550}"/>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524C0A7F-3CF1-4747-893E-290B62CD5FAF}"/>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B167A816-AC30-4E4C-9AB1-F7109C4DD420}"/>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AE1EF064-521E-46EA-BBE4-9ACC6E428440}"/>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7E2ED4AD-57BD-4CF1-9E54-2F1F92D38EE9}"/>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75561F92-F8A9-44C7-B45B-DBEAA036B32B}"/>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874AEA6B-2F9F-43A1-BDC7-152E13AA4D41}"/>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39396C79-CF7F-40A2-B389-F27EDCCEE852}"/>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9F4DD468-676D-4F01-A853-3F8025B9A72D}"/>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A6DB971E-423D-41A5-9E46-7478CD2299A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252E6E7-4404-4E67-B47F-551F12B7823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72187660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9EF22E0-A38E-4FEF-9283-CE2584BF857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E167EB82-6207-4FC8-BC26-C7A667133BA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15BF23BD-1498-48D7-AF84-6DB52993B3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130639D-45A3-446B-949A-9DA7C85CFC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3BC101DA-1B95-430A-9246-2D795BC2F7B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7CD139-1326-474D-892C-EBACDF4CCD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479F861-E0AB-4C7A-BF6F-4215DE6F412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A7DB477-3BC6-4237-9432-394F7624DB3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A7B9A85-7E07-4326-92D4-74C4072B6B8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2B4379-E1BE-4CB7-AB6C-D211836F254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F9D5B8E-EDC3-4558-98CE-8E29F6C42B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4758F0-D98C-4BDB-B0FD-8A17E547BA7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F6D900C-5BF7-49DA-B4FA-E4BA6D6DB1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BAA4DBF-E74D-468C-9E0A-E1C4665AEE8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7D2C4F9-0A2A-4E02-AA8B-3A7BC00C858B}"/>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D55E8893-2FB5-4329-A47B-E70E86E64F56}"/>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3E93A01A-C2E5-4402-8568-F01EBD8D887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96183B6-A480-4453-9F90-EE41290A7E70}"/>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D117B385-B4C1-43A7-88C3-7E7BC3C2FA1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DE70471D-7FA7-4789-A5FE-C1D73E6E67B8}"/>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44B78BD-EDFC-47EC-B97B-B83D66BAFA2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C9D3F8E0-4683-445F-AD49-1691751DA48A}"/>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066D5CB8-905E-4AE8-BF8C-2855ECA4F7DC}"/>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5F21750-A3EE-4E4A-85AB-A2A67CD44D65}"/>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3FFBBA1D-485E-4205-9815-48DEC0AC5E5E}"/>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C79FFCAF-5263-405E-9E1C-5BA1159FB7A8}"/>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82DC872-2DAB-460B-B9A6-74391142E45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97154E7-8642-4F07-9C24-7CEEF47AC45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30443762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612B561-E344-4761-9C77-AD4B52763EBF}"/>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8A66C4ED-DBBA-445F-91D8-A1F7D72F1588}"/>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5EF2DCDB-47AE-4CF2-B319-E0FE04C0027D}"/>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125205C-9D4F-456E-BF48-99FD69C19AC0}"/>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DAEE1E9-B414-422E-ACB7-73195B0F98D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D275826F-7368-46C1-B36E-5CE35792B128}"/>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EEA13476-A477-4F7F-9572-400E6487EEB5}"/>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DAC5805B-71F6-497C-ABB3-15CA011D48AD}"/>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7FEE006-1666-4D28-BF0A-FF1DAF0AB776}"/>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6BF1BC34-E4AF-468B-843B-F08808B455B1}"/>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238DCF16-FD3C-4C6C-A26A-D6A3FA277E41}"/>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7B35F603-AD98-49BE-A83E-D1141B557F5B}"/>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503820D-F37F-4135-97CA-E809AF69414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8D1D1C5D-7532-4643-916E-A2971FFE363F}"/>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1708847F-8370-4175-A2B5-D1F81D9C2DF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6DA9B94E-FC56-49FD-8B66-DB0BA933122E}"/>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26151479-EA70-49FC-9B51-0E92412312E9}"/>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CDE99A5A-B343-4A21-8DB3-FC8E37FBA539}"/>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9C22B79-DFDA-49BC-B717-C0BB58BEB4EA}"/>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C23B97DA-A178-4675-9E80-710952C48DD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37C0724-33F2-4A55-9263-C2D8D242E0E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A5A8FC92-8491-4729-931C-66D9C2B78A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D69786E-6CB2-4541-9F33-C0E9738EFAE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7CF83FAD-71A1-453C-877B-7B53F4556C1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5B6448C-550A-4CA3-8A13-651844D58F3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7D82C2F0-BF5B-4581-B5E5-4B649FAE19C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37CB7DD-4F6F-4C34-B745-168AFC72C3C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4AA72C24-5427-46AE-985A-377CFEA5A2F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D65758C-BF30-4C21-A6EF-7EA0AA9A726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80940FCF-9469-4B0D-B818-5177A935817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527961F-7C15-4BC4-9FE9-34DE22D40F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014714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CDD995D-8ECC-47E5-A147-7AE9FCC74A7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D0229BA6-994B-4DC0-A472-F82A622E3A4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505C26E7-D790-4CBA-9271-4F8D5E39FE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71097B-B5B5-4616-8315-FBD0FEEE84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DF9A349-11F2-499F-8D65-0E2191B6EEB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CDA372-1385-43C9-A7A3-4F7BAD710D6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44E77E-C06A-4BD8-A21C-24F0D9EF33B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4E7D38D-798D-48AA-A54A-632179DAA7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B916EFE-D298-4301-825A-BEF296E6CB9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13842D9-EC54-4A2C-A8E2-4BD128A3553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DB84899-1810-47E7-9237-5F60CA9CB75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2D12E18-9011-4441-8E6C-97A764EBD9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792FCA3-FCCF-4FD4-995B-9D51AF4380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FD7A095-E124-4A54-A1CB-69D45BB0B33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F24B47-BE5C-45AE-B3A9-BB2CA62C4E0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97ADF0FF-62BE-4BAD-B602-04E76452F8EF}"/>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8C3AF80E-F2E7-4FC7-9E72-A6F0DEC3AB2D}"/>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13647537-A506-40EE-B846-3E0E1F2648AA}"/>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EAAA41F4-3906-4044-BF64-BCCAD1C280B1}"/>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4C1DAF8-0E36-4B6F-A37B-8F9327076EB1}"/>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3FFDB29F-87C1-4059-8B75-01B4A4AD5287}"/>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303C0F46-4962-4B2F-A327-8ACD89D2D804}"/>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DDBB3CB-C5ED-44FB-A6C5-35031F377285}"/>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60C04B82-122D-479F-BDE6-EFD13FA5E16C}"/>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3083AB35-4240-4B9E-899F-9E9FC513A0FC}"/>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5B1695C-01D4-4A2B-B18F-AFE54BC47662}"/>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30B82617-EE69-4E7B-90E9-27766FFA1083}"/>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4B35A82-F30F-4CC4-990D-B55D4C26980D}"/>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7F4AF2B-BA61-48F1-8577-FD39C7E11D35}"/>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10255197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F29C61C1-8BF7-4E90-A0D2-6E6B8A0220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1FC27730-C8CC-4F29-B508-0792E528573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AE15ADA3-9EB3-4DCF-9AC2-E89CA96E73C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86E8E2-8A39-4C4D-9755-8292F4FFF36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D75A1EE4-4D01-45E7-9615-6D78396014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0D7C65B-E57A-4CA6-A4CA-14914DE7EF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A12CB2-8527-48D8-ABE5-94D4F43801C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77E92F-69CC-409E-8883-0DC914FC689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AA4201B-B320-4085-9908-241CFF52941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206030-17D9-4DFC-8204-DCB89558B4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67BDB3-32BB-445E-875A-396E24D7F13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207A13-4150-4376-A5D5-D73C1957709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DD052DD-5E15-49F1-BBB8-D57A4B3B04C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75A24C-C9C6-4E63-A6EF-6C2C8DC69A0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D2A3FD-2DAB-4B23-8C27-33F6137882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D73BDA39-E5D2-4F61-B343-8F5C4C9002E3}"/>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C1DC6EF7-D768-421D-A5A5-1805ACFAE589}"/>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21D6EC56-5BF6-4F80-9110-91570431466F}"/>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1B3695-C679-4097-A884-FCD99CD122A8}"/>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ADB9C972-105D-47EE-9DD8-BF2F1C59B74F}"/>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A8B0AD09-9188-4F16-B75A-F398D7097A13}"/>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27F49D2-E3B8-4532-942C-0F432B1B03B3}"/>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BCF8968F-8ACA-4645-B7F0-CCA790C9CBBC}"/>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88188AA7-72EF-4152-B2FF-4F2E3D982A67}"/>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E54B1F2-29A2-4FF7-B97C-1AA08F49FB24}"/>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57741408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AE9E8E5-A077-44D5-9FF8-FF9AB1B85E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117AB4CA-57BD-4EA8-BDD1-205D37B5951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3D3E3180-7FB3-4F08-B1D6-E358E4AB90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446257-EABB-4277-BF05-2D35EC1F54D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9CCB7FA5-869A-48B1-9F3E-63F88F17069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BDAD4A-3FDA-4A87-8E9C-E347851BD6F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D18D1CE-6CF7-4129-BE11-D77CC14E80D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FC10CCB-9C61-4083-98F0-F724643E231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2EEBCC-9F81-4C73-AFB5-EC44924C756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2DBB1C-C69F-4BB3-AFFA-A415EFA101E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962A9C-34CD-46C8-A028-2E7BD7ED63A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5F82E1-D857-4935-9BC2-8489525602E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A854297-7D3B-4D32-B430-8C6CFB12764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405DB0-B741-4E3E-B646-25861227AE2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F019778-3D27-4397-9CFA-81ED1F6A756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01F653FC-C208-47D3-9657-6CD4A7CC1090}"/>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25330CF8-5520-4B74-9578-B6FF96B3A4E8}"/>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8510861B-58DC-4834-B057-A2021C12CA9F}"/>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6B7B762-C5A1-40AD-A636-594C99EA9C57}"/>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F4142679-7A7C-4008-B2EB-E3911F84FAC4}"/>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E0FDD9F7-7EA7-48DF-B250-9E0143AAE821}"/>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77CE1B25-E2E6-4646-822D-327EBFB02B4B}"/>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24095547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A149055-3351-4B94-8938-A707FD2EBF9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264FD6EA-90E3-451F-8DCE-F675229968A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34DFE902-5432-4059-967F-229DB47442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0C48B4A-BDA7-4CFA-9C76-1ED6CBF4ED5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05904360-B5C0-42C4-ACF1-4BFA26981F6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84E6318-8742-4601-A63E-C12E3B2FF16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5EF9D2C-DEEC-4249-8978-4FCD9DDDFC8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4788339-9A26-4F49-81DE-E178485FA81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F08658F-8378-4BFF-B959-3861EAA0BCE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EC4BA75-11F7-4EEB-B4E3-9971FF98E9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83D8ADD-C52A-4353-9560-0AA4D338BDD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A07237-D70B-48B7-9C03-26327088638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7C211C7-50C1-4A21-A099-64F07380C0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9F6FA7D-89C8-4416-9201-A125910A887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C470479-4DDD-4A26-A9DD-BA59B30A5572}"/>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259BCD0D-0FCE-4821-9FE0-3CAD35607E14}"/>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8EA307DA-D7ED-40D9-87BA-94C6C0D3D8A5}"/>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3E3E5A36-EE0B-4E50-A763-2961A0CFDAA9}"/>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9D6BB92-E4B2-4756-9E37-799E789FD619}"/>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63EF5620-FFF9-4FBE-9A97-6BB2468BE124}"/>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4E99CAE4-ECD0-4FEA-B851-AEAE6F5392F6}"/>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7FE9FB88-C401-461A-B580-769AABE915EF}"/>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D9F4464-6471-4F24-8490-CA1F8168B4E2}"/>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829A0BF7-3A34-44CE-A637-6A5737E39681}"/>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6F2ED6A5-2570-41EB-9E8E-F6D03E574C4F}"/>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AF5DF4FD-A663-4E4D-956F-4EDB6C3A7592}"/>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1F14C71-F2E0-4CFF-BE12-52C576BC0FBE}"/>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98968A62-2386-4A9D-B689-B990D20266A6}"/>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7BA2CEE2-5A4B-4A67-B45B-AEB4D58EE792}"/>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BACFC8A5-50B2-42A0-A2A5-28BCCC088F34}"/>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B6E4C27-B694-4CC4-AB60-8DCCE77D72CC}"/>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DCA2794-4C58-43B1-92EC-C4CA727577C6}"/>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60157443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0B6BE10-98FB-452C-BD95-51F570B48ABA}"/>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C5912699-0082-428F-AD8C-9132165EDF9C}"/>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A393222D-96C7-460B-8079-C7795844C625}"/>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CDF706A-D0FE-466D-BA76-693C8CA5511C}"/>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4210B77B-996B-4CD3-B449-28143E9E4A5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C066138-1EFA-4B69-8FB6-01236A62DD3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7FF584-1A3D-4C57-8E9B-6667021D0D5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E9FE36-5FA0-4F7B-80B7-0DEF5819D7D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61273D0-8C9A-4448-913C-1E2FED0E507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686344-4C77-4727-AE29-3CE7BE3F875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13AEA84-EE3F-4276-A638-8159A9C55F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0B510F-C6B3-4BA1-AF8C-1E1D50F0132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AED9C50-93C9-4089-BD9F-A9D8B8382C8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466A5D-7BD8-4D7C-85FE-A68540BD42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5452792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0EDC34C9-01A0-47A0-9D18-DC436D77E98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D6A4914C-6411-4865-8DCA-3BC9C4EECA0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4DD88DAD-EF8B-426C-A224-05BB261548F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FEB21-007F-4B36-8C6A-FF607F8EAE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2B5DD26-0974-4763-B4F7-69DF406D658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472382C-1805-455A-AC71-11E0DCB661A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C1112B0-3867-4F5B-A43E-80F5475522F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D1767C-DB3E-46E4-BEC9-1953410CA9D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3B0A41-607C-4720-9D8A-6B3D3FEF92B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B569E22-E59F-4EE1-8118-5A5FDAB9A1D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CD5426B-79AC-4D68-A115-CC68A7451E4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4F9A45A-2028-400C-9BD9-8F5D7080E36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9CF7151-6DE0-408C-A857-0782B97CF7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01D173-4E8A-4F44-A6D4-D223DFA811D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801BC03-333A-451F-A970-A9BD4BDFEB9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98814B39-B4EF-4170-B45F-CD7EBDFDC00C}"/>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0718B897-AFB9-46BC-8E98-266D7CB5C88C}"/>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CD7A647D-D861-44B4-B6FA-17C43375BC94}"/>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D403610E-63F6-43B0-92A5-3BC7ED231663}"/>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EAE0B67F-1772-4C9D-B31D-9380D9E40A7D}"/>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F2CD4BA4-5872-4FEF-ABBC-6203AC509AA9}"/>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40749321-28F3-42AC-BAC4-6460363F1A7A}"/>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0236AF2-46C4-4394-978B-3EC6AE2FA379}"/>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D86F7A56-340B-4605-AA40-63026BA3E488}"/>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FA366502-6288-4663-A76A-0797B4BB2A7B}"/>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F739E06B-CFD3-40D3-8E53-DB14F4D7CE3E}"/>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5212C85-57EC-40CB-96A5-67669B129BCF}"/>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E7E2AFEF-5755-4118-8C50-AB2A76C5DA1A}"/>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39376096-521F-4A93-9CDB-765162677D90}"/>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FBD05223-C8CB-4603-9072-28DC4E897AC4}"/>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169CDFD-3C5C-4001-82AA-D8427CD282C6}"/>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EB481BB5-D36D-4DA2-8E53-5E8F70068013}"/>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AA6D43B6-9638-498A-A913-8DE2AC65B3BC}"/>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143D3AE9-AB15-4CCD-9293-BF55AFBE8281}"/>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4E6BD43-ECCB-4722-8A76-0E53D99D8142}"/>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BD2ED356-F74E-4B6A-9D17-2E2F81E8FA85}"/>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525A8078-813A-4B50-8AD4-8994131B0A30}"/>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EE904AD0-2498-4475-8D7B-BA8F6ED6B1BE}"/>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40CF8193-9B96-4FA2-B471-40F58A419EA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420BF9D5-D50A-4DD2-80B1-DA89E77F90D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97146502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35E8AB66-BCFB-4DE0-89EF-F147BAF6F68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269C757E-5F9F-4155-85F2-FFCEC9602D9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4FEEE198-B247-48C9-B5B8-7C926911080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CADB84-56A1-4A63-A8F5-0CB2C1E448D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4D1B1E31-F56C-453A-96A8-ACE4CCC2B3A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BC015C5-DBA8-402A-B43B-050C48C3FB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5C06BED-94D7-4F9C-B49F-9D307CD4B32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B7648C-57BE-4E6E-B4A9-23206BBD3D6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2B2A908-95CC-4FD1-B9DD-E142D214BE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D6E0C07-AA6F-4B42-B138-E575DB13E8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53D30B-4BF3-4238-9453-3439DB93D86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CAB92E-54B3-4179-95AD-E98CB5BCCD2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E64C4CF-74E3-4ED9-996D-7381E0CB152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9343E7-3954-43D7-BDC6-737A5606B6D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42F6913-C001-44AD-AB9B-913A52FABD9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5CB3B70C-FBF9-400D-8826-1960895C1401}"/>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DB9020E3-5339-490B-AA51-CF31A523CAF0}"/>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27CA46AB-065B-4CAA-ABEF-ABE6FF5AEDDE}"/>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178751A0-7064-4908-90DC-4E862EB26FB0}"/>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37089438-717B-40F9-B0D2-284703A6F4BB}"/>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07489A7-D0CA-4650-A6B9-716CF27CB26D}"/>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4C2EFEB-2611-4C99-883C-0F29B74AD28B}"/>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C19CE0-CCDC-4017-B83D-C7F693239ECD}"/>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DD729E7-95BE-4541-A136-87D161D4F5E1}"/>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FAB0216-40E3-41A1-A282-BD0676E00806}"/>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EE7C930-7616-4883-9FF5-82089CE5CDF5}"/>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42AB1163-6AB9-496B-84CC-928803FF7082}"/>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4BB36C10-BC35-47E0-8F01-DEB9CCFDC661}"/>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20348EEF-28E1-41F5-AF01-D9F48F81E36B}"/>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895077C3-3244-41F4-8332-9BF3497842C8}"/>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AC03B1D9-0719-4FB9-BBA2-FD5A8EDCB2B3}"/>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4E29EF85-9A6C-439E-87B3-F39BB64003F4}"/>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42B55AC-937C-4870-8A5B-BC6600E182D0}"/>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3253FF13-748C-410D-9F98-97ED1FDD0125}"/>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92584126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617D0F0-DF84-4CF7-B742-E4160D99524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21E55A0C-9972-435E-A07E-D8955B2A61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7FEEFA95-C653-42FB-ACAA-D9E5BE4AEBA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0A0A13-E5B3-4372-9156-EE865476C9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821E5D33-3A8C-4577-915F-1C9AE38DEE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7DEDFB7-89C0-42AB-94C2-70792E0AC55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9C3987B-DDE8-4347-BD70-F895CF252F6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465B4D4-9F5E-4ED3-9048-65DE782D739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382684-729D-4F2F-89DB-29311717D24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A0BA2F-84A0-43B4-8D65-FCC73317697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7E2F9E-9ED0-4B99-BDC2-E2383514873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F5790B-4C83-4A55-B4A1-EB8DEEF2F8E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D000985-C414-4C40-BBAC-CF385B77495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E0A918E-835B-485B-B5B9-8B6D0D383CC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05528FA-D285-4E4C-A8F6-B456D0BBA87B}"/>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06282F5E-070E-42FB-924B-0B15AF82A7F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CED21E47-3676-47CF-A849-244420490221}"/>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32975B4-DA4D-4EB3-B18A-3266FE58F8BF}"/>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AC8ADBB0-6D8C-411E-A3DE-59CDB1E3471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A63D02C3-E25B-4444-8097-072DFB6E1635}"/>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94A28BB-EFE5-4A8D-A09B-872A85EAC11F}"/>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55227259-BFA6-4369-B958-A1F488B7A6E4}"/>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E5F65636-D705-4430-B09F-F53CAC115C9C}"/>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DB9AA54-CEB2-4CD1-A897-DB979E7738C3}"/>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E392BBBA-BA28-48E8-BBB4-4C96E1754CD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9893D499-71A2-415A-AF63-E9B47D83E219}"/>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22EDC3E-E727-4A0E-9CAA-C5198C03685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4AE7F48-986A-40C4-AB09-641DF5300BF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197553956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86DC5CC-C3F7-425B-A619-E4E3B177E9B1}"/>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E4AB6D6E-EAC0-404B-BB72-4ADB727A37E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BCAA0315-3B6A-4EDE-B859-3DAA182C03F5}"/>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BD5D67-55F3-416F-8BB0-F00C33CE930F}"/>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0528FFBF-EBBB-4454-A48A-F8AEAFEE3DC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E0AF6055-8992-4E41-8AC6-9DE03ED3848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D5904BA4-1202-4F18-9E2D-BA8375A7D4B6}"/>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6B8A25D1-463F-441C-8D88-7D2076F555EA}"/>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2BC9E1D-28D3-42BD-86DA-431B3E83F45F}"/>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EC1CAE8A-E8F5-46BF-B4A6-5849B54FBF5D}"/>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D0C2218-3868-46F6-8EE8-572215AA80B2}"/>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805158F5-30B0-4F8B-854B-D240EFB813A2}"/>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EC1EDF39-AA7B-48A4-BEAB-B579B5CCDA90}"/>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63E43929-09AA-4EAD-93A3-7B15055EC04B}"/>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A0B5D3B9-78FD-4108-9ADC-C6A20A9A4B4E}"/>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9F45ED2F-2E8C-454A-8511-5DF08FBE1B4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08CEB7C-62DE-4316-9FD9-56EDC5867EDA}"/>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A7E35A3E-CD5C-4089-A17A-961B3B9FA759}"/>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820EEBB4-0167-48BC-8E23-ABDE619E4B3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45A6C44B-ABAB-4CE5-A6E4-1CE9EE2DF3C2}"/>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64780CF-73C5-46F4-9565-8AFE9D9174A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7F611F2C-681C-42CC-ABD7-85992F3DAF6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4D2CDAD-9E5D-4267-8A92-A97372D0321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3EDA6D6E-869C-4F9D-A5AB-3539CF2046D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8F42F35-C5CD-4156-8263-D0EFBA98AB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3ED1A405-AF1F-4B3A-97FC-D7C21802395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2A82A1-8155-4E53-B95D-D62A9955813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10341692-5345-40C3-8BEF-D79E5745AD7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5F29807-698C-4848-8101-3476625577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206DEF5F-D0C2-40C8-BCF8-F7C4CE991D8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B7A731D-BF0D-4F8E-8305-DC185DB508C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3171853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339EF40-799C-4AC5-A595-9E751DB83E6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0B9AFAA6-E813-40BB-A630-1AE413C6CB5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07A7C8C8-D41D-44B1-8EF3-896E261B79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BBBD71-F450-47AD-96AA-ECD2E08224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D1EE7B05-BC9E-49E2-88C2-D13F7DAB066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BC215C9-DC7A-45BA-9739-1AB0E8CC29A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0B390C6-1755-4B67-8B03-9F08D1D1D36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C6A97C-3007-4A20-A637-F32A03464E6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E546E4-52F4-40A0-AD1D-9075155A55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FDDC67-6BA0-484A-A407-2185F47E025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F2CA054-3E9E-4A8D-91A3-1AAAB0E3367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BFE323E-E45E-47EE-AB36-0943EEB71E7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6E8CC23-FF79-4E7A-A4F5-493CE082B4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10BD48-353F-4DD3-8C67-3EF5D040A74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E88D826-94D4-44FF-984F-CFF8209861D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BA58FA79-B4B5-41FA-9C86-ACB8D4F7C0EA}"/>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81ac35cc1ab54c79"/>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EC02D98-1C73-439B-A348-2C27A5D12D69}"/>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48FD6B-35A9-4D65-9FBE-792727D0AF79}"/>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CE31B660-BB2C-4166-963C-2500D495FD9A}"/>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FE56F6C2-D810-4C8F-88C3-E29BBCFBA2A8}"/>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7464DA6B-6776-48BC-A33D-BC46CD72AB3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4949032-FD6F-47CB-B82F-C765356ADB5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31326329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DE80B15-31EE-495D-A73E-1DE9170DB8E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reveals an early average gain, not steady improvement</a:t>
            </a:r>
          </a:p>
        </p:txBody>
      </p:sp>
      <p:sp>
        <p:nvSpPr>
          <p:cNvPr id="2" name="">
            <a:extLst xmlns:a="http://schemas.openxmlformats.org/drawingml/2006/main">
              <a:ext uri="{FF2B5EF4-FFF2-40B4-BE49-F238E27FC236}">
                <a16:creationId xmlns:a16="http://schemas.microsoft.com/office/drawing/2014/main" id="{33CE4081-7262-4A50-BB37-274076B9964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balanced learning curve</a:t>
            </a:r>
          </a:p>
        </p:txBody>
      </p:sp>
      <p:sp>
        <p:nvSpPr>
          <p:cNvPr id="3" name="">
            <a:extLst xmlns:a="http://schemas.openxmlformats.org/drawingml/2006/main">
              <a:ext uri="{FF2B5EF4-FFF2-40B4-BE49-F238E27FC236}">
                <a16:creationId xmlns:a16="http://schemas.microsoft.com/office/drawing/2014/main" id="{6FFDE05B-4385-4175-A0BF-1400580A6C6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A0869C1-FEE9-407D-BD54-343A279D96D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ECBA4FB0-C27C-4878-9398-AC7C42CE3C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678E175-74CD-4387-8EE4-0AF6139261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3CC4C2-24B8-4473-845B-A3D678DFE64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261ED4C-62A5-4C54-842A-390FB79E84E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520DDDE-D15C-49C3-8940-99454B32982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4C43C15-F41D-4CB7-8BE7-B4CE14BEC14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075CD6F-5ED6-4004-B7AB-520E88D74D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741DAE3-BE66-408E-B9F0-3E92D436F9A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C880AE-4D1C-4B30-8378-A455B68CADA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7F2FA6-6DA0-46A5-998B-617C23580E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494716C-B03E-49B0-9E11-8DFED142E4F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24 fixed balanced targets / 3 balanced history draws</a:t>
            </a:r>
          </a:p>
        </p:txBody>
      </p:sp>
      <p:sp>
        <p:nvSpPr>
          <p:cNvPr id="16" name="">
            <a:extLst xmlns:a="http://schemas.openxmlformats.org/drawingml/2006/main">
              <a:ext uri="{FF2B5EF4-FFF2-40B4-BE49-F238E27FC236}">
                <a16:creationId xmlns:a16="http://schemas.microsoft.com/office/drawing/2014/main" id="{6171A55E-E246-4103-8283-AE338D06C7D1}"/>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A6E709D9-0EE4-46FE-A6A0-BC2FB26A4CA2}"/>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9b4b3f5a9c64a45"/>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B043C89C-C0A3-4404-94FE-3CDBC8F8F9A7}"/>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0" name="">
            <a:extLst xmlns:a="http://schemas.openxmlformats.org/drawingml/2006/main">
              <a:ext uri="{FF2B5EF4-FFF2-40B4-BE49-F238E27FC236}">
                <a16:creationId xmlns:a16="http://schemas.microsoft.com/office/drawing/2014/main" id="{7E3BD5FD-F233-467C-9F73-9591F52C8092}"/>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F6CF88D-A91D-4851-997B-CC99F75D7241}"/>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On average, 2-6 examples help relative to zero-shot; longer histories do not yield a stable additional gain.</a:t>
            </a:r>
          </a:p>
        </p:txBody>
      </p:sp>
    </p:spTree>
    <p:extLst>
      <p:ext uri="{BB962C8B-B14F-4D97-AF65-F5344CB8AC3E}">
        <p14:creationId xmlns:p14="http://schemas.microsoft.com/office/powerpoint/2010/main" val="185887282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F38C746B-AC70-4B26-92D8-BE4D2C6642D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same average hides participant-level differences</a:t>
            </a:r>
          </a:p>
        </p:txBody>
      </p:sp>
      <p:sp>
        <p:nvSpPr>
          <p:cNvPr id="2" name="">
            <a:extLst xmlns:a="http://schemas.openxmlformats.org/drawingml/2006/main">
              <a:ext uri="{FF2B5EF4-FFF2-40B4-BE49-F238E27FC236}">
                <a16:creationId xmlns:a16="http://schemas.microsoft.com/office/drawing/2014/main" id="{BD0005CD-4C08-49C6-ACF2-FC6C06FCABD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8AEBFAD4-ADD5-4ADC-AEEC-F199F14F3D2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584A0C-D5DE-4409-85B4-2D4BFCC00FC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DD1C8427-9CB7-456B-84E6-F3BC7C0DB8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09BA0E0-4F91-4220-B325-707A9CEEB50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89026C-AD0B-47CA-ACA4-19AC7B65B96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C66562-767E-44EB-96BC-2F397EE348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2A9986-134E-4B92-BAAA-DB251833FEA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5D952B8-CB35-4E2F-9B40-FCF6F6E663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5A1A33B-C9A8-451A-BC97-6AB79522657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A536360-720F-4948-AC30-95725743072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F58DEFD-0446-47AC-9615-0943999D14E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EDD7082-826E-4495-87D1-38BC8CEB28A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AC2BD29-A6A3-45F7-B475-6E9B4CBA5CC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41C160C2-E112-4EE4-9568-0A49593A0A73}"/>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150DAC2E-1DDD-4A35-B685-9AF39E80260A}"/>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3E98F8CE-CE52-4FE0-9B4F-2E38DCE54B26}"/>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07B8ADE7-6FCD-47EF-AE2C-B051C4683E3E}"/>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2c45582b687e4667"/>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f99239163acd476e"/>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FD534708-028B-4ACF-9CEB-B92743234B49}"/>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887E03A7-6F23-4996-9B7E-493082CE161D}"/>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83BDA097-CE07-4050-A3C5-88A6789DD53E}"/>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20CB8FD-2181-4DF5-BAF6-690D9056790D}"/>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1BA1F7A6-C840-43FC-B735-F36518907560}"/>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1F62C94-DC45-4B80-AA35-D5BB6D8C40E2}"/>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116BCC78-65EC-498E-80C9-998AFC913D97}"/>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6C3DD26-9FE8-4CAB-A770-91CF79263FDD}"/>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FE982B24-BD95-45E9-B14E-44D88E5D8EB6}"/>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4C918A4-E0F3-437C-AFF6-60C1ED71EFFD}"/>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20393110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11E4A2A-7DE4-4EA9-B63F-1D8E3D784DEE}"/>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CD674172-EE6E-4C60-B04D-3D1937A965E1}"/>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FE66A219-ABB9-482E-941B-8A1A37ADE76A}"/>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19BF9B6-FA15-47F5-9BBB-8169E67C1B73}"/>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BC1E68C3-5B78-4D7E-902E-A5E1979E0B7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30B3B76-191A-4C9F-98ED-5982792E8C7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A3F121A-5FCC-47FC-9535-034E9081557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180F1C-CC36-43DF-9A99-678E13EF15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B95747C-A398-41D3-95AD-57324AEB3B3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31FEB4-A565-474F-9CD1-DD3048D8ABE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3932450-B989-4ECB-A493-D2F7013F243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36802B-3A9C-49BF-94B7-A6E8DAD0E98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BC93BA8-BCAB-4FD7-B881-5209800DE8A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DD68F0-14E7-499B-A32D-CB8A894BD2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7242660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50A1440-BB33-4BF5-8F34-1652F8FE103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09F9CF10-ADAD-412D-9799-D5089A45CF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FD55E41C-AEDB-4125-9CF4-118BEDA9BFA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4E5BBC6-C103-48AA-B202-0C2EDF6482A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04672687-F6FB-4A0C-B055-37ED7D33CF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9E260BA-011A-4E1B-81FC-3F13BE37ADE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79F5C4C-F92F-4AFF-8833-F5342672691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A87440-3DFB-45E6-8DF9-8411D6EBF3F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D17CFD4-EA97-4936-9071-F158F92960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DBC625B-3E46-4D53-BC64-7995392D77D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A85562C-BDCE-4CDA-AA8B-AFB36F9973E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8EE372-9A32-4C1C-98DC-CB4A1839A6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3693E9-9BD6-4DA1-AB42-1C869AF51C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7D7B83C-8A15-43EC-A499-0343EEF5E6F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FA5C03-E632-4F1F-AF64-27201691732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52CB608B-2E7D-4C8C-B1EE-675B514C4427}"/>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D171E96C-058F-43AF-A1B8-11089A4CEE35}"/>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E17C7BDE-79C9-4735-9A02-A7F1E5E226C4}"/>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2E6E033B-2526-4F50-8A21-6BEF904DA38E}"/>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DC7ABFE-654D-4F78-A694-3C0D98E0033E}"/>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8AB249D6-731B-4240-B8A7-5B3475F8E43D}"/>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5D1A6062-298A-4D03-9AE2-51D8303E32C3}"/>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9F8C1AD0-0B23-4587-A20F-8C28F1D0B304}"/>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ACA98CC-9A1D-4B0B-8786-A556114607F6}"/>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4733605F-4685-4E24-B8F4-EC0E79DC1476}"/>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2B29B689-77B0-4639-8BE9-698D4917ACFE}"/>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2B35D864-657B-4CA9-8101-EC90D4DF9BEB}"/>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AF3C32A-D93D-436F-AE91-9D4B06E0CB83}"/>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45513484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F73E0C4-E960-4FF8-B522-CCDF59A9C17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253B52BB-E3E2-4F77-8741-FF2F6423E87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70165A72-6D83-43BE-84B2-8A456C8B2F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8C174C-20CC-4950-A878-90EF9695E6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AAB6C893-6826-4797-88C5-2A2BA4B81E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224D12-52BC-4378-90CD-FE5FBB805E7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42F56FA-6B10-4998-8F9D-BDCE96AAB52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B12FFB2-7ACC-4FF0-8482-455845A4FA1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F885F0-1581-48A0-A70C-D060450BFA4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98E93B1-3306-485B-A105-D1738817AF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5FEA097-7D03-46FE-B8FD-06C2587D87C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1B44767-A0CE-44FE-B45E-5E1EC6AB973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6811B1-C146-4CC5-83FA-7BAD50C3FC1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96382B9-8451-4748-8007-D6499224988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6050E0-97CF-4F45-86EA-17E79A7F2580}"/>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C4F6E679-008B-4BEA-882D-5A056731450F}"/>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E80322F5-0EAB-463C-A1D5-1187C4130A25}"/>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E280E053-0C7D-4D1B-9E93-DC45E75D794E}"/>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0F82C223-2207-4384-8326-60D5AB0C269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1BBC274-9EED-488A-87EF-897F58D9754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4748585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7B87CF2-DD44-412B-867F-031185FBFCC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BDCF8FEF-7204-4496-8F6B-AEDBDA7817D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E0C15A44-E8C4-4FF2-95B6-17B306626AB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9DDB1B4-F9A4-41BE-9069-21CCA9BA3D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CB580801-77F2-44B3-AD67-B495C32D708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25D555F-6D6F-4E15-A9C6-C56170253D9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375F60-56A0-49EF-BE4D-667558825E1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7726BC-583E-48CB-BD4E-51577BA2B53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B94C44-E549-442B-9B59-6EAF8D38734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38532B-DA60-4483-8BB2-BFA196CBF9B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0D787F8-924C-409D-A738-F6CA8EABCBD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BAA8538-ABA5-4EA1-9AD3-A1D9562059B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B0EAB39-896C-419B-BCE2-6287F5BF202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45AE142-96EA-45E8-89D7-2A872BB8F3B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FF9F876-5250-473C-A2CB-BBCC3909FD70}"/>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14BA056D-67D1-43BE-84F4-F51A5617A03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EF8DBA0F-35AE-43EA-A4CE-B795DE077B3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950E152-0010-48C5-B28E-309BA55C101E}"/>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AA35F9FE-5594-4431-8F33-800438E39C8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D6119B1E-5678-4DDF-B169-4EEC26DED5EF}"/>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373F7B6-B856-4A03-9010-07095C2E521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102D6E79-8B1D-4A30-901C-D6FA6398F8B4}"/>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E2074881-5FAD-4854-93FB-F078903E2BD9}"/>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DC18C77-F22C-4F18-8E05-A3027449C073}"/>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4FB88140-097A-408A-9685-A955FFEE9500}"/>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A17DC37D-D839-49AA-B731-2460AF7882C3}"/>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2BC7D68-36F2-4346-9284-2C6FC88826F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042187-BCD4-47A7-8B76-D0660913C05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125502250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56F314E-A405-4EE1-B625-F8153A5B8B3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29837AC8-ED3B-427E-BB9E-21419FF89C6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63E9084F-9DB1-4560-9204-9361F001C01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D2C163-609C-4FEB-A84C-CD735372017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3FA552BE-73E3-4623-86A1-2349650EB4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F3B478-656C-46B8-9605-95078D2BAC0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EB3BB8-6430-4451-AA4C-B62EE90E4EA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5166DD2-7B44-4911-8A04-D7EACD427C3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E60516D-7BBD-43EC-A520-789BF308350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B7A0F9-D80E-4F35-B479-DB230A06046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EDA69FB-1785-4906-88AE-57011BEB21C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BEDF5A2-74D3-4357-B611-91CA099CECB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D16C22-8B01-406A-A78C-8CC93CB7812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25DA1C2-C9FE-4F9E-9019-8DD700284D9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3690E0-5880-406B-87A6-3939B990028D}"/>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32F93AFD-831B-42B1-934A-381E9647A09A}"/>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0C03B199-8343-49FA-AD3F-655C05FD6953}"/>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0C5674C-3183-44B5-95F6-EC72031E0B06}"/>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9D640224-194A-44E2-A69B-E0EBC2218710}"/>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FCE6F2FF-EE2F-4B7B-9CC6-7B4C100B0097}"/>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02A19F3-4AA3-4438-9849-FC53586E379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B18163F3-D725-49F4-B690-9C4EE7AAEFD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B8D94147-E12D-4B63-A77F-90511FD67EBD}"/>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09B4092-53D8-4293-8174-C7660EDFA065}"/>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D0D01C52-6691-4210-BFC6-B376FC8CA47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DD127870-D925-47D9-AE0E-03472959C51D}"/>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D293874-C620-4C17-BE5A-F90E6EC75D9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E6C7B6E-CF47-480C-A8E1-D1C75D9C689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07366142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1712917E-DF36-4791-95BB-F644C13293A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E940E9B0-C3AD-43B0-9BA5-EE8C22663D5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9A67BD57-82F2-4D81-87FE-7CBD158074B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11A45BF-5FCA-48F1-AE62-BB51E5FF0B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4A1F7DBB-467F-4F05-9127-B4040EE50D6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ECF9F9-EFB5-403D-9CBE-FA0DA79F512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3E0019B-7D9B-4259-9AF0-E9967F4FFCC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7C47B87-6F15-4AD7-A410-5A8F60BB58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D9D92DD-468D-4C50-8C5F-F73BA5CA5E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645B76-87E7-4622-9981-900BD83F1B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C6C2183-2FD1-4115-8245-58D48FC1323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EC51391-2FA1-4637-B212-C9551CC5BBD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8785668-D1B0-4F03-ADE5-A404F98811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6CCDEEA-E0A4-4F26-8CBC-75DF48CDD9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5B7DE5B-34A7-43F4-B284-A804D21B4A9F}"/>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1F8B0957-60FF-4A92-AEB8-133520BC02B9}"/>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68A8046B-72CE-4A79-9192-2EC75BEC65ED}"/>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C5039DA8-32B3-4D84-8BCB-14D6AA634ECF}"/>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EE861B3E-8E1A-4E81-9148-A3488551B487}"/>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95AC4DF9-048F-4476-A1F0-65813FF40D01}"/>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7EE51A4E-A15B-48EE-B092-E587EAB1C895}"/>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69AE95CD-30CE-43C8-AC6F-542D1509BCD3}"/>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7A66079-4441-44FE-A8B1-0F4491AF75CA}"/>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01BB20CA-B367-4089-9144-8E06CB26A680}"/>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29A531EE-1F70-4873-A995-6C3E541EDD61}"/>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5D2A56D2-43CF-473C-9ACC-9CFE6F7D1E7E}"/>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4373DA0-8754-4454-AE52-1A06A0C74938}"/>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FB15EBB6-E232-44CA-908D-AD4ED490133B}"/>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618681A9-0CF3-437C-B8AA-3DD1D7B78360}"/>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1CF9043C-3826-45C7-B5DF-C4B7F3C68B7B}"/>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89453FE-B7FB-4C36-A0E0-C7421E9DB908}"/>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7783771-F78B-4E3A-A5B5-A39D01A4F5B8}"/>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19510947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2BC7D6B-FEBF-4ADE-AE09-2F81E9BFC701}"/>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CE003BC1-429E-4A89-AE48-67FDE9203B69}"/>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92D58AD-504F-4996-97C8-03A9B208E290}"/>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CEB40D5A-65CF-4810-AE57-6034CE558D1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0A4A8CD-5D18-46C7-BF94-3AC3C40A4D0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3B6D43A6-9625-43BF-AD36-657E7704D1B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B239815-944A-481E-AA39-F77A45F76A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F84E8A8E-CDAF-42C1-A916-AA1A3E8EC4E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CF4DA05-8FC9-48F3-AE41-10B86B9222E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21F55CD-8AEC-48E0-AFA2-9ABD9F156AB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BAA3E9E-C602-4E08-AEEF-C48E5EF9B9D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6B43A813-82C6-4808-B622-764F911A998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F9E5649-38AA-4DD1-8EC7-B27EE4403AC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7167337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602126E-E9EF-4267-8A04-7F101B66518E}"/>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183F61C1-EB18-4F29-967E-95763E986C50}"/>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04BC148B-64CC-4A66-88F8-52E9BCF61C5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971FE3E-3E13-4322-94D6-41784A7675DA}"/>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94971C5D-E59E-4E8E-BAB2-3EBFA62BB0E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F344B5-050B-4E92-9CCF-8B9842F051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DF83CF-8F12-44C0-8BDC-8FCF3ECF0E3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EC96DA-D542-477A-BA59-C7A042ECB41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91F6156-26B7-456F-A592-1686ABDFAF4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A92EAC-5F92-48DA-9F36-AF5A66E589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0B587FD-4689-490B-8E8F-17C4820117F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D927940-6E0E-4FD5-94D5-3F3D8201EC1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7A50EAD-170D-464A-9069-7452EE05638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A44B97C-F85D-4E4E-B2CB-E88964B455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3619378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20412B1B-B569-41BA-BF8C-E0A8ADA114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BB00C927-DC4A-4FDD-BAB3-E1549047747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68D75BB4-C14F-4E03-B463-02DBEFD04B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C307FC-FA9D-4875-8B40-CEC80C7EF94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56BC37E2-7695-4C99-BD51-49A7FBF769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936208F-BE1D-4121-A149-881CE78F975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126CF6D-6E7F-46F9-902F-804E589CD16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88C5B77-45A4-4192-BCC7-4F8CA661A45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ED799D1-6917-4B2B-BC26-6CA913DA8D2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E19585-4150-4812-BEA1-E6049A40CCF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E72BDA-C1AC-4ECC-AB72-BF4CC2994F1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C3BB4DF-3944-4B6E-B2F1-36C85BA510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85BBA29-A0B4-4617-AC83-ED25682151C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9BE6FB0-36DF-491B-A3A1-C18020C426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2C5CB47-EC9A-4D1B-AB14-4F42723B5A2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22656BA6-5A5C-4319-9741-345F67DA472A}"/>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FCFADA88-7328-42BD-885D-61B2228DA858}"/>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9E9E2890-2A47-4AEE-A29E-EDC6CE769864}"/>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291167F-2E8A-4EA3-A735-1AB698384471}"/>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1DA82C7A-9DCC-4849-8748-475A2141F448}"/>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17A247BC-4963-44FB-B37D-1E1A564BC834}"/>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2DF64184-565A-432E-98B4-A6211F09F8E3}"/>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FAB3ED82-DAD3-48CC-A8E4-92C7A65F9005}"/>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BC010D2-42FE-4A8E-B8EE-4B9C85DD5CF2}"/>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D6FC4C78-1CC2-4928-B5A1-49C2C0B433EA}"/>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03028C2B-2C4C-4869-84D6-25B4D50960FE}"/>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EC13EA99-7C09-424B-BB9E-F870A9715F8C}"/>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4ED2AEA-F239-4839-BA6E-127992397EEC}"/>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200939253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E0789CA-8B9D-47DD-A0D9-72BC5DEC93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072E8306-3AE7-4152-B451-0936F10B66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8457C382-2C01-4622-B37E-F122F706330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E520A5-2071-4D50-A259-D684250DC2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E9F3CD2A-95EC-4AA7-89C8-62704CED537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30B641F-5310-49D5-8328-8943563401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6528FDA-090A-458F-B548-3F7DF55404F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590D0F-3400-4736-BDE4-B997E14F68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3940033-96B1-4407-BC88-7EBB5A5F1B4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E8C420-A417-4FF8-9471-066688D16AB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50EBD5B-DA7F-42A2-8D0C-99E16F1FD35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C30355-D410-4999-811F-1DB6E53D8EE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A38D814-A390-4CD9-9C09-35BEBA31381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006FD65-BD54-4460-975C-2FF73A9FFC4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6D7F50-FF43-43F3-B16D-81F7239A65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725D6051-5178-4B0B-878A-4CF13D028C1B}"/>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BEF0A4A0-168C-4344-AD88-B86FBF5BF16C}"/>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11F48BF5-130C-44C8-B7E0-ADC670F240B8}"/>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AB14CA71-78DF-4C58-B7C6-4A9AEA0F9ECA}"/>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F062C70E-4256-4A54-8E6D-150BD9653E11}"/>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2F65CF5B-954C-4035-B7E4-826A1F2DBA5B}"/>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FBEC6D6-168D-4A82-A3C0-374D1EEB3280}"/>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D7F1811A-ABAB-4CB0-91FE-429B46CA83F2}"/>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6BE32E24-5809-42E0-8EAB-7FF6C6B18C36}"/>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3592FF8E-D737-4BF0-B9B6-DCA8EB539AFF}"/>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C3B6E983-136F-4307-941E-74BD8708BE2F}"/>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4B92051C-9214-4514-9877-98E678DC6A70}"/>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2FD2314B-AD50-4409-A18E-9472DE6822EC}"/>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06D06F8-E058-4A44-B5E1-322F819A1FDC}"/>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166486413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1395D1-4757-4FF3-9C4F-5EEECF79FA4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062E3495-D87A-4BD4-A8E7-ED485FC559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B4DC3A69-1EF1-4066-9337-0605436146F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4A24CA-F952-458B-9C77-2C9BC71A59B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A7C904D3-5D20-4645-99A2-85E2D855013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7E34B8E-3112-4C16-8142-C6632E87E63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462EAFF-12A8-44DE-B03A-0D610B447E2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FCB4D4E-786B-4EC6-8F20-0A2B350E5A9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BC0A91-25E4-4480-8368-73433B1B8C7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0ACB900-DBBE-4EA9-8DEE-44DCFFD5406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F0B2823-E74C-4AD5-A210-3059FE097F2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047A8C-3A60-456E-AC60-7397F29C9C8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523C98E-F011-4E88-8E1E-1C4B33233F9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A87A59B-FFAA-44FD-AF89-EE1366061EA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AE61FF2-22F9-4D7C-AD28-8E7D5892EF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FCFFF2A7-B8E9-415D-9FE7-B25F73EB5DD4}"/>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DF945A3E-88CC-4021-82E6-98A71B313826}"/>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228F8FA-0C67-42F4-82FF-3E7B8A5D145E}"/>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43861824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66C5338-B541-49D1-9572-4FEF1A15D84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AA86F264-79EB-42A7-89CA-C0DBF1BAA8F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D27DC690-BBD1-4FF9-8DAB-71A22F85AC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8FD248-CD99-4C84-BBC1-E56C665DC71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6B740951-C799-4E78-A0A1-06952C279B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89F349-9884-4991-8D7D-958863950F0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7B6D591-7F72-4EED-89C8-6BFBB917DC2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A221C6F-2C81-4A7B-9B79-0B173E195ED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9DD8A87-C9E1-46D4-BA51-60798F0294E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7DEA7CC-7A76-41A5-AC8B-502A36FD9CA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E5F5D5C-E29C-4E2A-9AA0-5E503DCEAA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800C3A1-C5AA-49C2-A0C4-85B7718287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77F13F-2939-42A5-998C-8D2A1303D3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17E7B2-21F3-464A-B311-B67B2E12FE8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896A449-07FB-4FF3-802B-B79E92CDD1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2A3E574A-5229-43F4-B1E0-225BCE57BA84}"/>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0C30A96C-E01A-410E-A3C7-D6A8453F04B4}"/>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5317C66-C817-4B44-95E9-56D1FA5063D7}"/>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E4B7EC98-A375-488B-8C72-0569055014C4}"/>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FA27FBF9-01C1-4635-AAFA-8A66F6C3511C}"/>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7BF2FB4B-164B-411A-B39A-AF6DA453E98D}"/>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DF05924-1DB6-46DC-A1D8-60999411B909}"/>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116223075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82AAEC4-8D92-413B-94B3-3971D2C28C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C2965570-CAD3-4E37-9834-34DC103D19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3B7048CD-149D-4C11-B696-DB9A20D5D4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F91D6A7-9CE0-4846-9D29-7ADBD86B9E7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D2660858-9123-4AB3-AFC1-DB380F11545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454975-2557-4343-A8E8-48B6038BDB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69D5968-4B3A-4C4C-8EBE-2CB4F8D3838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F3D6D2-6F59-4F66-8111-18A0CD98C0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B34AA2B-1740-49DC-98F2-53C48B3D2D6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2ABE4E4-C468-46F4-85EF-AE85AF1499B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0C40FF-6043-45FF-BD8E-80510F971E9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26D80B-9E70-4324-BBBD-855D5F09AC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17FF35-AE4F-4E46-B9D7-291D4D65A08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CC4507-9807-476C-820B-3DDDE77DD4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76CFC9-A00A-4AC7-9D29-F4779B17F1A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C3B5BCAC-3E3C-4D69-96E4-E95C13FDDA2E}"/>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1F96B756-7949-4A63-92EE-0B9C880F3658}"/>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169B59CE-7751-4C16-BF27-6B734A666F13}"/>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C5099A59-BDEE-44FD-AA94-8BFE4DC96914}"/>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29C5F440-02E2-49AA-9F9F-8D23E668B766}"/>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A8F68C57-E5A2-457A-8F42-C8334D578144}"/>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4097BA46-2D8F-42B2-9021-4994A2DC5912}"/>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0C2E9866-719F-45B7-A321-12F61AF22476}"/>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FC063B57-E253-4E4D-9EAE-49D71771CC30}"/>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7246D117-3199-4618-88A3-92328FCF3AE6}"/>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857E0276-5638-435E-94ED-05BBAD506B37}"/>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747620CD-1887-474B-B190-30A94E492BC6}"/>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896471A3-1E54-41C8-B610-70200FD85A33}"/>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1751FB3-A392-4F92-BDCB-911DD3CDAB0E}"/>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44234626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CA187E0-2DC9-492A-871E-4E9DD7CBE59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0D1BCA4B-4F4C-4FDF-8F85-181FCCB5E7A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1FDDCEEC-E709-4399-A285-8C59CAF6DF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F93EA5E-A6B0-4033-8092-0A069F75FC9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4F50B29D-A58A-4969-BA8D-F15E80376FA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024088B-6E11-43C8-842B-AA8357CBAD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C5ACFAE-86CE-43E9-B65E-4E884CBCAA7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8D4689-4047-45A8-BDCF-8C43A623AC0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D24429A-75A6-4C8F-B665-9AA0B2AF8D5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D66B3C-92C4-426F-8EA8-99A49E528CF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63CF22-0F5F-435C-9A3D-E5C257C1281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8D76D6-67C5-4CE1-A0EA-7DA8960781A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015463-76B7-4B79-B993-7B525DDA2CE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2DE4150-9F74-44E4-B401-2D41F577520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19B991-749C-4AA8-83F3-99A645C5C9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BF7D18C5-398C-46CE-AC99-16372B36821A}"/>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3E602B7B-3EE8-4C7A-A992-6C8654744D8F}"/>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4C979A0F-7355-4494-AB63-73AA9639184A}"/>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0A60DFE9-70C9-4A00-B114-CD64375F472B}"/>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0FE1661C-8D54-4503-AE65-589E9E688312}"/>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74FB455A-31EF-4FB2-B50E-A7FC885D96DA}"/>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17CEC42C-D1A8-48B7-81E9-267AFBBCFE7B}"/>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E26A13A8-E953-4CF9-81EA-45C9C52577A6}"/>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46D46E43-692A-440C-8C69-DAA80BA3CF94}"/>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A646D7D2-E14D-400D-AF7B-69D9FEE3D7BD}"/>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BD737045-EE09-4676-B452-7B74660D344B}"/>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0D249B45-0D3C-4152-BE5C-7A2ECE27784A}"/>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27AA3EB2-84A2-411F-A216-D0F4C173D206}"/>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91A3D736-8FE8-4297-8780-6BA837DB0A33}"/>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294FB23A-5224-4A1E-A3C5-8B2A5EA2B769}"/>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DFC52436-F026-41F1-BD6D-3994A3F73081}"/>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89429B0F-B773-4118-ACD4-A2EB6C837588}"/>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AC4FA8E-6ED7-4779-B1CF-D4BB546DF6FA}"/>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88377032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6046DDE-B951-47B2-B9D2-9F0DEB333C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2BA0101C-9B18-4B3E-B284-CA27AE4A447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4355C8E6-20B7-43EE-9468-0525B321D1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C6C256-28FF-4426-A29E-A818BB727BB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C73DAAB5-5D14-439D-9616-43A47D84AC3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C860AD-BD56-4C99-9518-8AF92978BE6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BE737FB-697A-4616-B1C2-C11473CF66B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869B5C9-3A97-49A3-9731-736824C4880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3EAA9A3-B8ED-49CC-B7FD-D586137E6BF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E3709D-D179-4F10-B7F8-1ED6B519B7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82BC01C-B337-4E1F-9F4B-9213C8BDEB8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5A4617-FFD9-4673-B659-FC6DC0051F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4ACADD-F240-4FF0-A0D1-F12C4AC111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7576EC1-1582-4104-9FCB-6ED8D1E3139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B062DD4-7862-4760-AF26-27AD93471F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54C07087-070B-44B1-84B4-54B2C5D87302}"/>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C2F00011-6961-4A5F-807D-AB4F1AE21A68}"/>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8DB6220-B8D1-48A0-A695-61A0BE97874D}"/>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D2BD4AB4-0413-4160-AE3A-62FD51BFB9C6}"/>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43AF939-5A43-4B5A-8A4D-1685184C94B0}"/>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005C6396-A01E-4C1A-9334-C186AD351E4E}"/>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CF0D9ABD-AA4A-4FE9-AA84-56547A219AD8}"/>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A3BA88B6-A690-43B4-81FA-47B104A2032F}"/>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7F06EB45-7311-4C30-80F4-640AA0CF4B61}"/>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1421ECAE-CC8D-4085-B918-3A323F726510}"/>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F8A47268-6B1D-4C6C-839F-5DF20E0EE092}"/>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2B1543D1-F3C8-404C-80C2-429E2E2012EF}"/>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2BBE9C8D-9400-4858-9252-C8518838DF83}"/>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9E83BB16-6E02-4304-A42F-9BB728F5FFCE}"/>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048D5684-9670-41E2-9F86-B84149EF6F31}"/>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B62DA12-1131-45B9-A22C-7134A10CA5B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213915561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77E524D-4A89-439E-AC65-1649971C0A3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58AC963D-1064-4F9D-BF4E-263E8C68BF1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995A4C25-96C7-45D0-A826-AE3821CA66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B96C6A2-EE7A-465D-ADB8-5FAFF311FE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563812AF-F6B9-4A46-95F3-6A19BBE6E10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A258A00-3207-4783-8077-EB93AE6C4AF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C5A25C-E24B-4C98-90D3-FA2C3D7E6C7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464044-FBC1-4F40-9AA1-04C793DC2FB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2222FF6-8F73-4046-9768-C622164DB6A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DA4354D-C784-4633-995A-F9FDB8B2600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960F4F-F14C-410E-851E-60446DAB698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12BBE3-4A8C-4D8D-8628-1137C266FA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80D7101-0579-49E6-937D-2E7F005F0B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7FD952-D9E1-4C8B-8309-50CED9B1E4A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AAA5B2-5B38-47DE-8A48-6B6E22653D1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88AFCFD3-F663-43B6-9D81-797D46B4CD48}"/>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576a432e548a4e56"/>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DA49D19-C4A0-412B-B49D-96426CD6CB6E}"/>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FAD97213-6422-489F-9B44-08EC68B2B327}"/>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358CF49C-6320-4360-83D1-CBF3CDF16ACA}"/>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19C1BAB9-001F-43B6-B4B4-05D4B4F88066}"/>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6A07A8B7-FCCE-40CB-A7E9-9CBA05DFEA7A}"/>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75B339A3-DEF8-459A-806D-D290BB2D6D6C}"/>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8225442C-2B4F-47BC-BDD2-FEB0639DBA5C}"/>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4306574-4ADE-4E52-8A26-0EFCA113CF72}"/>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93905100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36C9EF33-7876-4BEA-B7F6-89F1CFF0B9E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869DD02C-662E-43E8-8BA2-75A9C75B06D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30923971-EA97-470E-9108-4C0A3813CE4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8B95C8-6A1B-4669-B941-E86808EC1BD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26C401C7-5FA5-406E-A8EE-680F37F8C0F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1ED0C51-69AC-4035-A3F7-BAF0A3B803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D842C0-F719-4D73-AB26-D4E75B95FC8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E85A6B2-D049-4840-997A-880F0653804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7FFD2D-4939-4F12-B603-C48EE2DDA3B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CAD4D7-32D9-4186-B523-CE2936BA751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0A0D43-7890-4CD9-8F79-F7C27D5E9C8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0498F4-BE9E-4303-BB72-2710436073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A06F2F1-AFD3-40C0-847A-C630C519E15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80EA3AC-2DDA-43D0-A60A-F7541D16085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EA5FA83-3FAD-49D4-B99F-2EE3DC42A35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D2C1A3DB-8FB7-4ED8-BA0C-499FEAB6A53C}"/>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5AC594A7-F34A-4705-8998-71A2F12F6B91}"/>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B1427734-3599-4E0A-8DCB-759964CD0CB9}"/>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5045AA2-EDCF-49EB-B2EB-EDA838D073D5}"/>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01067025-F4B5-4E64-BF72-508E77E1DA58}"/>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7771CC9-8979-4907-BF6D-AA04AEDE5071}"/>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2FC89BB8-59BA-41E8-8956-E1BB2CD74B03}"/>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9B5F3458-E991-410C-81CF-728D2BA72114}"/>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63A3A90-46CE-4713-B4FC-E39EAE6E76EA}"/>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4A6A982B-C5B7-4716-8F3E-47D30840BBF5}"/>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6CC84ABA-9DB0-4D77-B2F0-0B3957F24746}"/>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FCBFEE16-EA67-498C-89B9-DDA9C17D22C5}"/>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C3F22193-B20D-4414-AA31-A47F153C2683}"/>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F3651C0-A5E2-486B-A770-65CBBF678249}"/>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5AB8C991-FD3F-4130-A212-D062FFB5BE49}"/>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CA14AE7-CDEA-4304-BA78-1648BCEA1D93}"/>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432D3C1F-990B-4124-B67E-6F6FAB4E6C2C}"/>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2A9DAF5F-814E-469D-B698-642B4622AA12}"/>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DBC1D25C-2E96-40B4-80F4-DF30B4020E81}"/>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1724AF77-4E8B-4B87-90BC-B5D7E13FD7B5}"/>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314E7278-CA3B-4982-A5B6-B8A962EFF4FF}"/>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61481B28-ECAF-4A49-B517-62B65446DB0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5533064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1205541-2B98-4171-9170-09EB0A98984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7C0D39ED-B2C3-4EFB-8766-F52365140A1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3D6D3365-AACF-434B-9F30-EF873C954A0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E9F595-0DF5-4FEE-B7B8-DD3F946EA4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B09DD384-86F1-4857-A03F-A0036F6C9CA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4AC249-82D7-41EA-9C46-E8F7F1CDADF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DA809B-2061-4FB3-A710-ACFFE684C4E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FB14BF3-432D-4584-823E-A67DE9CE0ED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46F909-B241-4A22-8CFB-E4AB8D0C203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193347-9BEB-47B3-98BB-D3E7463FC8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CF5CC18-E07F-404B-9DA3-A758027C77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A6330D-E3AE-4780-B68A-E31261B2B90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A16C7F-E294-4F5F-AE4D-4DD37EF2ECB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E02F535-EDC5-4E40-BFBA-DA6BCE5D011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95C8885-491A-4F1B-B178-260709C723A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6f7565f5e2e4f62"/>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212600375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52C73D4-A60F-49FE-BB54-1DA088563BA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7E6F459D-3EE3-4D9F-9CE9-F5C1893D72A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9C83F735-4B37-4C8B-A6C5-3BD5E9AEE3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6B345C-34FD-4935-9233-AB761EB782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80EE04A7-1FBE-4B97-96EE-38EEE3AACD2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197C02-5C0E-4F5E-AB52-261EEBF649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48457E-8B09-4B47-B06E-6F7348E3F0A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E85074-678F-421D-B890-604E87450C5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D5C51D-56CB-4B19-B627-9C4CD85D06A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61F620-BD36-4C52-9E0B-F28F887875F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0CB834-785B-4A36-85F7-3E9768ED84D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8FEC0F6-D4A5-4AB1-9C1B-7727224B148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14ED32-1EC3-4533-8046-A88AD99A75D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A803FFA-EF4F-45D6-AADA-F616A337685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253353-84F5-47B9-9247-EE08C6DDE61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C240C55D-A29A-422B-B3CD-B35F46D089DC}"/>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1f7588cf9fa84478"/>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3256DDEE-ABC3-4781-BFA4-0FD2730AF65F}"/>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5AF0D4F5-F859-44D4-B8C1-AC8E94CCE148}"/>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0348FF6E-1CC3-4490-A926-4A75EA8FD96B}"/>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4F895896-2BE0-4BC0-AEF4-71490D0AE2F5}"/>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15C369F6-08F4-47E0-A904-61255181E763}"/>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492AE3D-5D83-4503-87D9-EED3159BDEF7}"/>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3E88EFE1-E0B0-449C-99A5-943EBE9A3F6F}"/>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E6FB2CB-D615-4079-86A0-6A04EFEC3B33}"/>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8BCBB52F-3897-469C-8151-BA9413ABA0DF}"/>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F632069C-44F3-4A32-941B-AD5D603DA509}"/>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D137257-6AFD-4C64-8A1A-EA44A5149540}"/>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69974274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4290702B-1AFE-4B77-9258-2A1A56CA1D2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F56784CD-D4BE-42C5-9522-10DC6D93858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B29C44B1-E48D-4FEB-8B8B-88CC3862A3E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ADB8B8-041D-40E5-979B-5391ABE889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AC8C61DA-2D81-4415-88D6-BFB981CDA30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A19D2A1-ACD3-447D-B217-B5148B6938E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5D9FFFF-1E0D-4847-B2A7-BB64226E562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8A3F60D-4E1F-4B8D-B977-A88535A4DC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60F048-F01C-42AF-9377-75E15F9EFF0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93CA982-F38C-4557-9FFC-3B1F222B301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9B86BAB-9475-4F01-994B-4D1AB03587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7011C0-1F5C-4A2D-97E6-46421636866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3CA99F8-D68C-4975-BE75-01260353810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1C2E537-8F08-4A12-BFD8-1F060E005BF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186127A-F02B-442E-BA8F-9833599100F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D924660D-8E26-41C4-9CB0-6539170664CF}"/>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C860B462-9FC0-49FE-B1B5-600058546364}"/>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DAB4C00F-5E2A-4C02-AA29-12E243CD7608}"/>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72DB249-C591-45E3-B096-DDBA51A8720E}"/>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C4E1E41B-DAE3-40B9-BDFA-F6183EE35587}"/>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D435216-03CC-4540-A327-4A330B317B11}"/>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E095707B-67D6-4FA0-9FAA-ABF18F3E9145}"/>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643019F-8231-4B95-830E-ABD5E339AE6A}"/>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5ABE92C-1F51-4B98-9E58-2E448DB69321}"/>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B5DA321-9984-4304-94FA-39FB136B8C2F}"/>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C330508-F739-4482-827C-F9994226A1B0}"/>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A91B7461-D8AA-47E7-A92E-4C88C8909CA4}"/>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B35A7D0E-4A64-4E43-8330-DC78C79E8DFF}"/>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FE03C05D-D9EE-4900-934C-F3681915B40B}"/>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9C5AF9B8-8D8A-47E9-9268-41873A5ED141}"/>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0128F47D-7A60-4E71-92D5-0001C2716FBB}"/>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817192DF-D3F6-4B3D-95D4-373D07B61796}"/>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0E8D24E1-C9C8-4B2B-8FCF-B5ACE2446C59}"/>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EB4B75D4-5933-405B-8696-15CBC0DD6A84}"/>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B3465D43-FC90-4E5F-86F9-2F5A85F939B9}"/>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AAC20AE7-B821-4B83-8763-50613DBA00A4}"/>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58DFCF2-57F8-4FA4-9388-0EA9663C9E02}"/>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50F63CA2-91B6-4FD9-B736-4F7DCB6226A2}"/>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8E924606-7EFE-4305-B346-04CDA4C8014C}"/>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D82E38F9-D798-4447-AAC9-836D248D8DD8}"/>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F39B1940-892E-4EB7-B682-0A13F157F4C7}"/>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6C6E811B-61CF-4E72-98AE-4DEE0DE46970}"/>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3B7A0D7-0F4B-498E-96F5-7169F4E559F4}"/>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B0B581AB-74E9-4E8A-AB8C-B109EB097D9F}"/>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251FC20F-2C73-4072-85C5-7B1460530A21}"/>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616BC9EB-0E82-44DB-8A76-7D53EA4A959E}"/>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6575A193-CAAC-4D0F-A86D-1EF270DE7AD0}"/>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4A02F88F-8E18-4852-9146-5B10EFC25C23}"/>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6BCE55E-F5B3-4CD5-9B33-D6CE6998ABA8}"/>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2235537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5C466927-3C73-4ED7-AB33-4B0330B26C2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83D58DC0-B651-48F6-9CB3-0C0409881E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05A34480-57D6-4DEB-AD49-E0966627AC8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5253134-BC72-4C9E-B3AD-599D61C9A9C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0FCE3250-FCB7-4D88-B37D-84278FE993A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AB10A6-0660-4651-BEC3-3A88F5E45D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EABFA8A-AF05-41BD-8D0A-B4A72E8C426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5AFE9F-2C40-4436-BAF9-B26C21BF978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F4545B1-3710-40BF-ABBF-F827D0D00F8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91D3B6-F062-416A-BF68-8C0A115750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45D2989-97DA-417F-9428-8901EEFA4E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0A8DC6-2DAE-4EE0-92C4-1DE4DCBE6B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23451AE-C27F-43F2-9951-94D1F8558C2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000F223-49FA-4A17-975A-3956FBC303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56D1C80-1741-448B-B812-2A4404B49EF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3FBF790D-6BFC-4296-B7FF-B7738B972E2F}"/>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C16DBEB1-8132-4C98-9246-9C4731B6A76B}"/>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88C72AAE-EE33-4461-B6C4-9B6DC0036459}"/>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21F0E15E-5D25-450F-9DC3-E4CF0FF9E7EF}"/>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524266B2-DD20-4063-AAF9-05D0EDDDFEDB}"/>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77E70ADD-6505-4CAA-B0E3-7013AFB18AE7}"/>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8125686B-8689-4BFA-A56C-2408A4DEBA45}"/>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18EE2D27-EFB1-45E6-8EF3-7A0FAC47C580}"/>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F4D6BE0A-0600-47D7-A713-205737A28EEA}"/>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D5DF1483-8748-4874-BB76-6176EA978375}"/>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28E0AE65-7C4E-4223-B8EF-FAA53762FFDF}"/>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F7E4613A-A76C-4F10-9EC0-9DC24F2C2401}"/>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8AF428BE-102B-434C-9D41-C1E204782EC7}"/>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C065762B-4AB8-4022-862F-2BC14C2E8F45}"/>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6C2810FC-B9E0-4197-A38E-147CF79A2976}"/>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EB55E9BC-A60F-4805-9860-16118E3AFA40}"/>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6CC27F65-E32F-478C-B263-4A27BD4555A0}"/>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96AD1113-1165-4846-B025-C4EDF79487C3}"/>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DEBCAFF4-5BB4-4038-BDB1-E82D9017F4AE}"/>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7BC260B9-D88A-4161-BEE1-A9561C9414FD}"/>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EE1D4423-E65F-4D76-8773-2A4ACEEF5D20}"/>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7495DA40-8722-4695-AE33-60BE18C8CA0E}"/>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CB6077D0-613B-4F4B-93C1-011713BAF0B2}"/>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A965B557-34D4-45D8-BA50-371ED5EE46FD}"/>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4AAED894-18AF-44E1-AC7F-8A1A5E50C9B2}"/>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A54145A5-8A77-49F1-A89B-E0449DEAE0F1}"/>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120FBE13-5279-408C-A1E3-B6A2514FDB25}"/>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F6216FCD-4450-400C-999F-2B4B915088E0}"/>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FBA459B7-8C82-4BBE-BB62-24562542BF2F}"/>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6BE2B400-A9D7-4F31-9F02-4BCE8D1E2BD7}"/>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F958AF19-387E-47C8-8DA4-F8517C7C6BBD}"/>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CC9BF706-5095-490C-AE2B-C2EFFFC2542A}"/>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5A886E56-D1E1-4EDF-A020-49C112AD1D61}"/>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64048AB9-7735-409A-96EE-FB85B7A2AB6D}"/>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9C741CC8-0B7C-4BDE-92C4-92E2B32348F8}"/>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3ED878CA-5DA0-451A-B0CB-F8B855D83A39}"/>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BD59F2F4-F758-419E-A3C4-C30C3BF8CDCE}"/>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2CE90214-B329-41B8-A407-AD2BBE4D89F2}"/>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671BB33A-D6DE-4038-8CAA-5F6FDC99AE57}"/>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4418605D-6AD4-4A3D-B1EE-7E5BB39B0898}"/>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3B197D20-83FF-48E0-8E38-4E03996E5F31}"/>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FD728D0D-B8E8-4D29-922B-D8E7AB10A341}"/>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5AF9E5BE-8884-4CA1-B9D2-7C9BCA8A6B58}"/>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CF0A4149-8ABD-4C7F-877C-A44C77435DD1}"/>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EF7695A3-A035-44C0-8DA3-7CC5A56B940B}"/>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EA86F7D9-2888-4B8E-8B1E-CE0896283E91}"/>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871CBA78-20E8-4A11-A88B-671BAFE4F930}"/>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850142DE-9B68-4EEE-A91F-F3D5990340A9}"/>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44008645-EEAA-4897-AF4F-B2B6835264EA}"/>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09316EB7-BAB1-4315-8B1C-5C69EEB211F6}"/>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ECCDB466-87ED-402D-ADE0-0D331494C787}"/>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6E21261C-5DFF-4D36-8E95-60395A302217}"/>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7D12C86B-B9C4-4C2D-BE20-D58ACB10714A}"/>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EB3A2681-EBBA-4CC3-AB21-DDCD0DD06055}"/>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845786252"/>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FE637E6-5881-428B-8FE1-9DE3E4F4EC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2CC9469F-D13C-49E5-A3D7-4A4A5D4ECB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7B3E88A2-8FB7-4BEA-A078-48B87F7376E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9F05E4-7F01-44D2-98B1-A397AF9A7EE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63348907-99A4-4204-920D-5E7FFA4DADC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CE54BD-3AF9-4EA6-A315-84C36DD1F93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73FB8D3-6503-4A2D-901F-E68D7B2B175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F6D0F18-A67A-4086-8C28-8F6D1DDDEE3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17946A9-1F43-4F75-8B41-46A78DE1CE2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083ADB-35D2-438A-A029-C0DE1BE373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CF963C0-237E-469A-91E5-AF12D55AB0C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A88D63-44A3-4397-BDC1-8C3D08494F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3D0987-F353-4A64-BE63-6A03A0B8729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630DBD4-48E9-4C4E-9349-815EAF2A467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142D683-C95A-4E0D-A1C9-EFE7C7B94EE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504F420B-1FF5-4FE8-9B9B-020CFA8614B9}"/>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55D2E860-3BC7-49EA-9386-1CA15651C7C3}"/>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2670EAF9-F2A5-47EC-936D-2B8BB390C593}"/>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003AA5E-FB75-4A54-9974-3BB3DEF44A0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6917492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FB74A15-19F4-4793-A58C-F631E5D20E4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0D65A320-FCC2-4677-9FCD-AD5ADBAEB2C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35F9384F-8D7C-4B72-BA81-94C9B109ECF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8E78775-4DAA-44F9-8F15-AD4A768DCB2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A30222F4-FA73-4CCE-9EEC-C557F85EBD9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4FE984C-63AB-4E44-8DF6-738AD272B9B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D828255-A9C2-4B72-8D6C-CFC1A868AFD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102514-6513-440E-8448-EF6CEAD1F99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29D98C7-E71A-47D8-88A3-7A690370BE9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90EE73-A37B-4BFA-88E5-1C59B94DECF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8EEF24-3415-4114-BA85-D18E4D816C1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6521AB-3242-4841-9B1F-50E3C5CA729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3686A52-2E0F-49FF-97EF-A2E258D5F12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5568CF2-7BD1-4AC4-A1FA-55D55078D6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4C3A1D7-9331-452B-AF48-1F4FDECD633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def2b630a62465c"/>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0A8D1473-62DD-420D-AA34-B93E72AB0B60}"/>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1D44E679-C198-42CE-BA2C-FEE7F9ABD610}"/>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E86AC486-1282-4609-B37D-326302884689}"/>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6AACE8C9-E9DA-472C-9DEA-DCDE14266FF1}"/>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B8931195-863E-483B-B3F7-544C6E8BBDA0}"/>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DD4E3F0-0991-4974-81FF-7131DC7F2205}"/>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58460615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6A32C35-5EAB-42C8-988C-8AC9C7A68DDD}"/>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9DA7B4A4-1811-4F8E-A679-B442F2F239AF}"/>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1E8D4416-9098-46BA-917E-7177A76017F5}"/>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A57FC8B-79CF-43F3-86D2-286D339C5EA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4721B161-2EE1-4AF0-A605-873452087050}"/>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BE723F46-B4D9-4195-92CD-4DE05DA43FCA}"/>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58E3958A-B7D5-4304-B0A5-F5862FA0B461}"/>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49E9CFF9-062E-4792-A244-EEA2A83F154F}"/>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2EB6DC5-554B-44AB-B60D-0E3B57F175A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7FEBC91E-E678-4E1B-B434-BA5688D48216}"/>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A669C324-6A50-44DC-B06D-C0B7A89F69FC}"/>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9B285AA7-1BEA-4610-80AB-61DB1CDE3EF8}"/>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31633B7C-0907-4594-84AA-EB2C0150DB9F}"/>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8BF5CAEF-3AA5-44C2-9E91-9C4C7B21113E}"/>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4865B2A0-4FD4-45E6-8E2B-88E657FA145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AEEEC09F-9848-4EE5-8535-10DB1C3F7E5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D0B59952-2B4E-4DB7-BE8A-9E36620B38D0}"/>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3D629412-885C-4198-AC04-18059AFDE44D}"/>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A72F7CB8-4323-4911-8409-263EB37A2E64}"/>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E4CFBC4D-9E93-47E5-9340-2BEC8F68C359}"/>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21E237A-9AB9-4A6D-99A8-66D78B17DDE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3CB6D81E-B190-48DB-9B95-652A1A2EC55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89AC4A5-EC2C-4E55-A206-E2D933EF24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2170406-DBAF-4980-B57E-5EDCFBFBA75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FE18017-D3D0-476D-A634-DA6EFCA0DC4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C6712747-CC0F-445F-A494-742063BD1C1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0CC191E-6639-4678-A6BA-A6963A9CE92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5614E021-48A3-45C3-A893-B8020F0EC76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8AAE5D2-149D-4A19-9A31-645FE11709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BC7B29A1-3580-4A42-A98A-2EEF9EC10C3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3955B96-37E8-48FE-8BEC-40A2A69098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93284168"/>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6F7C0CC-D4F6-4625-976F-0CD1AD3131F2}"/>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E0839D67-0E03-4205-B19A-F0AAF78A6C00}"/>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A01DF0C3-2976-4496-8379-171027F8052C}"/>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031D97F-0274-40E5-B635-ECE6D4A3A61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EB62BF9F-D68F-4FD4-A88C-647E94CE2F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A3B9532-AE95-4AC2-B89D-5FC9E972D50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C73373-B675-4340-91DC-E274D55402A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F07FE3-7518-4F81-8B7E-408E268BB5C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E443941-9B4A-456B-8645-AD14BF1553C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115970-5906-497C-B8AF-FDBC839D439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78AC7A7-3309-4D15-86E3-D966DAD99E8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F190F2E-8DD4-4AF8-A4FB-BFF0E3A1CD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48F2A30-6E1A-428C-86A0-5931432724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5C0983-288E-441E-A72C-BC205B454AC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774096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D46EBD0-2ECA-42E1-8793-15FE384C81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0353E871-1AE2-41CF-A323-A40D345E4B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10F9FDB4-4D77-4F25-9A04-F51EC9C15C9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513F520-ED0F-4E1F-9024-337A932842F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E67385E0-7E62-4AA4-834B-D2A1B460138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AA747CB-362E-47F5-A9F1-7E7E41B1288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95F379-F0C5-4445-B5AC-951FB443811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191CE2C-1F83-4545-976B-D3B3080A165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EBA0E45-A687-49E8-8FF3-6D87412E78B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599F93A-ED68-4432-9FC2-9B5197A32D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36B54D8-97B9-4BE6-83D0-A2CDE440D67B}"/>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2BDB4FE-B990-49EC-9E8A-BD97527E18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EAD4ED7-7355-4A6B-A982-F1CC0F91355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1D9E5C-0298-4E22-895E-098FB7886B7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B077FA1-9874-49B3-BA32-20C798583B94}"/>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D01C37DC-F2C2-4C49-BEDB-E2B70F367C1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17317F0F-166B-4307-8134-3791CCD8696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75265565-3669-4503-9488-712AD7615B4D}"/>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C44C2C07-B6B7-4775-AC1E-44191F65D2F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3F8F155-6E77-411C-9B16-358609F2356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827926003"/>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2EA3728-BFA2-4533-AD4B-7B43010483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1518A8B2-9CD8-4EFF-A8A4-BC4851D6BF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4FA22789-D7CA-4805-B670-9C32EC4BF65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CF2580-B214-49DC-91F9-A0634842919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6DF5EE64-3F29-4345-9D5C-629061D1FAB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EBCE938-223A-47EE-A5FC-221B7187F72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985F858-18CD-4525-9300-7FD33B2F0B7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5C682E-9466-4924-A054-507D8B4CD16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C8AC78E-5C28-417E-ADA2-A0147E1E915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3E9FC64-2AC4-489A-8C82-DAAFEC276D6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D5C4333-6795-444A-9DB3-BDE9DB7EE96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A6B041-350A-4CC1-A395-290FA3468D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504B5E7-B79F-4E22-9F98-CCD3D4333DF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CF1291C-A53D-4E21-BA8E-F5A5C41F7ED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04C0CF4-CD83-42E6-B0EB-EFE7F7DE14E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81772A07-7DF1-4399-B7D9-497EFD2FA0AE}"/>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9965A950-EDBB-411F-AB60-325A4C502937}"/>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984A9482-B38B-4F4E-A240-A1D1113E5CB0}"/>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054480B3-4955-4079-9AC3-DE75EE36E635}"/>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7B7C2FE-0ACF-4F94-A78D-335619F303D3}"/>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117AC177-F565-409A-BB8E-0083711EA0D0}"/>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462527D7-885B-48B5-9C1A-0A2E90ACDB5F}"/>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BA9F2EFE-1138-4935-968D-805F89A65519}"/>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9B5257E-4E9B-4DC3-B18D-FB307230913E}"/>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A46E7503-3CD3-4EE9-BD65-56B3CD77239B}"/>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82E4475C-6E02-454E-856C-C70BE7E19FED}"/>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F7729F5D-FAAD-4A4E-875C-50429ADA8FB1}"/>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313D1BD-2BA4-4FFB-A4A7-739A4B10E14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984396EF-0DB5-4682-BC59-189D2092BF4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23882001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C967E54-6908-4712-B37C-F864EFA9FE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AE2C1DFA-CB1B-4A02-A206-33A6CB3736F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B67CDB4A-5CEA-40F0-94D4-217FA80148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C2D7F5-A2D0-46F2-9EC7-42BC5CB1BDB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78A04655-8242-43D5-9192-75CB5C0CD75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E22BE2C-A7E9-4D6D-A95A-4F190DD57A4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7F29650-014E-43E1-9FCB-4571F9278F4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E86C2B-DD72-4921-A899-9A887F35CEA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E4FC692-DB69-45EC-A51A-ADA2E71C5E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B76873-5127-4E4B-8F7F-A89AF4EF783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E79E84E-9032-4D78-BA32-55662F79DCE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CA2F343-F219-4C38-976C-8B8D7CED30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C28F28D-1BB0-4A84-9E4C-A81B93C0175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974E36B-892C-476E-8970-69266F3B98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BDE3ABB-A22C-46BB-B50A-A0FC009031A6}"/>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52D8B496-9A9B-486B-B64D-E54005E7AD51}"/>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34D25CAA-843A-497E-8933-CD4C1DB673F7}"/>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BBBAE69-4E79-4A73-8CCF-8F031A3DA740}"/>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AB5A92A7-34B6-479A-8AC9-4957C0E92200}"/>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8B7AA7D7-E92D-43B7-A7D2-53C26EF7F33D}"/>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BBE8170-FAC6-4301-A747-310AD541E12E}"/>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A4385A0B-297A-4A98-8330-424649E5C227}"/>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DABEC833-97A6-4AA8-9C26-62BF7B9B81F7}"/>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FAB5DA0-160B-4C80-A1D3-C6EF8123B90C}"/>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5A0D32EB-BC8B-419D-8F7A-389A28E139D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305396705"/>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86E526B6-F5B3-40F9-979E-6CFB18DB40C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7C1C18B6-D66F-4D23-9743-AE938039CF2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1047CA69-9190-4049-9F82-A1A5A036AC0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33CF3D5-F14C-4FFB-8D63-F2B61F94315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F77E558A-48FC-4BAE-8A71-62E070639F9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4E6F153-C39D-461C-8830-0D6569560F4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CB9DBE-3673-4A89-B263-95A10B1C70A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98675E-42F3-40A6-83AA-0C7A7540B7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4CE758-1224-4CE6-9DD1-42379E77279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617FDE-8E41-418C-9BFD-81577B742A2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D1189CC-8FCB-4906-9C49-ADE0D713B60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EE72C1-D3F7-4ED8-9E0E-98C3F4EB925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4600217-42DF-4FDE-B88B-6B3898D4498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4037B17-6955-411D-AAB8-87F8A11F1DF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D91B06F-FCD6-4EAC-B9E6-E8E083107A8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95053250-DCB4-4196-B895-A7C31E0B94E2}"/>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B48C1393-B56E-448A-8233-B5D88662C814}"/>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73170AE7-CBDD-4BE8-9CDA-CA0166F36DB3}"/>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86DC2D2E-7E4E-4230-BE3D-15B57B44FEBA}"/>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51543B1B-F1B0-4BDF-B30F-71BC893C5504}"/>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9E45C1F6-117A-4FC7-B6A1-166162248CE2}"/>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DAA13FE3-4D13-44C9-B917-7E241B8FFFCF}"/>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67D1D6E-3819-4566-8BB4-BC6EFD9B7487}"/>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91BDF8F-A013-44F0-A7B8-3E49BB0F4E89}"/>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637E926-909B-4478-98A9-9DC251D13771}"/>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8F92F65A-4B5A-4534-BAF8-8C9E869911A2}"/>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10C891B2-435E-43B6-8A77-6D5CBCA444EE}"/>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BE970410-DA71-4C85-8BF2-9E5F75538B3B}"/>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19E7F919-333C-4798-8091-FCD6F497E6CF}"/>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E6B42B9E-0884-44AA-B136-2CEADE48A7A2}"/>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09E55F6B-CEC8-4E9A-BE8A-E8B06DBABFCA}"/>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502AA001-A0D4-42BE-8C21-B663D2F6EE6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4FF7D39C-3BB1-4E37-B3CD-478E21B35A7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74197897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D11DFD0-6B42-4968-B200-219304BE712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62E52009-515A-4B0D-AA18-F72BC3D450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C72462BB-A36E-4F01-9FB9-B0BFCC639D1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D4BB52-B7F3-44F4-B1A3-3725C5F833B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7B02FACF-1B18-4C38-A1F9-24946E3A45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9C2DDB-83D4-48D1-A5A8-4424AD186C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95C282E-E3DB-4B2B-835F-BA3DA602CA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055AA5-BAF3-4E8D-AC9E-92E8CC92207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AC86A9D-F438-49FB-A337-10A35CD16F0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283ECFB-206B-4FC8-B451-2442D12CF3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1BC5AC-F5C4-47B7-8FA2-98AFC559FAE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F1D30E-F889-4CC8-BEC0-F641C8BF04C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4BB2B55-E699-4735-8823-4C32691A0B0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D53FAB-854C-4847-BADC-4EBB2BEC29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E41A2E-41FE-4A35-A041-17F35FA77063}"/>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E55138EA-5581-461E-9A24-CB6121BC6C7C}"/>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65563AE5-4869-4383-81AB-3479EDE78BC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B7A11115-CDC2-4A8D-9998-B59CBED701DC}"/>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C14287B4-244E-4AA2-8691-D0397A6C2CE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16EEB4D-89AD-4832-BCFF-B3D367061359}"/>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13650124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E22B870-4819-4157-B3AF-45179BCFB0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85566551-C334-41CC-BC44-86707E405A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D90C6345-DEB1-441A-A021-9B87DB26679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0BA256-2DF4-4C22-A0D8-735E6254E0A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A1A5F328-874E-416F-8EB6-C10C2198F7D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DE562E8-40D8-46B8-A501-1563C754235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E3214E9-0376-4795-BA33-7A628AD276B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C6E397-B213-4245-A9B2-4B2AA9D7611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08DEE1-AD52-43FC-BC10-3D34535E916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5BAD41-3AD6-4538-8B7F-55D8E668049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2CCE498-E7E4-41D8-A157-B49ECAAAAEF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F692712-3A97-472F-B28B-990FB279A7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666FEDC-B532-4875-A76B-82233EE9BAF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FC82A3-0E29-4A86-9976-A5233025349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45B04E4-229B-4F77-A454-98B38FB01F5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767FE6B4-B9DA-4003-BA02-79555E0119D5}"/>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588EC709-B9A5-4711-B7F5-7421337AE8DE}"/>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76463B3F-BC89-4C27-88BA-17A57CB62A45}"/>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3218456-8766-4C9E-967A-67D7CBAD3514}"/>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6363F0C2-A80A-47C8-930E-50B71559A0DD}"/>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555E2F22-A0F7-4611-9290-CFAE936DF8F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E230353-509A-4DD9-A64B-677177F78EE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21712058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56A93C7-D60B-4A1F-8593-A904413BA55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6CF5B328-F872-490C-8734-51B4D7368F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14212B02-F43C-4032-85E4-B6404BC69EF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D4EE37-DFE9-4E47-B9E6-31CFDDF6ADA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889015C1-E142-413B-B46B-A34E9F5864C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38DE6FA-8855-4ECA-9689-3E4287A8B7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C68D7D-9C76-4896-880A-DD573D1BC13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BAB8D6-5CBB-428B-A225-5BAC5B66C28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6BA183E-8C18-438E-93D3-FF848551E0C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ECFCA2-13A4-40BA-9422-98CB1F24DE7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EAB7254-4FDE-42F3-8CF8-D9F48071357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9351D87-6279-46DF-A865-FE444A2E2D8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57C2B29-2EB3-4986-B025-2676AC2E195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FF6B49-DF2C-4EBA-B2E4-2E315973D1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A758F5-B7C2-462A-9C29-B0BC6FBB7C9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13B52483-469A-4516-B4B3-9FB0EB4A77C0}"/>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20D6BCF6-FEE1-44B6-B13E-83C501259767}"/>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ADB9A7B3-C83B-4AA5-9A1B-3605C6D433CB}"/>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009E074B-1AB7-49DC-88DA-0A80E160E0D1}"/>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D2382F75-8928-4898-9BEF-B9861836EEC7}"/>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D1F9175F-966F-4F3F-91E3-6AB7E8D6869B}"/>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BEA8066C-D099-4388-B2F8-64D1530E7B5C}"/>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5659797-04AB-4AB9-8B6D-FCAA95D3B9F0}"/>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474DB3E4-9AC2-4B18-B28D-907DC9EE072A}"/>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F4B9B560-79FE-48EE-891E-BBC21EC52570}"/>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8D5BEDF1-488E-44D6-982A-FC3C31BB9BF5}"/>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1D4BE73-AA38-4DCA-95C2-FCA6B6B1F337}"/>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62C06688-D7B6-4381-9F30-B01BF7B8A9FC}"/>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D7C4EA1D-4E09-4B56-BE21-022A85F21FA2}"/>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63E7D604-FA16-443E-93BC-19774864A743}"/>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AA48B70-8B0D-4C1D-B72D-895DAEDC204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F81203F-BF8C-44C5-8E68-51D34839A76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88822617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C2F0ECB-F7A9-4DD0-A014-C313512BC0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B5DF366E-FBFE-426F-B2CA-93B2A2EC8A2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E6AFBED5-70F1-486F-AF6B-B728935E474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C90F12-E0E9-4A8E-B449-A027160B7FC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6C471C82-FC7D-406A-A320-AA13E88D64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38697D-8214-439B-83FB-9358F175EB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972F12-98AB-4C15-AFEF-BFBE2E67312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FA8798F-61CB-4D76-8800-33B475F4F76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12699BD-56E0-40FA-B0CD-666F0E2014B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B9098A-845E-4B8D-AFFE-0BA5E5531FB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8E9A64E-7416-4B0E-8EBD-AB60A2511C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560D47-261A-488A-922D-437BBBA8871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3B5CF13-3C1E-4289-8072-10AB2CED381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42897D-901E-4854-8CB0-179945E6F6D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33787B8-F1A4-431B-9E82-5A3FB1E1986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52A99B09-FF4E-4A6E-B5F6-717AF326DEB6}"/>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EBA10C79-9C72-4694-9CCE-1CB80A2E0C0A}"/>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D1A199AF-C016-44BC-806D-E1664FD4D393}"/>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337B49F9-F63C-4860-8D6E-3DB5299E2AB0}"/>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5E831D71-5264-483F-B14F-0F10DE5E9CA1}"/>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E7E135F1-55E1-468E-9C30-2A9C343F192B}"/>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01912D7-EB24-4B60-9595-69555C185FC6}"/>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531FBEC6-F7AE-40A3-BDDB-3BE4759D4D38}"/>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A3B8CD07-9F03-4CD9-B9AF-075F4F0EB35B}"/>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60411F66-C2A0-4CB1-A654-FC6CFCEF904C}"/>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DEFB24EB-42C8-4097-B98E-9C16199F6181}"/>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8E6D15E7-7D96-4CCB-8520-BD9BEB8D2DED}"/>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9B1C2B95-5A0F-4455-B338-DEACE656AB71}"/>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0DCF22A8-4D51-46D9-97EA-66A44499F131}"/>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FF00AB7F-ADAE-470F-A34D-F58B746080DE}"/>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909DE00-B24A-45E2-BF0A-CEE8A16B4F80}"/>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42103A49-290A-4EDF-B8F6-BC37B25DDEA8}"/>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63D37BF-40CB-465E-B697-DE77365F7901}"/>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0B46D19F-49AC-430A-A470-ABF7D5A4AB80}"/>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6E9576C-ED3C-4C66-BEAC-007B05BF409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200740815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3F51A7E-C8DA-414E-9461-F4943A6B08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7FBE78F9-28A8-4878-8623-FD672E9A57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0D2F7A83-0AFD-4464-A06E-8E797B60B23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AFD2FE-6F36-4582-AF2F-9AF9ADE81A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E921D9A4-800C-4CB1-AD14-DF77E3388A3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DCA6CF-A957-479C-9060-9679D25C28E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80190E9-01C7-4F6C-9DC6-F8F34BAFE0C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A8AB27-81CF-4129-88CB-5C93FE5C71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D2D3730-436E-4B98-98DA-94FCD21DADB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D88AC1-8A27-41C2-9E28-65416EFC7E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C876D8-565D-4514-BA5C-73871D76CE7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CA8541-14C8-4756-A1A9-EC69CD176A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EC32096-ABA7-45DA-9BA5-31F05277DF00}"/>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006F3B-4AA3-4421-857B-DA416CF6767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59E71EB-8DFF-4DBA-9735-B59F1334766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8624BC5A-4DE6-4279-9F85-29B2C4FC8436}"/>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B6BD68A3-2315-46C1-A2D8-D0A5B074D024}"/>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10A621EE-3DCB-4585-B870-733B8F110957}"/>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13F7F48-42BF-4FD7-A1DA-9253BAA2D9B9}"/>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8024F1EA-6F63-4C37-A554-4A46B40262EB}"/>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252AC983-CE5A-49CD-BB30-DB0544332920}"/>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39C8EA7A-C339-4A17-9EC6-CD3AD0BD4A8F}"/>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9EB52A8A-382F-4948-8C45-F7C0D5E829DF}"/>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7FADCF8D-B2D0-4DA4-9A4F-E79EE28B375D}"/>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657579E1-5679-4440-AF90-5BA4A8B11BFC}"/>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C46A4159-F66A-4D16-846B-322E2E086574}"/>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C7CC9D77-A15B-4AE5-91A2-BDA80629C316}"/>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8442E27E-B84F-486F-B593-CE1BFB06F7C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26E92B3-3CEC-4593-B595-373A2AAF3E2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603348672"/>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F346EAEC-8697-4864-964B-E88599F8953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074BDB6F-16A3-4E79-BFD3-4AF604B4B36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4E11173F-F3F3-4261-B815-840053EA9E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1AF0AE-5550-4379-B44D-26F3F617A01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E1EF688E-A55C-44C4-903D-C924E77819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2E121BC-F3D7-4E61-8736-042E9F5D69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9F33ED8-3F5F-4D0A-967E-547E43EA33B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07CBB94-FFD1-4E21-A1C0-76141FC59BF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CA83FD3-0ABD-4BD5-9A6C-A58012D7B68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E3ADF1-9C6C-43CC-82E9-91B448E9906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52E8A9-BA65-4381-9FA3-C9753D4292C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CE5CC6-992A-4763-BD6F-4F2DAA79BE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5877B00-5270-4F55-941B-C7BE9EF2B6F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B99D777-F5AF-4E76-B6EC-B1A57A1261D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56482A9-C9A7-4360-A62A-3D07B4A4D1E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AE3878DE-8E4B-47C0-88A9-CAB7C175140E}"/>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ED405A76-C36D-4EBC-9EC0-2EE3A6DD4312}"/>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EE2ABBD1-B34B-4538-A89B-616A3E6B657F}"/>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EC8C9B37-17FB-43EF-A081-3E4590686614}"/>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863CE67C-768F-4B5A-B67F-5B290499A027}"/>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C0C28BA3-7920-45ED-9FF3-B2C3DA3DA7B6}"/>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AA032B02-4D8C-4AB8-9471-B9FD5E992364}"/>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BF7D76D-1A38-4D9B-9EF1-CB4D0C8AD96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2FE7200-7304-4008-85E1-805A969F5BE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60707771"/>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FE1514A-3920-4F24-98AB-8E3CC3055F3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E12B21DE-C16C-4C0F-95C5-D80B967FBF3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131FB834-FF36-4373-A3C0-22C40A9BDA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8CD506C-2330-40D8-AB60-F1DED56AB61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6EFBDAE7-FDB7-4AD6-A482-CE9EF9C17FD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9B53E2-80D9-48B9-97B9-25F6853B6F6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28C9732-3EBD-428F-9249-6E34AFA9299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EA1971-7F89-45EF-A475-029160FEA3E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1DE0780-7D58-4B87-9003-207164BFABC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E5A67D-4317-4D73-867A-A25ABD26801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0A22A2-2820-4ED9-9DE9-73AB57982BF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62F9DB3-2DB6-488A-BE51-7F8E79644EF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B72CD45-7A65-400A-9761-08A5FE0EDAA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D2EE15-3533-4210-B40D-FDAE0E61483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7CE46BF-E804-4088-B46D-E69C8372439C}"/>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26C05771-573C-499D-9D8C-E5CAABEAD048}"/>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43DA9B7D-EFCA-498D-9CB0-F0410FC598B5}"/>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CA9474A-5C9A-48CB-A506-2EBD6FCBDBB1}"/>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43D3C0C0-503C-43B7-889F-823EAE429C21}"/>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E4BED7A7-798D-4A38-9BC5-470FD0571A62}"/>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D45DE35-9CBA-420A-8056-5C8A96E36202}"/>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02D554AB-6D7F-40ED-A145-6A9519AE180B}"/>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659AB2F2-C5B3-44DB-B803-FDF14914D945}"/>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3D01F17-15BD-4909-B79D-DB6BF0386C7D}"/>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2A161F3F-E9BA-4595-9697-2965C348AC9C}"/>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E325BE8B-F447-405F-B294-563B72C90761}"/>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3A5D1B7-AD7D-47C0-BBB6-AEAB84FFA86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B1783F0-921B-4B38-BD88-5A394671339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58260170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D3D6C0F4-B790-4D46-8C4C-C9EC071EB8B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A3687479-07F3-48BE-B881-D048746E8F6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E1D88AFA-2EF6-49B7-99E4-414C9FD2E5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7C5267E-F5B4-44BD-81FC-6288B5BC50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2894A8BF-9BE6-46B4-942F-D7F3A9BE11C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4C5A38-7F63-47BB-861C-CFB11367C31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1C8B109-8D59-42E4-BDE8-3A36C5BFEC6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478BCF-5A53-4CB2-9038-FA20B831B58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B57D95-5670-4E2F-80AF-861A286485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7A28C2-FF49-4C76-B541-8CA76267EB8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22BF4E2-A7E6-4D13-AA06-CA1F06060AE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B6AEDAF-1491-4C89-BAB1-2C14E17E106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0FE5CA-4F62-4C1C-94B8-BD802E9AB0D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6F18DE-4AE9-4D47-A7FE-0B6F147E091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7AE03E0-A6F0-4A7B-B709-1C6A5BD2A6E7}"/>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57D3F47B-650D-445F-9A8D-86AA62DD950F}"/>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E6308E0F-42C3-4A00-B105-BECBD27B68A7}"/>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F48579F0-EF36-4603-974B-A4357BAB51A9}"/>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340CB9D-FA7F-4049-9564-350C68BBC834}"/>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6A79CE7F-F23E-422F-9CE4-857AABA27731}"/>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7158D168-8BEA-4ADD-B415-DD31634221CD}"/>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96EA2030-972B-425C-BF2A-C174497B68FC}"/>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15D3F36-1C46-434A-9AAC-F0667068087B}"/>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E308B985-324B-41EB-B352-3902A8BEB583}"/>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DD982109-5D52-4C90-B2AB-B5EF9138B3D8}"/>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BF5A0A1D-41A2-4193-B00F-DF2F77A18A54}"/>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3AF669A-CAB2-4966-A4BE-687195C2EAA5}"/>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FAC2F640-7AE6-491F-A806-E93D729BD179}"/>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694D8F7F-79F0-49D2-9BAB-E56B865E072B}"/>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F89DDD87-0055-4E5A-B3D6-8F1908AD22F2}"/>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D960CB2-C4D9-4DA1-9F38-31C1A0EE3A45}"/>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1CE0B25E-B95F-49F2-8929-337C3D23E8BC}"/>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CAA6FAA7-AF24-4444-A572-DD116506B4FF}"/>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9692BC0E-76CE-45A0-8340-26D0CDEA6BEE}"/>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D33C4195-5F1D-45DE-A0F6-170BA7CB2818}"/>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73586431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2446F2F-6FD8-4145-B4BC-7DA010CB560D}"/>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A4587F98-0ED0-473A-AE7F-7CF095DA3346}"/>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71246A3-475D-493D-A2FE-410329E06554}"/>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A5145B79-2C65-4B55-8C30-1519374D5A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98B72C7-BD42-4BA0-A646-DC5A432EEB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883A376C-56B6-4485-95FF-1E1EF57E580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F15510-F1A0-4586-82E3-E4AC9F649E1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E1DC5654-9D35-4135-96D2-5AD3B4A232E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1C3BDB-480C-4982-BFA2-A4760726619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BA728B22-E79D-4D77-A3DD-AD1FBD8EA2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2B1A0C3-0E22-4FE6-894C-0AC80CF7C4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785CC9DE-AEC9-4BE4-BE04-D188A08FF5D9}"/>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B6F2C6F-10BC-485C-96D2-96FDFF872FC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66723281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50331A5-C64A-47FA-B424-609D001CE31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59B7E964-FFDC-4B0E-A549-A6A52394480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89AE25A0-F526-45DE-8724-52FE8D1DAFF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286DBA-3DAB-4E05-AC3E-483C975BC65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FF95A81B-ABD8-4088-A6EB-DAA3980E1945}"/>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BC4273EF-FA45-4966-91EE-9D233D16B29B}"/>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FDFC96C3-A5AB-431B-9B25-96930B444C26}"/>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02845A-C2BA-4D15-B1AB-5D102F321483}"/>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BE68523F-40C4-4167-A92C-8AAACA41597D}"/>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4C34EBBA-F1DA-4B65-8D14-F7BBC4A635E2}"/>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13500D7-9D14-42C1-9E99-A4B4218F7356}"/>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6628BA83-F319-4D8F-B814-CDB13E13533C}"/>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42C2CD1C-C877-4995-8DD5-15242A7349AB}"/>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03B45F-BEAA-460C-80D7-CBAFBEAE8B8B}"/>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7EFBC4C-725B-4658-B20A-F1AA000F021A}"/>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103D1B87-06BF-4857-B212-3AEC20A8CC55}"/>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4BB2BE0-1339-4AC0-9B35-3138C4B12546}"/>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BEB1965-5AAF-4D48-BA03-C49D4BBC41B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50337920"/>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6815202-D6F0-4FD9-AAED-71E66A5F81E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F3DF7127-0E54-44A0-A8CF-0742F5C498F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E5D549CF-94E1-4D00-92F2-2182347488E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DADF24-A39D-47A0-9CB0-0F43D4EAECB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71393808-1B13-4952-B101-A17054BFAC90}"/>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54905A89-C127-418F-9DCF-8D83C5618B43}"/>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B3ACE597-D851-4B06-A3A8-FB635AB1FEBD}"/>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5A389DB-BA69-4A08-AE43-C67D14420657}"/>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92CE57EA-DD15-4280-AAE1-1585DB8DCFE8}"/>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7890019B-76BB-4225-A849-2E085A04F95C}"/>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5953862-84FF-45D6-8831-5C609E8C06CE}"/>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33E997A4-AE5C-4FD1-A8A1-F70AA607E969}"/>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4B4E34BE-60BB-459A-947D-9768DEBC93E9}"/>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7F4EED-670C-4139-A307-C6CF70D339C3}"/>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0246316D-8ED8-4E8A-8C7A-2B9A29CA5C63}"/>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210442116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8D66DB7-286D-4BF2-ADE0-BAEE7DA47275}"/>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C59E3C17-A660-4F2F-B883-DDF13279C428}"/>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2A3D03C0-4E8E-4FCC-8B7B-859078D99713}"/>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DF05B3-6A07-4E22-AFB9-F91F16938490}"/>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537892266"/>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4AEB7C1-75BE-4FC4-BA7F-82C429EA1D3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4B684F4B-6D5A-4063-B2F2-E6A7080E67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FFFA65DB-6457-4918-BA23-C6A66EBE8E3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B201BF-21D0-4260-832A-67AB203DFB3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76</a:t>
            </a:r>
          </a:p>
        </p:txBody>
      </p:sp>
      <p:sp>
        <p:nvSpPr>
          <p:cNvPr id="5" name="">
            <a:extLst xmlns:a="http://schemas.openxmlformats.org/drawingml/2006/main">
              <a:ext uri="{FF2B5EF4-FFF2-40B4-BE49-F238E27FC236}">
                <a16:creationId xmlns:a16="http://schemas.microsoft.com/office/drawing/2014/main" id="{963E4A4E-9C3A-49D0-AA57-CF65C9B0C592}"/>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4030636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2026-08-13T00:58:29.9730000Z</dcterms:created>
  <dcterms:modified xsi:type="dcterms:W3CDTF">2026-08-13T00:58:29.9730000Z</dcterms:modified>
</coreProperties>
</file>