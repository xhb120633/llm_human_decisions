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d43cafd1534aee" /><Relationship Type="http://schemas.openxmlformats.org/officeDocument/2006/relationships/extended-properties" Target="/docProps/app.xml" Id="Rd230fbdfa4a748c2" /><Relationship Type="http://schemas.openxmlformats.org/officeDocument/2006/relationships/officeDocument" Target="/ppt/presentation.xml" Id="R875ce16077964d48" /></Relationships>
</file>

<file path=ppt/presentation.xml><?xml version="1.0" encoding="utf-8"?>
<p:presentation xmlns:p="http://schemas.openxmlformats.org/presentationml/2006/main">
  <p:sldMasterIdLst>
    <p:sldMasterId xmlns:r="http://schemas.openxmlformats.org/officeDocument/2006/relationships" id="2147483648" r:id="Rb95be064557c469d"/>
  </p:sldMasterIdLst>
  <p:notesMasterIdLst>
    <p:notesMasterId xmlns:r="http://schemas.openxmlformats.org/officeDocument/2006/relationships" r:id="R0b753b19834e4491"/>
  </p:notesMasterIdLst>
  <p:sldIdLst>
    <p:sldId xmlns:r="http://schemas.openxmlformats.org/officeDocument/2006/relationships" id="256" r:id="R75af6bd4cd8641dd"/>
    <p:sldId xmlns:r="http://schemas.openxmlformats.org/officeDocument/2006/relationships" id="257" r:id="Rc7fce3a789014cdb"/>
    <p:sldId xmlns:r="http://schemas.openxmlformats.org/officeDocument/2006/relationships" id="258" r:id="Redee6169e0f84bc5"/>
    <p:sldId xmlns:r="http://schemas.openxmlformats.org/officeDocument/2006/relationships" id="259" r:id="Rdd05cd3347654d4f"/>
    <p:sldId xmlns:r="http://schemas.openxmlformats.org/officeDocument/2006/relationships" id="260" r:id="R72adcac6e33b46c5"/>
    <p:sldId xmlns:r="http://schemas.openxmlformats.org/officeDocument/2006/relationships" id="261" r:id="Rc9b6241ac33b4340"/>
    <p:sldId xmlns:r="http://schemas.openxmlformats.org/officeDocument/2006/relationships" id="262" r:id="R58cc159551ee4913"/>
    <p:sldId xmlns:r="http://schemas.openxmlformats.org/officeDocument/2006/relationships" id="263" r:id="R263d70cb562f4bfe"/>
    <p:sldId xmlns:r="http://schemas.openxmlformats.org/officeDocument/2006/relationships" id="264" r:id="Reb766f2d07f543af"/>
    <p:sldId xmlns:r="http://schemas.openxmlformats.org/officeDocument/2006/relationships" id="265" r:id="Rbc56d33764bd42c5"/>
    <p:sldId xmlns:r="http://schemas.openxmlformats.org/officeDocument/2006/relationships" id="266" r:id="R45fa4ea6b3fc49de"/>
    <p:sldId xmlns:r="http://schemas.openxmlformats.org/officeDocument/2006/relationships" id="267" r:id="R8cb153d95f6f48c6"/>
    <p:sldId xmlns:r="http://schemas.openxmlformats.org/officeDocument/2006/relationships" id="268" r:id="Rbb057500b3684430"/>
    <p:sldId xmlns:r="http://schemas.openxmlformats.org/officeDocument/2006/relationships" id="269" r:id="R2a809a77fd824e24"/>
    <p:sldId xmlns:r="http://schemas.openxmlformats.org/officeDocument/2006/relationships" id="270" r:id="R55297af0a6384781"/>
    <p:sldId xmlns:r="http://schemas.openxmlformats.org/officeDocument/2006/relationships" id="271" r:id="Rddb1874844db426e"/>
    <p:sldId xmlns:r="http://schemas.openxmlformats.org/officeDocument/2006/relationships" id="272" r:id="Rcc5aa470b5904642"/>
    <p:sldId xmlns:r="http://schemas.openxmlformats.org/officeDocument/2006/relationships" id="273" r:id="R3248f07dcac64740"/>
    <p:sldId xmlns:r="http://schemas.openxmlformats.org/officeDocument/2006/relationships" id="274" r:id="R605fe56acf08494b"/>
    <p:sldId xmlns:r="http://schemas.openxmlformats.org/officeDocument/2006/relationships" id="275" r:id="Rf943e0330bd5402e"/>
    <p:sldId xmlns:r="http://schemas.openxmlformats.org/officeDocument/2006/relationships" id="276" r:id="Rc111553ef72348d4"/>
    <p:sldId xmlns:r="http://schemas.openxmlformats.org/officeDocument/2006/relationships" id="277" r:id="R072029f291634fd0"/>
    <p:sldId xmlns:r="http://schemas.openxmlformats.org/officeDocument/2006/relationships" id="278" r:id="Re87a59f655df4fb0"/>
    <p:sldId xmlns:r="http://schemas.openxmlformats.org/officeDocument/2006/relationships" id="279" r:id="Re4f2dac34ad145ca"/>
    <p:sldId xmlns:r="http://schemas.openxmlformats.org/officeDocument/2006/relationships" id="280" r:id="Re8a8a0d62af34392"/>
    <p:sldId xmlns:r="http://schemas.openxmlformats.org/officeDocument/2006/relationships" id="281" r:id="R0f5344d8a8bc4495"/>
    <p:sldId xmlns:r="http://schemas.openxmlformats.org/officeDocument/2006/relationships" id="282" r:id="R1dff872ab042443b"/>
    <p:sldId xmlns:r="http://schemas.openxmlformats.org/officeDocument/2006/relationships" id="283" r:id="Ra90cee84a9034f2d"/>
    <p:sldId xmlns:r="http://schemas.openxmlformats.org/officeDocument/2006/relationships" id="284" r:id="R53238a3250bd4cb6"/>
    <p:sldId xmlns:r="http://schemas.openxmlformats.org/officeDocument/2006/relationships" id="285" r:id="R6e4bfee843a54a08"/>
    <p:sldId xmlns:r="http://schemas.openxmlformats.org/officeDocument/2006/relationships" id="286" r:id="Rdc19dc37dac242d4"/>
    <p:sldId xmlns:r="http://schemas.openxmlformats.org/officeDocument/2006/relationships" id="287" r:id="R5b571cdaca414114"/>
    <p:sldId xmlns:r="http://schemas.openxmlformats.org/officeDocument/2006/relationships" id="288" r:id="Ra2ced6ee5d364ace"/>
    <p:sldId xmlns:r="http://schemas.openxmlformats.org/officeDocument/2006/relationships" id="289" r:id="R6f2a15a5ca6f41a9"/>
    <p:sldId xmlns:r="http://schemas.openxmlformats.org/officeDocument/2006/relationships" id="290" r:id="R8620295775ce4cf0"/>
    <p:sldId xmlns:r="http://schemas.openxmlformats.org/officeDocument/2006/relationships" id="291" r:id="Rc3bb42876d904eff"/>
    <p:sldId xmlns:r="http://schemas.openxmlformats.org/officeDocument/2006/relationships" id="292" r:id="R25e33edd0cfe4b92"/>
    <p:sldId xmlns:r="http://schemas.openxmlformats.org/officeDocument/2006/relationships" id="293" r:id="R192313a8dcfa40cc"/>
    <p:sldId xmlns:r="http://schemas.openxmlformats.org/officeDocument/2006/relationships" id="294" r:id="R2b8a2eb633b14328"/>
    <p:sldId xmlns:r="http://schemas.openxmlformats.org/officeDocument/2006/relationships" id="295" r:id="R42c343d900c243d2"/>
    <p:sldId xmlns:r="http://schemas.openxmlformats.org/officeDocument/2006/relationships" id="296" r:id="R0e81cc80da90447b"/>
    <p:sldId xmlns:r="http://schemas.openxmlformats.org/officeDocument/2006/relationships" id="297" r:id="R0734665cdb1f4f9d"/>
    <p:sldId xmlns:r="http://schemas.openxmlformats.org/officeDocument/2006/relationships" id="298" r:id="R5c96ecca245e4d63"/>
    <p:sldId xmlns:r="http://schemas.openxmlformats.org/officeDocument/2006/relationships" id="299" r:id="R66c508e707fb4f16"/>
    <p:sldId xmlns:r="http://schemas.openxmlformats.org/officeDocument/2006/relationships" id="300" r:id="R2090d304196b4f08"/>
    <p:sldId xmlns:r="http://schemas.openxmlformats.org/officeDocument/2006/relationships" id="301" r:id="Ra5f1d72a4430495a"/>
    <p:sldId xmlns:r="http://schemas.openxmlformats.org/officeDocument/2006/relationships" id="302" r:id="Rbbe82b118854424a"/>
    <p:sldId xmlns:r="http://schemas.openxmlformats.org/officeDocument/2006/relationships" id="303" r:id="R9afd341cf0b847bc"/>
    <p:sldId xmlns:r="http://schemas.openxmlformats.org/officeDocument/2006/relationships" id="304" r:id="Re015516467264d58"/>
    <p:sldId xmlns:r="http://schemas.openxmlformats.org/officeDocument/2006/relationships" id="305" r:id="Redc4b5649a23498a"/>
    <p:sldId xmlns:r="http://schemas.openxmlformats.org/officeDocument/2006/relationships" id="306" r:id="Rbe17fc43c76c441c"/>
    <p:sldId xmlns:r="http://schemas.openxmlformats.org/officeDocument/2006/relationships" id="307" r:id="R5b90eee5bc7c4269"/>
    <p:sldId xmlns:r="http://schemas.openxmlformats.org/officeDocument/2006/relationships" id="308" r:id="R377d849f8aea43b6"/>
    <p:sldId xmlns:r="http://schemas.openxmlformats.org/officeDocument/2006/relationships" id="309" r:id="R75fac7f22ce64097"/>
    <p:sldId xmlns:r="http://schemas.openxmlformats.org/officeDocument/2006/relationships" id="310" r:id="R5762a3fdfdf04afb"/>
    <p:sldId xmlns:r="http://schemas.openxmlformats.org/officeDocument/2006/relationships" id="311" r:id="Ra3fbe3deada94ded"/>
    <p:sldId xmlns:r="http://schemas.openxmlformats.org/officeDocument/2006/relationships" id="312" r:id="Raf911588ba0c4cf6"/>
    <p:sldId xmlns:r="http://schemas.openxmlformats.org/officeDocument/2006/relationships" id="313" r:id="Recfda44e00934e93"/>
    <p:sldId xmlns:r="http://schemas.openxmlformats.org/officeDocument/2006/relationships" id="314" r:id="R723f10ac6dbb409f"/>
    <p:sldId xmlns:r="http://schemas.openxmlformats.org/officeDocument/2006/relationships" id="315" r:id="R672608e3ddaa49a2"/>
    <p:sldId xmlns:r="http://schemas.openxmlformats.org/officeDocument/2006/relationships" id="316" r:id="R1dfb7d7f04bb46a2"/>
    <p:sldId xmlns:r="http://schemas.openxmlformats.org/officeDocument/2006/relationships" id="317" r:id="Rb914c5ab56d44dc5"/>
    <p:sldId xmlns:r="http://schemas.openxmlformats.org/officeDocument/2006/relationships" id="318" r:id="R66220042c59b4755"/>
    <p:sldId xmlns:r="http://schemas.openxmlformats.org/officeDocument/2006/relationships" id="319" r:id="R250c248e99244eee"/>
    <p:sldId xmlns:r="http://schemas.openxmlformats.org/officeDocument/2006/relationships" id="320" r:id="Rc20a7e1f4acf4dec"/>
    <p:sldId xmlns:r="http://schemas.openxmlformats.org/officeDocument/2006/relationships" id="321" r:id="R9500e51d45ad4974"/>
    <p:sldId xmlns:r="http://schemas.openxmlformats.org/officeDocument/2006/relationships" id="322" r:id="Rf6071d7081c44c3d"/>
    <p:sldId xmlns:r="http://schemas.openxmlformats.org/officeDocument/2006/relationships" id="323" r:id="R3d0b9dadd9bc4d2f"/>
    <p:sldId xmlns:r="http://schemas.openxmlformats.org/officeDocument/2006/relationships" id="324" r:id="R744b808a71f94782"/>
    <p:sldId xmlns:r="http://schemas.openxmlformats.org/officeDocument/2006/relationships" id="325" r:id="Rf77516c1889e4e37"/>
    <p:sldId xmlns:r="http://schemas.openxmlformats.org/officeDocument/2006/relationships" id="326" r:id="R989fd7f145e844ad"/>
    <p:sldId xmlns:r="http://schemas.openxmlformats.org/officeDocument/2006/relationships" id="327" r:id="R8c8af2032c884a30"/>
    <p:sldId xmlns:r="http://schemas.openxmlformats.org/officeDocument/2006/relationships" id="328" r:id="Rbd713c6d4a444746"/>
    <p:sldId xmlns:r="http://schemas.openxmlformats.org/officeDocument/2006/relationships" id="329" r:id="R76fb677f712c4569"/>
    <p:sldId xmlns:r="http://schemas.openxmlformats.org/officeDocument/2006/relationships" id="330" r:id="R21befd739f734516"/>
    <p:sldId xmlns:r="http://schemas.openxmlformats.org/officeDocument/2006/relationships" id="331" r:id="R1c4ea79855f54fba"/>
    <p:sldId xmlns:r="http://schemas.openxmlformats.org/officeDocument/2006/relationships" id="332" r:id="R793aedd8ee5d467b"/>
    <p:sldId xmlns:r="http://schemas.openxmlformats.org/officeDocument/2006/relationships" id="333" r:id="R1155d79a6f1b46b2"/>
    <p:sldId xmlns:r="http://schemas.openxmlformats.org/officeDocument/2006/relationships" id="334" r:id="R64432e2813c5420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fe2c82024e143ee" /><Relationship Type="http://schemas.openxmlformats.org/officeDocument/2006/relationships/slideMaster" Target="/ppt/slideMasters/slideMaster1.xml" Id="Rb95be064557c469d" /><Relationship Type="http://schemas.openxmlformats.org/officeDocument/2006/relationships/notesMaster" Target="/ppt/notesMasters/notesMaster1.xml" Id="R0b753b19834e4491" /><Relationship Type="http://schemas.openxmlformats.org/officeDocument/2006/relationships/presProps" Target="/ppt/presProps.xml" Id="R2a3b9908e0344333" /><Relationship Type="http://schemas.openxmlformats.org/officeDocument/2006/relationships/tableStyles" Target="/ppt/tableStyles.xml" Id="Ra7c4ad9eb26e42e3" /><Relationship Type="http://schemas.openxmlformats.org/officeDocument/2006/relationships/slide" Target="/ppt/slides/slide1.xml" Id="R75af6bd4cd8641dd" /><Relationship Type="http://schemas.openxmlformats.org/officeDocument/2006/relationships/slide" Target="/ppt/slides/slide2.xml" Id="Rc7fce3a789014cdb" /><Relationship Type="http://schemas.openxmlformats.org/officeDocument/2006/relationships/slide" Target="/ppt/slides/slide3.xml" Id="Redee6169e0f84bc5" /><Relationship Type="http://schemas.openxmlformats.org/officeDocument/2006/relationships/slide" Target="/ppt/slides/slide4.xml" Id="Rdd05cd3347654d4f" /><Relationship Type="http://schemas.openxmlformats.org/officeDocument/2006/relationships/slide" Target="/ppt/slides/slide5.xml" Id="R72adcac6e33b46c5" /><Relationship Type="http://schemas.openxmlformats.org/officeDocument/2006/relationships/slide" Target="/ppt/slides/slide6.xml" Id="Rc9b6241ac33b4340" /><Relationship Type="http://schemas.openxmlformats.org/officeDocument/2006/relationships/slide" Target="/ppt/slides/slide7.xml" Id="R58cc159551ee4913" /><Relationship Type="http://schemas.openxmlformats.org/officeDocument/2006/relationships/slide" Target="/ppt/slides/slide8.xml" Id="R263d70cb562f4bfe" /><Relationship Type="http://schemas.openxmlformats.org/officeDocument/2006/relationships/slide" Target="/ppt/slides/slide9.xml" Id="Reb766f2d07f543af" /><Relationship Type="http://schemas.openxmlformats.org/officeDocument/2006/relationships/slide" Target="/ppt/slides/slide10.xml" Id="Rbc56d33764bd42c5" /><Relationship Type="http://schemas.openxmlformats.org/officeDocument/2006/relationships/slide" Target="/ppt/slides/slide11.xml" Id="R45fa4ea6b3fc49de" /><Relationship Type="http://schemas.openxmlformats.org/officeDocument/2006/relationships/slide" Target="/ppt/slides/slide12.xml" Id="R8cb153d95f6f48c6" /><Relationship Type="http://schemas.openxmlformats.org/officeDocument/2006/relationships/slide" Target="/ppt/slides/slide13.xml" Id="Rbb057500b3684430" /><Relationship Type="http://schemas.openxmlformats.org/officeDocument/2006/relationships/slide" Target="/ppt/slides/slide14.xml" Id="R2a809a77fd824e24" /><Relationship Type="http://schemas.openxmlformats.org/officeDocument/2006/relationships/slide" Target="/ppt/slides/slide15.xml" Id="R55297af0a6384781" /><Relationship Type="http://schemas.openxmlformats.org/officeDocument/2006/relationships/slide" Target="/ppt/slides/slide16.xml" Id="Rddb1874844db426e" /><Relationship Type="http://schemas.openxmlformats.org/officeDocument/2006/relationships/slide" Target="/ppt/slides/slide17.xml" Id="Rcc5aa470b5904642" /><Relationship Type="http://schemas.openxmlformats.org/officeDocument/2006/relationships/slide" Target="/ppt/slides/slide18.xml" Id="R3248f07dcac64740" /><Relationship Type="http://schemas.openxmlformats.org/officeDocument/2006/relationships/slide" Target="/ppt/slides/slide19.xml" Id="R605fe56acf08494b" /><Relationship Type="http://schemas.openxmlformats.org/officeDocument/2006/relationships/slide" Target="/ppt/slides/slide20.xml" Id="Rf943e0330bd5402e" /><Relationship Type="http://schemas.openxmlformats.org/officeDocument/2006/relationships/slide" Target="/ppt/slides/slide21.xml" Id="Rc111553ef72348d4" /><Relationship Type="http://schemas.openxmlformats.org/officeDocument/2006/relationships/slide" Target="/ppt/slides/slide22.xml" Id="R072029f291634fd0" /><Relationship Type="http://schemas.openxmlformats.org/officeDocument/2006/relationships/slide" Target="/ppt/slides/slide23.xml" Id="Re87a59f655df4fb0" /><Relationship Type="http://schemas.openxmlformats.org/officeDocument/2006/relationships/slide" Target="/ppt/slides/slide24.xml" Id="Re4f2dac34ad145ca" /><Relationship Type="http://schemas.openxmlformats.org/officeDocument/2006/relationships/slide" Target="/ppt/slides/slide25.xml" Id="Re8a8a0d62af34392" /><Relationship Type="http://schemas.openxmlformats.org/officeDocument/2006/relationships/slide" Target="/ppt/slides/slide26.xml" Id="R0f5344d8a8bc4495" /><Relationship Type="http://schemas.openxmlformats.org/officeDocument/2006/relationships/slide" Target="/ppt/slides/slide27.xml" Id="R1dff872ab042443b" /><Relationship Type="http://schemas.openxmlformats.org/officeDocument/2006/relationships/slide" Target="/ppt/slides/slide28.xml" Id="Ra90cee84a9034f2d" /><Relationship Type="http://schemas.openxmlformats.org/officeDocument/2006/relationships/slide" Target="/ppt/slides/slide29.xml" Id="R53238a3250bd4cb6" /><Relationship Type="http://schemas.openxmlformats.org/officeDocument/2006/relationships/slide" Target="/ppt/slides/slide30.xml" Id="R6e4bfee843a54a08" /><Relationship Type="http://schemas.openxmlformats.org/officeDocument/2006/relationships/slide" Target="/ppt/slides/slide31.xml" Id="Rdc19dc37dac242d4" /><Relationship Type="http://schemas.openxmlformats.org/officeDocument/2006/relationships/slide" Target="/ppt/slides/slide32.xml" Id="R5b571cdaca414114" /><Relationship Type="http://schemas.openxmlformats.org/officeDocument/2006/relationships/slide" Target="/ppt/slides/slide33.xml" Id="Ra2ced6ee5d364ace" /><Relationship Type="http://schemas.openxmlformats.org/officeDocument/2006/relationships/slide" Target="/ppt/slides/slide34.xml" Id="R6f2a15a5ca6f41a9" /><Relationship Type="http://schemas.openxmlformats.org/officeDocument/2006/relationships/slide" Target="/ppt/slides/slide35.xml" Id="R8620295775ce4cf0" /><Relationship Type="http://schemas.openxmlformats.org/officeDocument/2006/relationships/slide" Target="/ppt/slides/slide36.xml" Id="Rc3bb42876d904eff" /><Relationship Type="http://schemas.openxmlformats.org/officeDocument/2006/relationships/slide" Target="/ppt/slides/slide37.xml" Id="R25e33edd0cfe4b92" /><Relationship Type="http://schemas.openxmlformats.org/officeDocument/2006/relationships/slide" Target="/ppt/slides/slide38.xml" Id="R192313a8dcfa40cc" /><Relationship Type="http://schemas.openxmlformats.org/officeDocument/2006/relationships/slide" Target="/ppt/slides/slide39.xml" Id="R2b8a2eb633b14328" /><Relationship Type="http://schemas.openxmlformats.org/officeDocument/2006/relationships/slide" Target="/ppt/slides/slide40.xml" Id="R42c343d900c243d2" /><Relationship Type="http://schemas.openxmlformats.org/officeDocument/2006/relationships/slide" Target="/ppt/slides/slide41.xml" Id="R0e81cc80da90447b" /><Relationship Type="http://schemas.openxmlformats.org/officeDocument/2006/relationships/slide" Target="/ppt/slides/slide42.xml" Id="R0734665cdb1f4f9d" /><Relationship Type="http://schemas.openxmlformats.org/officeDocument/2006/relationships/slide" Target="/ppt/slides/slide43.xml" Id="R5c96ecca245e4d63" /><Relationship Type="http://schemas.openxmlformats.org/officeDocument/2006/relationships/slide" Target="/ppt/slides/slide44.xml" Id="R66c508e707fb4f16" /><Relationship Type="http://schemas.openxmlformats.org/officeDocument/2006/relationships/slide" Target="/ppt/slides/slide45.xml" Id="R2090d304196b4f08" /><Relationship Type="http://schemas.openxmlformats.org/officeDocument/2006/relationships/slide" Target="/ppt/slides/slide46.xml" Id="Ra5f1d72a4430495a" /><Relationship Type="http://schemas.openxmlformats.org/officeDocument/2006/relationships/slide" Target="/ppt/slides/slide47.xml" Id="Rbbe82b118854424a" /><Relationship Type="http://schemas.openxmlformats.org/officeDocument/2006/relationships/slide" Target="/ppt/slides/slide48.xml" Id="R9afd341cf0b847bc" /><Relationship Type="http://schemas.openxmlformats.org/officeDocument/2006/relationships/slide" Target="/ppt/slides/slide49.xml" Id="Re015516467264d58" /><Relationship Type="http://schemas.openxmlformats.org/officeDocument/2006/relationships/slide" Target="/ppt/slides/slide50.xml" Id="Redc4b5649a23498a" /><Relationship Type="http://schemas.openxmlformats.org/officeDocument/2006/relationships/slide" Target="/ppt/slides/slide51.xml" Id="Rbe17fc43c76c441c" /><Relationship Type="http://schemas.openxmlformats.org/officeDocument/2006/relationships/slide" Target="/ppt/slides/slide52.xml" Id="R5b90eee5bc7c4269" /><Relationship Type="http://schemas.openxmlformats.org/officeDocument/2006/relationships/slide" Target="/ppt/slides/slide53.xml" Id="R377d849f8aea43b6" /><Relationship Type="http://schemas.openxmlformats.org/officeDocument/2006/relationships/slide" Target="/ppt/slides/slide54.xml" Id="R75fac7f22ce64097" /><Relationship Type="http://schemas.openxmlformats.org/officeDocument/2006/relationships/slide" Target="/ppt/slides/slide55.xml" Id="R5762a3fdfdf04afb" /><Relationship Type="http://schemas.openxmlformats.org/officeDocument/2006/relationships/slide" Target="/ppt/slides/slide56.xml" Id="Ra3fbe3deada94ded" /><Relationship Type="http://schemas.openxmlformats.org/officeDocument/2006/relationships/slide" Target="/ppt/slides/slide57.xml" Id="Raf911588ba0c4cf6" /><Relationship Type="http://schemas.openxmlformats.org/officeDocument/2006/relationships/slide" Target="/ppt/slides/slide58.xml" Id="Recfda44e00934e93" /><Relationship Type="http://schemas.openxmlformats.org/officeDocument/2006/relationships/slide" Target="/ppt/slides/slide59.xml" Id="R723f10ac6dbb409f" /><Relationship Type="http://schemas.openxmlformats.org/officeDocument/2006/relationships/slide" Target="/ppt/slides/slide60.xml" Id="R672608e3ddaa49a2" /><Relationship Type="http://schemas.openxmlformats.org/officeDocument/2006/relationships/slide" Target="/ppt/slides/slide61.xml" Id="R1dfb7d7f04bb46a2" /><Relationship Type="http://schemas.openxmlformats.org/officeDocument/2006/relationships/slide" Target="/ppt/slides/slide62.xml" Id="Rb914c5ab56d44dc5" /><Relationship Type="http://schemas.openxmlformats.org/officeDocument/2006/relationships/slide" Target="/ppt/slides/slide63.xml" Id="R66220042c59b4755" /><Relationship Type="http://schemas.openxmlformats.org/officeDocument/2006/relationships/slide" Target="/ppt/slides/slide64.xml" Id="R250c248e99244eee" /><Relationship Type="http://schemas.openxmlformats.org/officeDocument/2006/relationships/slide" Target="/ppt/slides/slide65.xml" Id="Rc20a7e1f4acf4dec" /><Relationship Type="http://schemas.openxmlformats.org/officeDocument/2006/relationships/slide" Target="/ppt/slides/slide66.xml" Id="R9500e51d45ad4974" /><Relationship Type="http://schemas.openxmlformats.org/officeDocument/2006/relationships/slide" Target="/ppt/slides/slide67.xml" Id="Rf6071d7081c44c3d" /><Relationship Type="http://schemas.openxmlformats.org/officeDocument/2006/relationships/slide" Target="/ppt/slides/slide68.xml" Id="R3d0b9dadd9bc4d2f" /><Relationship Type="http://schemas.openxmlformats.org/officeDocument/2006/relationships/slide" Target="/ppt/slides/slide69.xml" Id="R744b808a71f94782" /><Relationship Type="http://schemas.openxmlformats.org/officeDocument/2006/relationships/slide" Target="/ppt/slides/slide70.xml" Id="Rf77516c1889e4e37" /><Relationship Type="http://schemas.openxmlformats.org/officeDocument/2006/relationships/slide" Target="/ppt/slides/slide71.xml" Id="R989fd7f145e844ad" /><Relationship Type="http://schemas.openxmlformats.org/officeDocument/2006/relationships/slide" Target="/ppt/slides/slide72.xml" Id="R8c8af2032c884a30" /><Relationship Type="http://schemas.openxmlformats.org/officeDocument/2006/relationships/slide" Target="/ppt/slides/slide73.xml" Id="Rbd713c6d4a444746" /><Relationship Type="http://schemas.openxmlformats.org/officeDocument/2006/relationships/slide" Target="/ppt/slides/slide74.xml" Id="R76fb677f712c4569" /><Relationship Type="http://schemas.openxmlformats.org/officeDocument/2006/relationships/slide" Target="/ppt/slides/slide75.xml" Id="R21befd739f734516" /><Relationship Type="http://schemas.openxmlformats.org/officeDocument/2006/relationships/slide" Target="/ppt/slides/slide76.xml" Id="R1c4ea79855f54fba" /><Relationship Type="http://schemas.openxmlformats.org/officeDocument/2006/relationships/slide" Target="/ppt/slides/slide77.xml" Id="R793aedd8ee5d467b" /><Relationship Type="http://schemas.openxmlformats.org/officeDocument/2006/relationships/slide" Target="/ppt/slides/slide78.xml" Id="R1155d79a6f1b46b2" /><Relationship Type="http://schemas.openxmlformats.org/officeDocument/2006/relationships/slide" Target="/ppt/slides/slide79.xml" Id="R64432e2813c542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9c7753a3d4401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39f201a5a648d8" /><Relationship Type="http://schemas.openxmlformats.org/officeDocument/2006/relationships/notesMaster" Target="/ppt/notesMasters/notesMaster1.xml" Id="R96f870895d384ce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c765b9ade82488f" /><Relationship Type="http://schemas.openxmlformats.org/officeDocument/2006/relationships/notesMaster" Target="/ppt/notesMasters/notesMaster1.xml" Id="R24122a26c57d49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ee9869768a40f1" /><Relationship Type="http://schemas.openxmlformats.org/officeDocument/2006/relationships/notesMaster" Target="/ppt/notesMasters/notesMaster1.xml" Id="Rfd68f54e3e3c41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8cf0b089fe4468" /><Relationship Type="http://schemas.openxmlformats.org/officeDocument/2006/relationships/notesMaster" Target="/ppt/notesMasters/notesMaster1.xml" Id="Rd0bad1ec8c5a4c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1d07053440460f" /><Relationship Type="http://schemas.openxmlformats.org/officeDocument/2006/relationships/notesMaster" Target="/ppt/notesMasters/notesMaster1.xml" Id="R919ba74035394fe8"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3cc579d9094ee0" /><Relationship Type="http://schemas.openxmlformats.org/officeDocument/2006/relationships/notesMaster" Target="/ppt/notesMasters/notesMaster1.xml" Id="R4bf04c39c9fe44cd"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82b902ecb64b66" /><Relationship Type="http://schemas.openxmlformats.org/officeDocument/2006/relationships/notesMaster" Target="/ppt/notesMasters/notesMaster1.xml" Id="Rf3d0a61759334a4f"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a9342032774c92" /><Relationship Type="http://schemas.openxmlformats.org/officeDocument/2006/relationships/notesMaster" Target="/ppt/notesMasters/notesMaster1.xml" Id="R57b8c1001bcf4db8" /></Relationships>
</file>

<file path=ppt/notesSlides/_rels/notesSlide9.xml.rels>&#65279;<?xml version="1.0" encoding="utf-8"?><Relationships xmlns="http://schemas.openxmlformats.org/package/2006/relationships"><Relationship Type="http://schemas.openxmlformats.org/officeDocument/2006/relationships/slide" Target="/ppt/slides/slide9.xml" Id="Rdc3ff45b512a42ec" /><Relationship Type="http://schemas.openxmlformats.org/officeDocument/2006/relationships/notesMaster" Target="/ppt/notesMasters/notesMaster1.xml" Id="R9d4c49f96f6a4ab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57535aac55a486a" /><Relationship Type="http://schemas.openxmlformats.org/officeDocument/2006/relationships/notesMaster" Target="/ppt/notesMasters/notesMaster1.xml" Id="R27872c86987d457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0dc97f98419479d" /><Relationship Type="http://schemas.openxmlformats.org/officeDocument/2006/relationships/notesMaster" Target="/ppt/notesMasters/notesMaster1.xml" Id="R75740ace9b734d6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1cdf349c10045ee" /><Relationship Type="http://schemas.openxmlformats.org/officeDocument/2006/relationships/notesMaster" Target="/ppt/notesMasters/notesMaster1.xml" Id="R4b5ce8ca0a98427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1342fd59d04c37" /><Relationship Type="http://schemas.openxmlformats.org/officeDocument/2006/relationships/notesMaster" Target="/ppt/notesMasters/notesMaster1.xml" Id="R5e248990aa8a4a0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bd2f50d9fe24ce9" /><Relationship Type="http://schemas.openxmlformats.org/officeDocument/2006/relationships/notesMaster" Target="/ppt/notesMasters/notesMaster1.xml" Id="Rc24b6fabd5914be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13461c4fc6d48a5" /><Relationship Type="http://schemas.openxmlformats.org/officeDocument/2006/relationships/notesMaster" Target="/ppt/notesMasters/notesMaster1.xml" Id="R45832c95fba1449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0b88216f5224dd5" /><Relationship Type="http://schemas.openxmlformats.org/officeDocument/2006/relationships/notesMaster" Target="/ppt/notesMasters/notesMaster1.xml" Id="Rdaf68153583f498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70164db18484d05" /><Relationship Type="http://schemas.openxmlformats.org/officeDocument/2006/relationships/notesMaster" Target="/ppt/notesMasters/notesMaster1.xml" Id="R46799fbd3c8e4a7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7208a35d41e4359" /><Relationship Type="http://schemas.openxmlformats.org/officeDocument/2006/relationships/notesMaster" Target="/ppt/notesMasters/notesMaster1.xml" Id="R2b682fc92159419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c97327c159a4941" /><Relationship Type="http://schemas.openxmlformats.org/officeDocument/2006/relationships/notesMaster" Target="/ppt/notesMasters/notesMaster1.xml" Id="R5a44e90d83ff403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c49bd5fbc0c400b" /><Relationship Type="http://schemas.openxmlformats.org/officeDocument/2006/relationships/notesMaster" Target="/ppt/notesMasters/notesMaster1.xml" Id="Reee23ed0d0294a6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50b1c6319174a03" /><Relationship Type="http://schemas.openxmlformats.org/officeDocument/2006/relationships/notesMaster" Target="/ppt/notesMasters/notesMaster1.xml" Id="R33fa383798554ed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6ac8164e75947e9" /><Relationship Type="http://schemas.openxmlformats.org/officeDocument/2006/relationships/notesMaster" Target="/ppt/notesMasters/notesMaster1.xml" Id="R6e9c4d5d6dd3497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fbb080e5bae4121" /><Relationship Type="http://schemas.openxmlformats.org/officeDocument/2006/relationships/notesMaster" Target="/ppt/notesMasters/notesMaster1.xml" Id="Rbf6000dd9267498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d0793dfe4494677" /><Relationship Type="http://schemas.openxmlformats.org/officeDocument/2006/relationships/notesMaster" Target="/ppt/notesMasters/notesMaster1.xml" Id="Ra5ed8a05e2a240d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873e772df9b4176" /><Relationship Type="http://schemas.openxmlformats.org/officeDocument/2006/relationships/notesMaster" Target="/ppt/notesMasters/notesMaster1.xml" Id="R821989d2d2874f2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e0976c45d1047d1" /><Relationship Type="http://schemas.openxmlformats.org/officeDocument/2006/relationships/notesMaster" Target="/ppt/notesMasters/notesMaster1.xml" Id="R4faa9d96f1b645a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4fbf209ec5745fa" /><Relationship Type="http://schemas.openxmlformats.org/officeDocument/2006/relationships/notesMaster" Target="/ppt/notesMasters/notesMaster1.xml" Id="R38344d27582c406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96ec1672f954674" /><Relationship Type="http://schemas.openxmlformats.org/officeDocument/2006/relationships/notesMaster" Target="/ppt/notesMasters/notesMaster1.xml" Id="Rbd12d1859ca544f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efe7bd1ebc74423" /><Relationship Type="http://schemas.openxmlformats.org/officeDocument/2006/relationships/notesMaster" Target="/ppt/notesMasters/notesMaster1.xml" Id="R12923d8f6fc146a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294ca75a40f45c6" /><Relationship Type="http://schemas.openxmlformats.org/officeDocument/2006/relationships/notesMaster" Target="/ppt/notesMasters/notesMaster1.xml" Id="R2f651902d00f491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5d506b21b7647a8" /><Relationship Type="http://schemas.openxmlformats.org/officeDocument/2006/relationships/notesMaster" Target="/ppt/notesMasters/notesMaster1.xml" Id="R4113b602f69b484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30fd8b7819545f9" /><Relationship Type="http://schemas.openxmlformats.org/officeDocument/2006/relationships/notesMaster" Target="/ppt/notesMasters/notesMaster1.xml" Id="Rfa67d83f2b114a1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e8289ac23ef4201" /><Relationship Type="http://schemas.openxmlformats.org/officeDocument/2006/relationships/notesMaster" Target="/ppt/notesMasters/notesMaster1.xml" Id="R68d2dd44534144f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3cad7dcbe0a4a63" /><Relationship Type="http://schemas.openxmlformats.org/officeDocument/2006/relationships/notesMaster" Target="/ppt/notesMasters/notesMaster1.xml" Id="R57174f2b3070434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8712f83a1104277" /><Relationship Type="http://schemas.openxmlformats.org/officeDocument/2006/relationships/notesMaster" Target="/ppt/notesMasters/notesMaster1.xml" Id="Rcb7e4e67a3f1426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502f43464af4e45" /><Relationship Type="http://schemas.openxmlformats.org/officeDocument/2006/relationships/notesMaster" Target="/ppt/notesMasters/notesMaster1.xml" Id="Re3b4ec6ebca84c6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4fab737a6d442d1" /><Relationship Type="http://schemas.openxmlformats.org/officeDocument/2006/relationships/notesMaster" Target="/ppt/notesMasters/notesMaster1.xml" Id="R4fb2d77164ca4c0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ca065b16c114561" /><Relationship Type="http://schemas.openxmlformats.org/officeDocument/2006/relationships/notesMaster" Target="/ppt/notesMasters/notesMaster1.xml" Id="Rd3a541c3e6c44ab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016b3af62944fb4" /><Relationship Type="http://schemas.openxmlformats.org/officeDocument/2006/relationships/notesMaster" Target="/ppt/notesMasters/notesMaster1.xml" Id="R0fd439acc9234a7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31df7962ace428d" /><Relationship Type="http://schemas.openxmlformats.org/officeDocument/2006/relationships/notesMaster" Target="/ppt/notesMasters/notesMaster1.xml" Id="R0e8de13768dd4e3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3924acb864540fc" /><Relationship Type="http://schemas.openxmlformats.org/officeDocument/2006/relationships/notesMaster" Target="/ppt/notesMasters/notesMaster1.xml" Id="R99621d3f2174400e"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2802798c24c40e3" /><Relationship Type="http://schemas.openxmlformats.org/officeDocument/2006/relationships/notesMaster" Target="/ppt/notesMasters/notesMaster1.xml" Id="Rf997c5ac54c2460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10b208eb1d94641" /><Relationship Type="http://schemas.openxmlformats.org/officeDocument/2006/relationships/notesMaster" Target="/ppt/notesMasters/notesMaster1.xml" Id="R2a2b42c714a6481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5c8b867ed784e66" /><Relationship Type="http://schemas.openxmlformats.org/officeDocument/2006/relationships/notesMaster" Target="/ppt/notesMasters/notesMaster1.xml" Id="R5797e5c6b8994b7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ff3f8da3daa42fa" /><Relationship Type="http://schemas.openxmlformats.org/officeDocument/2006/relationships/notesMaster" Target="/ppt/notesMasters/notesMaster1.xml" Id="Rbf8c4f45c22a4c38"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db135c618334e29" /><Relationship Type="http://schemas.openxmlformats.org/officeDocument/2006/relationships/notesMaster" Target="/ppt/notesMasters/notesMaster1.xml" Id="R5020a80b4c9f471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b4756110f9e44d4" /><Relationship Type="http://schemas.openxmlformats.org/officeDocument/2006/relationships/notesMaster" Target="/ppt/notesMasters/notesMaster1.xml" Id="Rb65390e75a1c469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0a55b8435664be7" /><Relationship Type="http://schemas.openxmlformats.org/officeDocument/2006/relationships/notesMaster" Target="/ppt/notesMasters/notesMaster1.xml" Id="R02365c9206844a3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80d74515c4f40aa" /><Relationship Type="http://schemas.openxmlformats.org/officeDocument/2006/relationships/notesMaster" Target="/ppt/notesMasters/notesMaster1.xml" Id="R1f61c0d11621431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7d2dcb2c4a7497b" /><Relationship Type="http://schemas.openxmlformats.org/officeDocument/2006/relationships/notesMaster" Target="/ppt/notesMasters/notesMaster1.xml" Id="Rc3103b0ef77f4df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3b23cefba4f4d1f" /><Relationship Type="http://schemas.openxmlformats.org/officeDocument/2006/relationships/notesMaster" Target="/ppt/notesMasters/notesMaster1.xml" Id="Rba6fd570b45b47e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f57d81c4d7c4e78" /><Relationship Type="http://schemas.openxmlformats.org/officeDocument/2006/relationships/notesMaster" Target="/ppt/notesMasters/notesMaster1.xml" Id="R294680d193714ee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092db0578074f6c" /><Relationship Type="http://schemas.openxmlformats.org/officeDocument/2006/relationships/notesMaster" Target="/ppt/notesMasters/notesMaster1.xml" Id="R6430fbc1c7d0496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30b5aa2a0414e4b" /><Relationship Type="http://schemas.openxmlformats.org/officeDocument/2006/relationships/notesMaster" Target="/ppt/notesMasters/notesMaster1.xml" Id="Rcbcb2fecfc28404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1c91ff019b549be" /><Relationship Type="http://schemas.openxmlformats.org/officeDocument/2006/relationships/notesMaster" Target="/ppt/notesMasters/notesMaster1.xml" Id="R435468fb4bb94c2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74ddf8e77e14f3b" /><Relationship Type="http://schemas.openxmlformats.org/officeDocument/2006/relationships/notesMaster" Target="/ppt/notesMasters/notesMaster1.xml" Id="R2948ee59592a412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a5a219408944f08" /><Relationship Type="http://schemas.openxmlformats.org/officeDocument/2006/relationships/notesMaster" Target="/ppt/notesMasters/notesMaster1.xml" Id="R5718a557ac53430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c58a5126086f4462" /><Relationship Type="http://schemas.openxmlformats.org/officeDocument/2006/relationships/notesMaster" Target="/ppt/notesMasters/notesMaster1.xml" Id="R6e708ab6e37a4e69"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02a382780264409" /><Relationship Type="http://schemas.openxmlformats.org/officeDocument/2006/relationships/notesMaster" Target="/ppt/notesMasters/notesMaster1.xml" Id="R39ba247895834a83"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a883855856b49a3" /><Relationship Type="http://schemas.openxmlformats.org/officeDocument/2006/relationships/notesMaster" Target="/ppt/notesMasters/notesMaster1.xml" Id="R07430a7f6851475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ab670fba36b24f06" /><Relationship Type="http://schemas.openxmlformats.org/officeDocument/2006/relationships/notesMaster" Target="/ppt/notesMasters/notesMaster1.xml" Id="Rc9d867113c3f4ab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8320e1a8e624efe" /><Relationship Type="http://schemas.openxmlformats.org/officeDocument/2006/relationships/notesMaster" Target="/ppt/notesMasters/notesMaster1.xml" Id="Rd4ff5e73323b4df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66087f62ebb4c03" /><Relationship Type="http://schemas.openxmlformats.org/officeDocument/2006/relationships/notesMaster" Target="/ppt/notesMasters/notesMaster1.xml" Id="R7af57bbb49e44961"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1512d58b80a343bb" /><Relationship Type="http://schemas.openxmlformats.org/officeDocument/2006/relationships/notesMaster" Target="/ppt/notesMasters/notesMaster1.xml" Id="R4299ea2a124e459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28ec59d2a8cc4eca" /><Relationship Type="http://schemas.openxmlformats.org/officeDocument/2006/relationships/notesMaster" Target="/ppt/notesMasters/notesMaster1.xml" Id="Rf36fa3f8e9be49e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e6d793677b94348" /><Relationship Type="http://schemas.openxmlformats.org/officeDocument/2006/relationships/notesMaster" Target="/ppt/notesMasters/notesMaster1.xml" Id="Rfd4b291529124de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49ce790e5ea4713" /><Relationship Type="http://schemas.openxmlformats.org/officeDocument/2006/relationships/notesMaster" Target="/ppt/notesMasters/notesMaster1.xml" Id="R13e2c84c9bf341e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09f66bbf85e4103" /><Relationship Type="http://schemas.openxmlformats.org/officeDocument/2006/relationships/notesMaster" Target="/ppt/notesMasters/notesMaster1.xml" Id="R04f32041bc7d418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560489506b641a4" /><Relationship Type="http://schemas.openxmlformats.org/officeDocument/2006/relationships/notesMaster" Target="/ppt/notesMasters/notesMaster1.xml" Id="R9389c1024411443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a9bc65a394245ab" /><Relationship Type="http://schemas.openxmlformats.org/officeDocument/2006/relationships/notesMaster" Target="/ppt/notesMasters/notesMaster1.xml" Id="R389af30150654ed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846595d7da848e9" /><Relationship Type="http://schemas.openxmlformats.org/officeDocument/2006/relationships/notesMaster" Target="/ppt/notesMasters/notesMaster1.xml" Id="R2cdb1a892f8f4aac"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aed51bc8eee48ad" /><Relationship Type="http://schemas.openxmlformats.org/officeDocument/2006/relationships/notesMaster" Target="/ppt/notesMasters/notesMaster1.xml" Id="R427d9e7354c846e2"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83d8d18f9a2f42b9" /><Relationship Type="http://schemas.openxmlformats.org/officeDocument/2006/relationships/notesMaster" Target="/ppt/notesMasters/notesMaster1.xml" Id="Reefa9771236b429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7397fd110cb4a8a" /><Relationship Type="http://schemas.openxmlformats.org/officeDocument/2006/relationships/notesMaster" Target="/ppt/notesMasters/notesMaster1.xml" Id="R7ea099e0197f44dd"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0f50b2bd04f4d6e" /><Relationship Type="http://schemas.openxmlformats.org/officeDocument/2006/relationships/notesMaster" Target="/ppt/notesMasters/notesMaster1.xml" Id="Rf9b460bfc8b6452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7ae9868e89748f9" /><Relationship Type="http://schemas.openxmlformats.org/officeDocument/2006/relationships/notesMaster" Target="/ppt/notesMasters/notesMaster1.xml" Id="Rbaffa2d6b150471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3941158539247f7" /><Relationship Type="http://schemas.openxmlformats.org/officeDocument/2006/relationships/notesMaster" Target="/ppt/notesMasters/notesMaster1.xml" Id="Rfb2f1b15c1ef44d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b7428b6ddeff4c8e" /><Relationship Type="http://schemas.openxmlformats.org/officeDocument/2006/relationships/notesMaster" Target="/ppt/notesMasters/notesMaster1.xml" Id="Rcb3c642def624c6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db4ee6f131f40cd" /><Relationship Type="http://schemas.openxmlformats.org/officeDocument/2006/relationships/notesMaster" Target="/ppt/notesMasters/notesMaster1.xml" Id="Rf7c16f96153f47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Unbalanced history can bias the model toward one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forty future trials are retained, giving 19 A and 21 B targets. Each participant's first eight history trials contain six A and two B choices. The balanced condition resamples eight earlier trials as four A and four B. Option order is counterbalanced in scoring.
[Sources]
- notebooks/results/clean_icl_balance_demo/summary.csv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Unbalanced history pushes mean P(B) below the observed target rate and yields log loss 0.700, slightly worse than an uninformative binary forecast. Balanced history reduces log loss to 0.659, slightly better than the current-trial baseline of 0.667. Accuracy does not improve in parallel, which is why this section evaluates token probabilities with log loss. The remaining null personalization result is compatible with at least two explanations: the participant history may not contain a strong stable individual regularity, or the current model and prompt may be too weak to extract and use it. This experiment does not distinguish those explanations.
[Sources]
- notebooks/results/clean_icl_balance_demo/summary.csv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teaching-scale example mirrors the participant-level logic of the CCN study while reducing the search to one participant and two validation-guided revisions. The explicit choice conclusion is removed from think-aloud before it enters the proposal prompt. Four validation and four test trials are too small for a substantive scientific conclusion.
[Sources]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minimal executable loop implemented in Notebook 3 and scripts/minimal_discovery_loop.py. DeepSeek proposes feature sets and process hypotheses in JSON. Trusted code performs validation, fitting, selection, and testing.
[Sources]
- https://api-docs.deepseek.com/api/create-chat-completion
- https://arxiv.org/abs/2605.05091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baselines are evaluated by trusted Python on the same frozen test trials. The all-feature model is an upper-capacity comparison, not a cognitive theory; with only four test trials its estimate is highly unstable.
[Sources]
- notebooks/results/minimal_discovery_loop/test_results.csv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initial proposal and both validation-guided revisions selected the same two-feature structure with validation log loss 0.663. The test set remained closed until selection. On four test questions the selected candidate underperformed the expected-value and all-feature baselines. The all-feature baseline has eight fitted parameters and only four test trials, so its perfect balanced accuracy is descriptive, not a stable estimate.
[Sources]
- notebooks/results/minimal_discovery_loop/minimal_discovery_run.json
- notebooks/results/minimal_discovery_loop/validation_results.csv
- notebooks/results/minimal_discovery_loop/test_results.csv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77cf7515cc478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93aeb1496540f8" /><Relationship Type="http://schemas.openxmlformats.org/officeDocument/2006/relationships/slideLayout" Target="/ppt/slideLayouts/slideLayout1.xml" Id="R2a2cbb1f6c8f4d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2cbb1f6c8f4d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4e628c414fd43b0" /><Relationship Type="http://schemas.openxmlformats.org/officeDocument/2006/relationships/notesSlide" Target="/ppt/notesSlides/notesSlide1.xml" Id="Rbb0f6f178c574c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44f867707c340c1" /><Relationship Type="http://schemas.openxmlformats.org/officeDocument/2006/relationships/notesSlide" Target="/ppt/notesSlides/notesSlide2.xml" Id="Rc79eab501deb494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3895d013df749b7" /><Relationship Type="http://schemas.openxmlformats.org/officeDocument/2006/relationships/notesSlide" Target="/ppt/notesSlides/notesSlide3.xml" Id="R2803b907294d42f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4dfa08cbb3d4128" /><Relationship Type="http://schemas.openxmlformats.org/officeDocument/2006/relationships/notesSlide" Target="/ppt/notesSlides/notesSlide4.xml" Id="R3207382c772a461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a07e8d6b4df49e2" /><Relationship Type="http://schemas.openxmlformats.org/officeDocument/2006/relationships/notesSlide" Target="/ppt/notesSlides/notesSlide5.xml" Id="R26482942165949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da5d692989c47b7" /><Relationship Type="http://schemas.openxmlformats.org/officeDocument/2006/relationships/notesSlide" Target="/ppt/notesSlides/notesSlide6.xml" Id="Rbe52a17247da4e1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4b5d31127e74d9d" /><Relationship Type="http://schemas.openxmlformats.org/officeDocument/2006/relationships/notesSlide" Target="/ppt/notesSlides/notesSlide7.xml" Id="Rfa5cd3106e5244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a5bb888eee24080" /><Relationship Type="http://schemas.openxmlformats.org/officeDocument/2006/relationships/notesSlide" Target="/ppt/notesSlides/notesSlide8.xml" Id="Rb28e254ad2ec4d0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e6885f573a349f8" /><Relationship Type="http://schemas.openxmlformats.org/officeDocument/2006/relationships/notesSlide" Target="/ppt/notesSlides/notesSlide9.xml" Id="R3f8a48050aa544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8bf9916d0104a74" /><Relationship Type="http://schemas.openxmlformats.org/officeDocument/2006/relationships/notesSlide" Target="/ppt/notesSlides/notesSlide10.xml" Id="R7273def93b0b44b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171f751ed5a4a28" /><Relationship Type="http://schemas.openxmlformats.org/officeDocument/2006/relationships/notesSlide" Target="/ppt/notesSlides/notesSlide11.xml" Id="R801cab213f12439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46cd0a6209c4726" /><Relationship Type="http://schemas.openxmlformats.org/officeDocument/2006/relationships/notesSlide" Target="/ppt/notesSlides/notesSlide12.xml" Id="Rf1113c595cd9416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a95a32c28fd4050" /><Relationship Type="http://schemas.openxmlformats.org/officeDocument/2006/relationships/notesSlide" Target="/ppt/notesSlides/notesSlide13.xml" Id="R9a116c4fb6224c2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35bef8428b14a30" /><Relationship Type="http://schemas.openxmlformats.org/officeDocument/2006/relationships/notesSlide" Target="/ppt/notesSlides/notesSlide14.xml" Id="Rbfb684bd98bb441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1f91f9fa80e4ae2" /><Relationship Type="http://schemas.openxmlformats.org/officeDocument/2006/relationships/notesSlide" Target="/ppt/notesSlides/notesSlide15.xml" Id="R412d7b8920de475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e725339858d4d87" /><Relationship Type="http://schemas.openxmlformats.org/officeDocument/2006/relationships/notesSlide" Target="/ppt/notesSlides/notesSlide16.xml" Id="R721b33abc21f445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0bd85b1b7b54ed4" /><Relationship Type="http://schemas.openxmlformats.org/officeDocument/2006/relationships/notesSlide" Target="/ppt/notesSlides/notesSlide17.xml" Id="R94945fab91a9448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a178782f31d409e" /><Relationship Type="http://schemas.openxmlformats.org/officeDocument/2006/relationships/notesSlide" Target="/ppt/notesSlides/notesSlide18.xml" Id="R10f890725dff4c6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22228aad1f2444a" /><Relationship Type="http://schemas.openxmlformats.org/officeDocument/2006/relationships/notesSlide" Target="/ppt/notesSlides/notesSlide19.xml" Id="R89b0c245dd034d3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d0ccd2d6ff74e19" /><Relationship Type="http://schemas.openxmlformats.org/officeDocument/2006/relationships/notesSlide" Target="/ppt/notesSlides/notesSlide20.xml" Id="R6334a44c544840e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3da4476c91847f5" /><Relationship Type="http://schemas.openxmlformats.org/officeDocument/2006/relationships/notesSlide" Target="/ppt/notesSlides/notesSlide21.xml" Id="R5bca7db9751242b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f7f5d293a2242b9" /><Relationship Type="http://schemas.openxmlformats.org/officeDocument/2006/relationships/notesSlide" Target="/ppt/notesSlides/notesSlide22.xml" Id="R1f0bf45b8992469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f9004b492aa4976" /><Relationship Type="http://schemas.openxmlformats.org/officeDocument/2006/relationships/notesSlide" Target="/ppt/notesSlides/notesSlide23.xml" Id="R333d98ee1aa84bf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6c44dbb295a46fc" /><Relationship Type="http://schemas.openxmlformats.org/officeDocument/2006/relationships/notesSlide" Target="/ppt/notesSlides/notesSlide24.xml" Id="Rd95a6fb56e9b44a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d5054dcd1644efa" /><Relationship Type="http://schemas.openxmlformats.org/officeDocument/2006/relationships/notesSlide" Target="/ppt/notesSlides/notesSlide25.xml" Id="R065a2260dff343d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87b81da76d44f83" /><Relationship Type="http://schemas.openxmlformats.org/officeDocument/2006/relationships/notesSlide" Target="/ppt/notesSlides/notesSlide26.xml" Id="Ra4b7e5140c0e408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cd2c303d66140a9" /><Relationship Type="http://schemas.openxmlformats.org/officeDocument/2006/relationships/notesSlide" Target="/ppt/notesSlides/notesSlide27.xml" Id="Rb710762657e54f6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15ac9c87ad64d6a" /><Relationship Type="http://schemas.openxmlformats.org/officeDocument/2006/relationships/notesSlide" Target="/ppt/notesSlides/notesSlide28.xml" Id="R3e8da94889d64b0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87bb03a0de3b4337" /><Relationship Type="http://schemas.openxmlformats.org/officeDocument/2006/relationships/notesSlide" Target="/ppt/notesSlides/notesSlide29.xml" Id="Rade0a063177043d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c8e3334602948c8" /><Relationship Type="http://schemas.openxmlformats.org/officeDocument/2006/relationships/notesSlide" Target="/ppt/notesSlides/notesSlide30.xml" Id="R8275718d9f934ee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de62efa8ab44d4a" /><Relationship Type="http://schemas.openxmlformats.org/officeDocument/2006/relationships/notesSlide" Target="/ppt/notesSlides/notesSlide31.xml" Id="Ra18aed0b5476416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7d2a98b07c149b8" /><Relationship Type="http://schemas.openxmlformats.org/officeDocument/2006/relationships/notesSlide" Target="/ppt/notesSlides/notesSlide32.xml" Id="R35f254066788439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7a4590a61244a40" /><Relationship Type="http://schemas.openxmlformats.org/officeDocument/2006/relationships/notesSlide" Target="/ppt/notesSlides/notesSlide33.xml" Id="Rb13cd3cf4630478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d0b9de8346d4341" /><Relationship Type="http://schemas.openxmlformats.org/officeDocument/2006/relationships/notesSlide" Target="/ppt/notesSlides/notesSlide34.xml" Id="Rc905deeaf7c240d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4bfb9676de6450a" /><Relationship Type="http://schemas.openxmlformats.org/officeDocument/2006/relationships/notesSlide" Target="/ppt/notesSlides/notesSlide35.xml" Id="R77dc40714d52476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dfc31a52bc4e4617" /><Relationship Type="http://schemas.openxmlformats.org/officeDocument/2006/relationships/notesSlide" Target="/ppt/notesSlides/notesSlide36.xml" Id="R0c52cc59562a499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5786424dfa87437a" /><Relationship Type="http://schemas.openxmlformats.org/officeDocument/2006/relationships/notesSlide" Target="/ppt/notesSlides/notesSlide37.xml" Id="Rfcaa9df9588842a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a6322c0d6d047b2" /><Relationship Type="http://schemas.openxmlformats.org/officeDocument/2006/relationships/notesSlide" Target="/ppt/notesSlides/notesSlide38.xml" Id="Rbf2c52b909014ba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85ff9c7f2a441eb" /><Relationship Type="http://schemas.openxmlformats.org/officeDocument/2006/relationships/notesSlide" Target="/ppt/notesSlides/notesSlide39.xml" Id="Rd4adc8240fc540f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7bcdf20e16ee44f2" /><Relationship Type="http://schemas.openxmlformats.org/officeDocument/2006/relationships/notesSlide" Target="/ppt/notesSlides/notesSlide40.xml" Id="R1bedeed1d2794c4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2c560ed967ae498b" /><Relationship Type="http://schemas.openxmlformats.org/officeDocument/2006/relationships/notesSlide" Target="/ppt/notesSlides/notesSlide41.xml" Id="R48eaa1b38229428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158eb0efa5d843a0" /><Relationship Type="http://schemas.openxmlformats.org/officeDocument/2006/relationships/notesSlide" Target="/ppt/notesSlides/notesSlide42.xml" Id="R511db1aec8e14ea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acd18aff524340cb" /><Relationship Type="http://schemas.openxmlformats.org/officeDocument/2006/relationships/notesSlide" Target="/ppt/notesSlides/notesSlide43.xml" Id="R51f6baac047d4c2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c8d07cab530c4bf9" /><Relationship Type="http://schemas.openxmlformats.org/officeDocument/2006/relationships/notesSlide" Target="/ppt/notesSlides/notesSlide44.xml" Id="Radf5497b5c724ff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3ad007e52ded40b9" /><Relationship Type="http://schemas.openxmlformats.org/officeDocument/2006/relationships/notesSlide" Target="/ppt/notesSlides/notesSlide45.xml" Id="Rda2856d3c309457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75fc2bbdf4c4f05" /><Relationship Type="http://schemas.openxmlformats.org/officeDocument/2006/relationships/notesSlide" Target="/ppt/notesSlides/notesSlide46.xml" Id="R535a1b0ac2d2478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99648e4fe22c4908" /><Relationship Type="http://schemas.openxmlformats.org/officeDocument/2006/relationships/notesSlide" Target="/ppt/notesSlides/notesSlide47.xml" Id="R21ab7c165c3f40d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3f63ffb8cff4fab" /><Relationship Type="http://schemas.openxmlformats.org/officeDocument/2006/relationships/notesSlide" Target="/ppt/notesSlides/notesSlide48.xml" Id="R23137f7b8ac74ab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9fa180d17e647aa" /><Relationship Type="http://schemas.openxmlformats.org/officeDocument/2006/relationships/image" Target="/ppt/media/image.png" Id="Rca335702073b45d1" /><Relationship Type="http://schemas.openxmlformats.org/officeDocument/2006/relationships/notesSlide" Target="/ppt/notesSlides/notesSlide49.xml" Id="R7b626d05475c471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ed23a66027b2453a" /><Relationship Type="http://schemas.openxmlformats.org/officeDocument/2006/relationships/notesSlide" Target="/ppt/notesSlides/notesSlide50.xml" Id="Rb1c114d10e484994"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cfac88ff91774f97" /><Relationship Type="http://schemas.openxmlformats.org/officeDocument/2006/relationships/image" Target="/ppt/media/image2.png" Id="Re06d4347c85b4e1e" /><Relationship Type="http://schemas.openxmlformats.org/officeDocument/2006/relationships/notesSlide" Target="/ppt/notesSlides/notesSlide51.xml" Id="R8d379ec5f74b494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89a31fd6fd0b466e" /><Relationship Type="http://schemas.openxmlformats.org/officeDocument/2006/relationships/image" Target="/ppt/media/image3.png" Id="R4d79cb2ee93b43a2" /><Relationship Type="http://schemas.openxmlformats.org/officeDocument/2006/relationships/notesSlide" Target="/ppt/notesSlides/notesSlide52.xml" Id="R67a4b8e3899245e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c7b32182ab3435d" /><Relationship Type="http://schemas.openxmlformats.org/officeDocument/2006/relationships/notesSlide" Target="/ppt/notesSlides/notesSlide53.xml" Id="R87000e06549044d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7f976fbc9f99418d" /><Relationship Type="http://schemas.openxmlformats.org/officeDocument/2006/relationships/notesSlide" Target="/ppt/notesSlides/notesSlide54.xml" Id="R752bfee5e04f438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097f8ef640cf43dc" /><Relationship Type="http://schemas.openxmlformats.org/officeDocument/2006/relationships/notesSlide" Target="/ppt/notesSlides/notesSlide55.xml" Id="R2a6896e9e5d94a6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02ecd04e9e074f7c" /><Relationship Type="http://schemas.openxmlformats.org/officeDocument/2006/relationships/image" Target="/ppt/media/image4.png" Id="R5535420c69454334" /><Relationship Type="http://schemas.openxmlformats.org/officeDocument/2006/relationships/notesSlide" Target="/ppt/notesSlides/notesSlide56.xml" Id="R78882d5db2e640e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efb66cf5aebc49f0" /><Relationship Type="http://schemas.openxmlformats.org/officeDocument/2006/relationships/notesSlide" Target="/ppt/notesSlides/notesSlide57.xml" Id="R5b5c57edffae407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1c23cacb0d514ae2" /><Relationship Type="http://schemas.openxmlformats.org/officeDocument/2006/relationships/notesSlide" Target="/ppt/notesSlides/notesSlide58.xml" Id="Rf55256ca95ce457c"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cb789579a6e4db2" /><Relationship Type="http://schemas.openxmlformats.org/officeDocument/2006/relationships/notesSlide" Target="/ppt/notesSlides/notesSlide59.xml" Id="R4b118635e32e458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48005ab6d6fe43b3" /><Relationship Type="http://schemas.openxmlformats.org/officeDocument/2006/relationships/notesSlide" Target="/ppt/notesSlides/notesSlide60.xml" Id="Rb15634919ade42c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22d7324201f4051" /><Relationship Type="http://schemas.openxmlformats.org/officeDocument/2006/relationships/notesSlide" Target="/ppt/notesSlides/notesSlide61.xml" Id="Rd1aa9f08487149a3"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2988c09d464144d5" /><Relationship Type="http://schemas.openxmlformats.org/officeDocument/2006/relationships/notesSlide" Target="/ppt/notesSlides/notesSlide62.xml" Id="R8608525f37b2422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e5ec57159c0b4ec2" /><Relationship Type="http://schemas.openxmlformats.org/officeDocument/2006/relationships/notesSlide" Target="/ppt/notesSlides/notesSlide63.xml" Id="R6f6b5326fee9482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909f73cbeeb24df2" /><Relationship Type="http://schemas.openxmlformats.org/officeDocument/2006/relationships/notesSlide" Target="/ppt/notesSlides/notesSlide64.xml" Id="R965c92f2e8d045f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db04ab4d0d5f4b19" /><Relationship Type="http://schemas.openxmlformats.org/officeDocument/2006/relationships/notesSlide" Target="/ppt/notesSlides/notesSlide65.xml" Id="R1ece96c263254a0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185eaa65ab9942c3" /><Relationship Type="http://schemas.openxmlformats.org/officeDocument/2006/relationships/notesSlide" Target="/ppt/notesSlides/notesSlide66.xml" Id="R7d89341d9a4e424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9a97df7b46c94ce9" /><Relationship Type="http://schemas.openxmlformats.org/officeDocument/2006/relationships/notesSlide" Target="/ppt/notesSlides/notesSlide67.xml" Id="R96991dd0db0e492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0788b6bce9664640" /><Relationship Type="http://schemas.openxmlformats.org/officeDocument/2006/relationships/notesSlide" Target="/ppt/notesSlides/notesSlide68.xml" Id="R77de9c82bec34b7e"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1baef6e488124511" /><Relationship Type="http://schemas.openxmlformats.org/officeDocument/2006/relationships/notesSlide" Target="/ppt/notesSlides/notesSlide69.xml" Id="R3e1d6765014a4b2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7110041a9eb4ea8" /><Relationship Type="http://schemas.openxmlformats.org/officeDocument/2006/relationships/notesSlide" Target="/ppt/notesSlides/notesSlide70.xml" Id="Re52619376208484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bb5abf56a8d44a91" /><Relationship Type="http://schemas.openxmlformats.org/officeDocument/2006/relationships/notesSlide" Target="/ppt/notesSlides/notesSlide71.xml" Id="R74dc8496c59a403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c081290e62af47e6" /><Relationship Type="http://schemas.openxmlformats.org/officeDocument/2006/relationships/notesSlide" Target="/ppt/notesSlides/notesSlide72.xml" Id="R49b11f86523a4fc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b28fb8833dcd45e3" /><Relationship Type="http://schemas.openxmlformats.org/officeDocument/2006/relationships/notesSlide" Target="/ppt/notesSlides/notesSlide73.xml" Id="R9a6235b5a18b4d9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67c6ed63d416464a" /><Relationship Type="http://schemas.openxmlformats.org/officeDocument/2006/relationships/notesSlide" Target="/ppt/notesSlides/notesSlide74.xml" Id="Rfececa902f19434a"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1740ef01bba04004" /><Relationship Type="http://schemas.openxmlformats.org/officeDocument/2006/relationships/notesSlide" Target="/ppt/notesSlides/notesSlide75.xml" Id="Raa6dc519112b44e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d8af4930f2a64499" /><Relationship Type="http://schemas.openxmlformats.org/officeDocument/2006/relationships/notesSlide" Target="/ppt/notesSlides/notesSlide76.xml" Id="R13abff8f027745a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99127721f1e4473c" /><Relationship Type="http://schemas.openxmlformats.org/officeDocument/2006/relationships/notesSlide" Target="/ppt/notesSlides/notesSlide77.xml" Id="Rca8acb2e5488461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690df215f4384ceb" /><Relationship Type="http://schemas.openxmlformats.org/officeDocument/2006/relationships/notesSlide" Target="/ppt/notesSlides/notesSlide78.xml" Id="R0c505cd4d1b6403d"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25ce9da250434956" /><Relationship Type="http://schemas.openxmlformats.org/officeDocument/2006/relationships/notesSlide" Target="/ppt/notesSlides/notesSlide79.xml" Id="Rddf5a2c37fa6420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96E28D8-1199-4365-9B55-75ECE01FFCEE}"/>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998ECB09-E610-4529-9D57-7F182291132A}"/>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9362214D-6235-4421-9289-A6C364DC5F62}"/>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06FE137F-797C-4CD4-8CC8-E0653767DF21}"/>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E65301B-E166-404F-BE22-CEBE5C72A50B}"/>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572CA37D-030E-4C3F-B3F6-7930165DCED9}"/>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6440E15D-06B9-4169-AB56-8228EE1D824C}"/>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26763814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9D87BC9-60BD-43C5-A408-D29D9EA34B5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AB1A27E1-E9CB-438A-8998-B7DB05BC897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9DBC16D3-21AC-48EA-9B00-B6A9B4C9256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49CE6D2-1A76-41C9-8AEF-C26034A3A7E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2F06517C-F15B-4DD4-A0F7-448450E067E3}"/>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5127DBD7-2B16-4B62-BE5C-60FCA34887AA}"/>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248FE49E-9371-4CD1-9A01-2215F498C51E}"/>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C911E3D3-A7E7-4531-B81D-392444537A9B}"/>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23E22A4A-93AD-41A2-B306-3D8667A378FD}"/>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5C7887E0-4F56-4891-A567-248235B9C420}"/>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A0BCAFC7-DB55-40F8-B349-02FAEAEC1050}"/>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B7FE728-658C-488D-A362-75232CF9F566}"/>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DB7D2175-54D8-4598-8E7C-3F546B51F76B}"/>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9C3DB076-FC03-43FC-B227-86F4A55A6E46}"/>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F93CFA56-3B55-4474-AC6A-FF695192DD31}"/>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B3CAFC8B-9254-4B03-ACCE-99DF71F541C0}"/>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0BB7554E-DCA1-4EC3-B2CB-F6154B0868BD}"/>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E59353AE-F95D-4D3E-B7A1-7080BA907442}"/>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34308AA9-C350-42B5-9F61-9932D271DFFF}"/>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2F47EB1E-C7D1-4D95-8C3B-660801237F13}"/>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87102D2A-3734-448A-B39E-936E5CB2555D}"/>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D6141757-7E6C-4281-B1E8-2974F3E4E9B1}"/>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4345FF01-DF47-4AAF-A961-0539704C12F7}"/>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64C54EC4-F77B-43CF-8BAF-2575F2ECF4A5}"/>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6893473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A49B14-6CDC-4F7C-A7C3-516921019341}"/>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D472F9D1-4F80-43DF-92A8-47B0A12E0A45}"/>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4FB3E8CB-AF99-49C7-B371-31A23CFDD2A9}"/>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CDB9E8A3-FE25-42E3-BEFD-D6206875ED5D}"/>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8FBB6180-E4FD-4B0F-AC3B-F31CE3AD9940}"/>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B9EE01AB-A3DF-41CB-A053-0B85FA8B3E88}"/>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34219232-BF3E-4044-AED1-5F5AD4C0D1BB}"/>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51970C85-FC64-4466-A802-3E2CF643F1D4}"/>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4673864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471589C-96D7-40BC-8FF8-2882EE22908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38B403F4-88DD-44C0-A5B4-745B1C7CBA8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9AD83B67-54D9-4DED-87A9-232A6C61B25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D1700CF-2174-471A-9514-517864028BA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7CC48FE1-1C92-45E2-B8F8-AD4202E2A09A}"/>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8A22E6BA-03F6-4282-A352-D7F1FFD30A9B}"/>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1640D81F-FB22-4F3A-8E6A-BBC0EB4608DA}"/>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B325CABC-4E03-4847-A063-4F4B3DC226F5}"/>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84A84D1-6C1A-4337-9CC5-EE9DF4ED2D89}"/>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8EFA1CE4-322A-4D3A-A836-D144D019597A}"/>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ED79A050-ED1F-4F30-846E-377989FB9677}"/>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2C9BB71C-85AB-4927-A3CF-81EADB0C79BD}"/>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8E941ED-4079-44D0-B44B-C4990FC17C04}"/>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31F22AD8-5A60-4F47-B466-7D5285FBDAED}"/>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467D5A74-853D-4B92-96F0-B605D17F66B3}"/>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8E9137E1-8AE6-43A8-8001-2DFA590198C2}"/>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A782F72-D238-43BE-8133-A2957F302B45}"/>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7D6C9BF-EE10-4ADA-9C93-5D6A341FA861}"/>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107756566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49CC8FF-1E3C-4B1F-9E4C-00E17110341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88E796FF-6303-4C9C-A0D1-EAB11A8605B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12DB7BAF-CB05-457F-89C6-DEC7693BD63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AEE56CC-D61C-4266-8C90-CA52C21CB48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650B9943-43BA-4029-9437-46F83E62D18C}"/>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B8E82F3C-525A-4828-9CED-BFC5115E3EDC}"/>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3C8CB388-8F2C-49F6-8922-DDF1B772703A}"/>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320AE691-4113-4D56-B9EE-2E025B8E6F07}"/>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2516FE7-79A9-4B0E-BCF2-F1C1F422B65D}"/>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B78E92B6-291A-4AF7-A256-B1AB3C75C2F7}"/>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B203DE20-35ED-418B-BD8F-B0A8AA4B3EBA}"/>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27B0DCED-4DA9-42C3-B817-1865F2C898A1}"/>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CDE3A20-B880-4EAC-8B0B-1FD5872C74E0}"/>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4783B7C0-15A2-47B2-8B1E-5F777A29D97F}"/>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C6D2558A-35E4-4953-A98F-CF5EF7748164}"/>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03099BFC-4534-4DD8-8D6B-242857C162C1}"/>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E448C63-AC0B-4CFD-9553-A01AA82FBC67}"/>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1B45340E-9AA5-420F-8F81-7A7FCCE74B72}"/>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53C32BF2-23DA-4CC4-8951-E043C39E25C6}"/>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B2AC8AF1-99A6-4295-93B7-C922E7A55392}"/>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326F474-948D-455C-B3A6-A58FC2FE536D}"/>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81104EE-F534-44D9-8A55-C083A0E0AD35}"/>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10143515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0F1E3393-2736-468B-830E-E1847E0B33B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89E6CB68-0CE2-48CA-9D6E-693AE69AFA9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E31D7811-80D0-4714-AB62-5081AE744FE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DAB0B2-CFA5-47F4-86D0-F1ABC03EE21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ED7E1108-A562-4B8C-B939-54D68CC9DB50}"/>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00A6C414-5C48-4DF9-BDFF-F7B30EBA1F2A}"/>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B840979F-C4DA-4259-8708-73EFD8E40127}"/>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2DAB3DB1-4325-4197-8499-6CA066BFA4A0}"/>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AA79C8FB-D92F-4C1B-9266-E8DB652C6C53}"/>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8A59D028-780C-40A8-9D82-E55BDB3F1FF5}"/>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0CAD7D5C-B3D8-4CF7-96E0-1774C5D34EC1}"/>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9DAF91AB-FD97-4158-B7B4-914AD9E07BE8}"/>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A7C125A-C2C7-49D2-B0A3-73BD446397D0}"/>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7D44FA49-312C-4438-9142-6A20D4FD5AAD}"/>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D24065BA-C9F0-4652-A4C7-9A312B281F66}"/>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7C90A21B-661C-4AF6-AA79-63D42BB89E63}"/>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DFC83AFE-F9EE-4396-A90F-8899AA1030D6}"/>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73F89BB-24D4-4CAE-ACFC-37B35796BA74}"/>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0A214FDE-DC40-44C4-A865-EA29C1BCCF64}"/>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394B5054-6D28-4565-9E3C-C4958C14DF89}"/>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2C28E197-AB79-4B5F-BA3E-7688BBBCDCD5}"/>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35CC6457-91DE-4C41-9813-5784CEE1D6F2}"/>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D7ACC06-A22F-4A3F-A8D7-F19A0751C6C8}"/>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9E177B1F-99F3-4DF2-BAF2-5E87015B832F}"/>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C7A5C00C-82D3-4569-889A-1E8F5B719019}"/>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AE8C4BB6-BD03-409F-A463-FE856E639DE8}"/>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1A494E20-2040-4C5A-A2F1-C8367EC2F5A7}"/>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03BFC03-A771-4AF6-B733-1BAA9E82A514}"/>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054E55A7-2253-4B4A-A750-DB757C714012}"/>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C1DB2B9F-EFAC-4AB0-A7EF-BD8575F4BC5C}"/>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164D2356-5F61-4290-8F55-407B5CAC6EBD}"/>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AFDA00BF-A25B-4B42-BBF5-CD50300CCD5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26127DD-DFAF-45D6-8C21-738F908E7281}"/>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189575605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F78D279-12F3-4881-AC64-9D9319A5D65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3F1E1BEC-E2D1-4E8F-B03D-06DAD4F1DBF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360C3F2F-8EA6-4B92-8B47-677A0A23662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D8F2401-A778-4352-A34A-8F6FCB359E6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2AED70FC-BC11-4682-948F-4D9E33C9002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AF4536AB-AEC5-4BB2-A4F4-3F0324C90EF8}"/>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32E417C1-0C6B-4C7A-B1DE-150D2C66BB15}"/>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0A3C50D2-12D1-4532-A027-C5E8DD67A81F}"/>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0B929992-780F-4758-AD35-E51103AFC8AF}"/>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005D462E-3180-46F1-8A59-A907BEFC9A2B}"/>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96C4F9F4-6D90-4E1E-9E8B-60DC5169927D}"/>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7024BE6E-61F8-4E51-A736-36CDB3F68A8D}"/>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D02282E1-9DA4-43B8-8643-E29C2E1C0FD0}"/>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D79C7109-1D4C-4C37-B4F1-0C3E8BB42DBF}"/>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85BE00DC-46CF-45DB-9629-2006C23B6A97}"/>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86B548A-9305-4455-9F07-B72C591960AB}"/>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3D585F2C-208B-41AD-8B5A-4911DB165E7F}"/>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28CD1901-E9E9-4C17-8468-EDFCB7309A6B}"/>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551ACF7-717E-4403-A4F8-BCF783E0DF4E}"/>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6BBDF3A-629A-4FA4-90F4-EEA1082DF64C}"/>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B15540E0-D6C8-48C4-8DED-0AAFECFA8505}"/>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B31684FE-DB47-4835-8326-21B2C204D6BF}"/>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F4898D5-89D7-47E1-8CE6-A1F3191234B5}"/>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296B52A-C659-410D-9859-F0771E639282}"/>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316E2E33-B9D8-47AB-9B0D-FD765CCEA759}"/>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D63AB3C5-9AB5-4E40-BCE1-DA0571EA58F2}"/>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46E78DA-893E-4440-AAD2-451522E3B33D}"/>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60E3A7D-4152-4504-93A8-6260D3A4C6CD}"/>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ED0FDEA3-9D4D-41FE-8663-FDE42748A800}"/>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81835186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2C4AC61-47FC-4927-AF93-CA28700D8DB9}"/>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D3B3D16E-325B-4D55-ADBC-54747B36F622}"/>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65B868A1-5A3A-4DBB-B3DE-44CA01CDF3FF}"/>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6D735D-416B-4E10-9C03-A67888A480DD}"/>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E5A85995-DB94-4E04-AAB0-70A9202F705B}"/>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21FE92D-21D6-4524-921B-0000076C4F3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2ECFC86-FD28-449E-8365-A89503D2668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0F29B5D-2D41-4F84-9C8B-132B3E0825E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EA0FC5A-550E-4102-9481-258DDA139AB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A25D93F-52D7-4011-97D4-212BE4B12F0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91781E4-521C-454E-8F1D-22E358434AF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19EC313-ED70-4451-ACEF-AF47CD42974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F752B4A-09FE-40DE-8729-E046A7D0CC8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E08873-5E39-4DE8-9466-A21006E3BEF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1692226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90FECA37-F735-475F-AA49-D5FC8AB57EB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F781B92C-3F24-4691-87B1-D4E48EEEA13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CF53709A-ADDB-43BB-80EF-B59CFF302AC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19180CF-1922-49E7-AD33-1F28EC719ED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EDB948A7-F472-46F5-A025-EEBEDA60B41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7E25D0D-532F-42EE-A922-D5312927F18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A4B97B3-CA55-4414-97BD-F814AD762F0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AB33FA-833E-4A90-9426-C8F98FD2E02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1D2FBFA-E4F3-4447-9E2D-1F88DB30915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EA03C9-0791-4139-AB1A-CF7E1207089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AB5B944-9516-4F2A-8A8B-79532728561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00E0CEC-85EA-4D67-A01D-311BB07B722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31705CB-5833-49E1-A602-4CA41953CED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AFF0CBB-427E-40BB-AF94-D156D1AFB8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A587B37-A4D4-4223-BCB1-ABF053F241B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67F96130-9302-4A61-A4B3-02A3FD37A7CE}"/>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13A6453-8B76-47C3-B949-06758BAAF043}"/>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A0D80E5-7D96-4900-B00A-83DC7A53DD53}"/>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B10924D-6166-4ED6-A1AF-323231DAEB46}"/>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5A97989-C6F7-41B7-929F-78D51B8748B9}"/>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1AA8599-7108-40C7-9C5F-1828482AC956}"/>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57842A9B-6759-40BD-98A0-B1D27049809E}"/>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66733CA-75E2-46FA-A073-83160D0C5B3E}"/>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5ED09FE2-44CD-402E-B4D1-25782E732B25}"/>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08C42609-2E33-41FD-BC41-0785DA8295CF}"/>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6452A772-1C8C-479D-AF17-03BB39A9099A}"/>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1E37399-04E0-4697-8B46-98679E1AB8DE}"/>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0FD9A37C-DA69-4656-9A56-B1F5FE7EC9D2}"/>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EE3E6FAA-B0F2-4464-8CDC-B85EEABCB764}"/>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C5A16B2F-A8E9-431A-A033-EA041FFC8756}"/>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CDDECC6-13EB-46DC-88AF-B6E66DD74ECF}"/>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AA1E191F-85C8-4160-9343-B502C30D16C4}"/>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9E5091BD-CBEC-43C4-B906-F86950184464}"/>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141F5930-883A-4EE2-9826-A673F1D4BAAD}"/>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03EF0AE-E757-428D-A4E9-30DFD1F63661}"/>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B582B2A2-6C1C-44A0-B39D-8420D21FEEA4}"/>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8D72AAB6-9D3F-41F4-80A0-08E7A9A96791}"/>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745CB9D5-ADFB-4CC5-8E95-2141056636AC}"/>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452B388A-9D62-415C-97E4-2AB41FDC8F78}"/>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14224717-656F-4789-A739-16C4FC12334A}"/>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79D7740A-49E9-44EE-88A0-7C5D6E9D09CA}"/>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7D0C6AED-5282-4994-A59F-F999E7FF80B8}"/>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E538437B-310F-4B63-8E2A-FE467B8D8D0C}"/>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88B96345-3276-4147-B978-AE2694FAE9E9}"/>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2D81E7BE-AEEA-49B9-B9DA-F2F372F3B745}"/>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959EC072-212F-4B00-A7B2-CFAB1A04D369}"/>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21246768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2283C72E-EC38-4B9A-AA8A-17C222C846A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AC2B1200-B596-45D2-997A-DD25E7C982D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AC9FDA04-9EF4-40A1-B6ED-99A6BB439D9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BFF01FC-F6A0-45F5-BFEB-BE7EB7347C3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D74B785B-FEE5-4562-A1A9-AAA5465D023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83F3260-1D36-4D5A-90FA-21F5DB1C39C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8D029AE-BE46-4FC0-8B1A-F1B07EC2F8D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173D979-A355-48A9-AEC7-F771D1CA5AF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1E30134-F39A-4395-B599-CD18DEE64B1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D0D508-3915-4665-914E-8442E9E2267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18A1C1B-C471-4819-A390-2940BC1655A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154CE1E-6EE3-45F6-AC0F-64904747796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AE2BA14-BC56-4555-A149-B41A014091D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D83E99-614F-44CA-9F39-9A9676B8129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F8273A8-18EF-4802-B471-1FCB6604268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254918CF-7629-4D64-A4EB-EE67C1EA8F74}"/>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3A0BFF7-EC58-4487-A847-E7412F8D1E7C}"/>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CF4D83D-4260-4C29-913E-A3C600E6B9B3}"/>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A2CA500-6004-4634-9B00-71A48F2CDC84}"/>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E765305-D0A1-45F0-B786-533F070F495D}"/>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B51AE7A-5381-4219-84C9-52C03810CA54}"/>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677D9D1D-3B96-4D57-8B22-988D5254E0D4}"/>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8AF0FBF-C404-49BD-BCF7-E0B5406378E9}"/>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DD538A30-912E-44D6-B718-CF2674E2E567}"/>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CA2E0F26-A1DF-4858-B1E1-65DD057C4A40}"/>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CC3F1A4F-8039-4724-9741-94AD6CA3911F}"/>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1174B41-FEDB-47E4-84C4-FC1541BA49EB}"/>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01606CB7-F911-47C8-ADC4-68663400D56D}"/>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359668FA-9EF6-4A0D-B047-C544D54D71E1}"/>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F8D7F94F-A6D8-47C9-B0BA-934B31B6AC00}"/>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11622AA-45F9-4300-A682-9D04370693ED}"/>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18CD5E00-E71B-4643-BDC9-9BF6E5D6BF53}"/>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3CB9598A-C051-4997-BFE3-BCB598E62225}"/>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70817F70-9BD9-48CC-B256-3C76E360DC05}"/>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5AEA6E2-1392-4796-A115-6B917F0EC7F5}"/>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6589ACD2-09C8-40B7-A3A8-FCAEFC40F83C}"/>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987AB7A9-D9C8-4B75-BF1E-DB68B97C57C1}"/>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1BABCDD0-04A7-4C05-BE9A-CD4563EE75C8}"/>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D782D52-F773-4607-8DB3-7A51056D27AD}"/>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AB87FCFD-F201-41D9-9F53-3A7783F566F1}"/>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0752C4E2-1CB3-408E-9404-3E6A306EFA8F}"/>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93A4788D-F904-43AA-BAA8-DABD570C9C05}"/>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E9866BA-6F15-4CBE-9EF5-BEE7A93DCE40}"/>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F07320BF-73CE-45AE-B017-9A8585F8CA97}"/>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95432AE4-8752-4AEE-AF03-E55125A8F74F}"/>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43F9E184-9E7A-4A08-9903-1B78255BF995}"/>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55F7135-9539-4DEF-9678-A5747817C8D2}"/>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D14323AE-FA58-449E-8476-D7F7F208F89A}"/>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3D16C4A6-9865-4018-BAD4-E3B3469B21BA}"/>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E7C4F6CA-C4F0-4EBB-9747-5F12AC8B86D7}"/>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DBB55840-6479-4911-9A67-58EA8EFC076E}"/>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96DB95DB-B6D2-460F-825A-1CA4AB6496F1}"/>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D6470B9A-20D1-4A6E-8B1E-4631846557B0}"/>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C5FEE694-AC24-4510-A23D-ADF19ADFDB22}"/>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3D664692-C3D7-40DB-9F1B-B18A7571323B}"/>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15D22692-9AF6-49EF-8620-7B94213F7649}"/>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F78039FC-12E6-465A-981C-5E2BA7AC0D60}"/>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4C41103B-CFEF-4FD8-98BB-4702EEB621F3}"/>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D16FC19C-1302-4A34-8145-EECA4BAD768C}"/>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704C47A9-04DC-4231-887F-F9CB34624128}"/>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4A00F0A1-7F71-4470-BE63-58AF0CCE8462}"/>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893DAF81-B717-4EF5-AB77-4833CCAAC196}"/>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910948A7-C5BC-4A46-BDAD-9DF6D9B9B4AA}"/>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E05411D3-5A07-42A0-A697-FBF87F699226}"/>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A77F8410-70E5-4823-9665-C696AE1D2DC2}"/>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3181119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9675B936-DA04-4202-8F6E-FF39C7F049B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4060E3B7-31CA-4BD5-8115-D5F5310F46B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84E1CCE5-7402-4867-B67F-B56B1449B14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707664B-B18E-4E88-A07F-5C62043F0DA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083DC8D0-A15E-40A0-B8C0-78A72C27F800}"/>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A87F4D7-9DF5-44A1-B111-9893BB2D24E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EB4C10A-5059-4024-9002-5FA8C3A24BC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14253A-6C9C-47DE-93C2-AD1B11F167E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951C338-C0D8-45AF-A6B6-932E7B8B897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91A925-800C-45F5-A1F0-73CC976C884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33B7B73-5EB1-4592-88F5-D391E130FD1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A291E99-8213-4A31-87BE-1D2F1D7977F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45843E7-404F-4EBF-BC35-042BD288763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7E00EB7-960C-4695-8D0C-6C835C119FB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A5D74FB-46B5-454F-8B79-4BF8D813C44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9DA5D5D7-96E5-4BE9-BA80-052658DCC15D}"/>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8E48A385-086A-4AB5-AEC9-D1FE3520A03D}"/>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2D420C9F-ABEB-4638-977B-2CC47AF7BE73}"/>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50857D9-77EA-4815-9F13-FB1D18DEB9CA}"/>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9889AED8-09BF-4FD1-ABDF-C93D8F445C26}"/>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32E4DD79-FF59-4759-827D-7E824F536233}"/>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8A0464DC-71E4-41FB-9237-F7C59FD58A99}"/>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21C1CE67-6064-4172-A5B4-4C4C3F6C89B4}"/>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B230DD64-09FA-42EA-94CE-DB980D3A26F2}"/>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F86355DF-F16E-4E31-A018-D8356F6B3790}"/>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2736ECFD-E8CA-494B-9ABD-86DA61A28239}"/>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94DD25B3-2361-4930-9D1A-A43AE3EA3761}"/>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5473676E-1E9B-47A6-9FED-A804A4D4930D}"/>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59DF3EC2-9C20-4F21-8B09-A9107CD42053}"/>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022A17F3-FA88-4E0E-B60A-EBBDAF690AAF}"/>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E569465A-1C76-4704-BBCD-2AAA29316083}"/>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04DAE827-68C7-466D-A9D1-1465D55DF6C8}"/>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F79DFE57-905E-4EB7-8DCC-BAF78956D531}"/>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79B445AD-46BC-41E5-ABE3-C03ED89C420A}"/>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09C1956C-D700-42E1-83DB-D969F7D5864F}"/>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637ED161-0383-46D3-8620-8E01D252CF45}"/>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B4FEDD5A-41F6-4651-9706-19074A7E195F}"/>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10A5C76E-A243-4E51-9B52-3A35DB30CC33}"/>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BC705F6A-4D41-4B2B-9C45-11874FD0E284}"/>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F7FE0802-8817-4F9D-9A16-EB37848E0080}"/>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D5218B87-C369-40F4-9357-DE20C6D2E6B8}"/>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21586236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F90CB129-6635-48E0-9328-C4324BB8B24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4398A4A9-2337-4773-AC9C-F70B8E780BA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3E5CAB1D-ED24-48F1-8D6B-BB162650654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FC3A13-6C34-4B0E-A421-69F2133F307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32490B0E-5404-42BB-96C8-AA0D1B872B40}"/>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08ECA0F-9AFB-41B6-953D-65D21DAA0A3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6D68751-9BA4-4CE2-BBD9-C593D2BAF4D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C652D9B-C85F-49F9-800B-9F066B0131B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01408E9-C37E-486C-B83D-6EEFF57F144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D796329-2B73-48EF-8783-44A44C8E50A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4E7824F-0358-4ABA-9220-CFE4B4334B8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91EC561-FCB4-4503-983D-E73ABBB473F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8638FCF-5610-44D6-863D-A236FF3C1CE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CD6C3CE-501E-4A06-9059-0210D8F877E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D40826C-DC29-4E4B-AC34-02D4A217FEE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6FCCE0EA-602E-465E-A136-59805D0B8AE7}"/>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00331FD9-8B88-4D21-845A-D698BC5164A4}"/>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53484F9F-599D-4813-A3B2-C29AEDDF0B53}"/>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61B057AB-C806-4545-A937-8049A4E2FFBB}"/>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291DA08-4814-45E9-A733-EE9C26BA6B40}"/>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E0455CF5-B513-4F26-B2AF-132946AE40A1}"/>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51CF8BAC-A2DA-4D23-A42B-91483C0CDFBA}"/>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EE150887-DDAD-4675-848B-8562C662F61F}"/>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F96773A-297D-49FA-9D83-4CF232AAF08A}"/>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3A8C577B-C62D-4353-AC18-75F6F53C4EE1}"/>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824745D-F54D-4F8F-B0B0-712C5B0A3840}"/>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14D9C9A2-1570-4D05-9EED-6707AA33CE95}"/>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F3657C3-2FA3-4692-BF0D-0EA942161672}"/>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0F5A525C-10BE-4AB8-8436-726C79DEDA76}"/>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E6E30629-6554-46F0-9E12-495EB112A4BE}"/>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24287FE4-493F-405F-9279-C88ADDE07884}"/>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6A0210C-7330-4507-9CDF-7DDC5B6CB439}"/>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08D50F1D-81F7-4612-9A29-64FD5856EDA4}"/>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AAD965CC-0B76-409D-B29D-A5F8B166F4BA}"/>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9C179984-FFFB-485A-8802-C29B6B49D7F2}"/>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0DC6F2E1-AA46-4C4C-AF0A-FF1A1000FFF8}"/>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4940EF3E-8818-4B5C-B78C-7BA0E08E5B9E}"/>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1C212429-1FFC-44C9-AA11-64A9E513DEBB}"/>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7C3DBCCB-7D76-435D-BC59-CE8F3315834A}"/>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AA4AAD68-D458-4A01-A685-D7B8034424A9}"/>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D6993A0E-10CA-4DA2-8589-D02F78445B8F}"/>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2A31BAD1-1846-49A1-8330-CFD5FC139B56}"/>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1222E373-B3E9-456B-8AC0-BB0CC4D75E48}"/>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78272903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C1AF0130-92BF-445A-BEA4-0C15663EF24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EE8AE91D-E698-4852-964A-9C6A2A788A2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E82A4159-06A9-42A5-AE3B-7BBCF7213B4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691DD6-EDF0-402A-BBD9-A73E5B30E9C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3445E61A-9612-4E24-9633-F2036BDDCD16}"/>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98EE63E-DC0A-4537-BC70-15AA3B11614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AF7B495-F372-45DC-97D2-7282C9BC1DF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5624AB-E144-4BE8-9206-A5EB0226F9A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0CCA251-DE2E-4457-B4A6-05B1BF5DA21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BDE2F26-A43D-4E2A-A00F-D8EBEB42F24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63A4418-F2ED-4BCC-B764-C4FA1D6A85A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134D5F3-5887-46D1-AFCE-4884F48DCA6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5F96202-6051-4CD5-B677-296B20E3BFC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6BC0657-4A4F-4C15-B224-C8A5634C636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5EEDE7C-97C4-4761-8406-6E27E717BE4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2DD19D8D-B76D-442B-9B8E-B2A4CD366E14}"/>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F20687B6-1E23-4AD8-A11F-08F4782C6B8A}"/>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5392CB9-ADF9-443B-A0AA-B436E8A03EEA}"/>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A5D409D-7DB0-450B-8E96-E3B456A59056}"/>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67191D6-89F4-433A-9CC9-5963EFDD3581}"/>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5C471A3C-6520-4419-82FA-C0DA3575B1A8}"/>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59669B8D-C357-425E-A9A8-3AA0B38228C9}"/>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851B3285-7473-40FA-B3FB-34B49EBBE89A}"/>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A4114308-E344-49E8-A7DA-EE9BD3E13759}"/>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B41FD96A-B299-4B27-AA76-45B3484A96F8}"/>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4B3AD3A8-A62A-4724-BB49-6B9068D82C0F}"/>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5F307DCF-CCAB-436F-99EF-E7CBEB71C395}"/>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449CFD02-0B9D-4C9F-BCBF-62AA4F1FB113}"/>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B5D8CE36-6DBC-4B98-A8D3-B2DE14BF7D4D}"/>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479F2E5A-A8AC-4D75-B6DA-6FD060247AC0}"/>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ECC410D4-A297-4565-B947-79C59CF198A7}"/>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74E25487-E503-4FB7-9849-1F5AB5771B6D}"/>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8CD3BB4A-5A77-417B-A3D3-4B837DBF4EF8}"/>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06A18BDA-02C3-471C-A680-4EC669CF44DA}"/>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6BC9FC2C-4A75-492F-A899-FC9E418BC45A}"/>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F668C5A5-D1AF-48D8-AE48-9F96A7A79F36}"/>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1BA071B-A9CC-4796-9565-65D6DBAB47EE}"/>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198141584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B8BA5811-D82E-499F-8100-51AE8E49282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4DEB0912-CF82-4A47-8626-00E17D147FB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639F97A-8C30-425C-8A54-3517B565B8D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D30907-60FA-4552-B274-FA352D1538E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5267EF04-EB66-4352-9CCD-2FAC71625CE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238AA6B-6842-4FF9-829F-E0E8CCD162D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EF888A4-17DF-4F76-93B0-1D1314FDDD8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7B67A3-4532-42C4-910C-C34DDC6E610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5C7836E-0FFD-4A4B-9C9C-9F36DECD7A6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E765D8-8D5A-40F9-87F4-5360DF6D9A3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A81FBF0-388C-43C9-96BF-18E1F867565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3A33411-2CA5-4E1B-A8D8-EEACA210487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84C884C-9779-439A-B23A-C5FCB9069B9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1989F69-403B-4560-B250-CC111E84828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934DFA7-893F-4190-B1F9-28331ED9B58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F4E898DB-8A5A-4AE0-95B4-FE6E3763EF23}"/>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B693980-68E5-400D-B82B-1472A4BF6816}"/>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CE8B7F26-19FF-4C91-A822-FE42469A3565}"/>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1F731D6-4359-45C5-BDE2-6AAF1BF42BC4}"/>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D26BC30E-39F2-4B2B-A9B9-A1C241CE1A33}"/>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6FEB54EF-9A48-4C71-98A2-EC7FCE58DB8A}"/>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89EE714D-3458-4218-90A0-55A3B715BFDD}"/>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CA0A6858-C601-4D6B-AA9C-5C95466E4BEF}"/>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F9C51512-2B68-4AE8-ABF5-039CBB007C06}"/>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6A1401EB-9929-4FD2-B4E7-1A1D750DDAE6}"/>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DA7E33C2-E2FA-4170-B28D-4F3AC9AA9346}"/>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0835B90F-13C4-47C1-9776-1D1091EE463C}"/>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B8D64A36-2C6F-4CD3-B8B7-F0B94F717169}"/>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8818A3F2-0DFF-4D7F-820E-8E08C5CA0EF9}"/>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75D7F293-B2B6-47B4-BEA9-EACED9904BB5}"/>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43038987-5FE1-4BB8-86D1-CB9B07CBF331}"/>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6DE845BA-B873-4DC8-A2DB-F540C2C16842}"/>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F9AB954-40DE-4686-BB51-D52D3128CA8D}"/>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56721471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D833B1FB-405B-479E-A833-FD2A8B34E41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6AD01255-1E51-4195-8B8A-42A9B16CC0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193EE43E-5AC6-429B-A7D2-C08ADAF881C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0D7068-5098-4143-8CEB-CF7D8401C40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8BF0FAFF-1745-417C-8AAB-110BA5A6CA5A}"/>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96B942F-0475-49D3-B441-F51C2E6604F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E101FBF-BAE0-4F15-AF3B-21E06D905A9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EC9FBF0-AD30-4208-9C80-7A1970425E4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3A32D51-9761-4872-AC8B-D3855FBB323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F5C58D1-9040-48E9-AC2F-50D156E2A38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32A21AA-EB25-4273-9264-1E597EA38C6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A2744A3-8629-4372-9050-8BFCF24FEE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61761B-F63B-4CB7-BC50-E13FE5130C9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D36EF37-6A08-402F-9F0D-8EFA5630C86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3633993-5D0E-448B-A6D6-C4A1F56ED0B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31BCB7C0-7CD9-4024-AE59-AFC3F8E02B5A}"/>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AE173347-5299-4B94-8D59-585F260ECCB5}"/>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955E2C16-B0B5-4CE6-BC3E-A80D21AF0FDA}"/>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6ABFEEC3-429E-459B-8171-51406F596C9A}"/>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8464532-960A-4404-893D-820029663C13}"/>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44C5D7B4-7EE3-4297-B809-012D980690A4}"/>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D543AE2-03A9-42D7-A118-1A1880C942AF}"/>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AE150295-C4EC-438C-9191-313553D35B6B}"/>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038D701-AC97-4AB9-AA0E-564BCE3DE327}"/>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128D327A-D406-4E1B-AAE9-74591033C00E}"/>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DFBE77EC-31EB-4058-8728-466B974E1BEF}"/>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9A05938F-C092-422A-9C5C-381D7A53BD60}"/>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7F75A35-FB74-4F25-9547-D9A2A60C7678}"/>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5C6C06D3-A924-4FA4-9DDC-D4B60C8E1DC3}"/>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8FC80A2-60B5-4C8C-99A7-514B48E1F983}"/>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DA6B72F9-4E7D-4D72-95DB-66316566F29C}"/>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48510E9-E941-4F65-9EA4-29AB60AFAD53}"/>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146B6BF1-94DD-46C8-B546-F3184A38DEFD}"/>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59F65620-BCF1-457C-9E1D-7EFF208E8FE9}"/>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C7866D27-C5C1-45EF-849B-554F61C4C950}"/>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48B22B55-3BBC-4C36-8385-B57A7B7FD7D3}"/>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4E3A2814-54B2-4C0C-9130-F6EE568EA44D}"/>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305F1C87-A4B9-425C-9564-A7EA696619F1}"/>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A2774E2D-D4FF-4DA3-950A-68CA74AF7F89}"/>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B2F1E7A8-990A-4049-BAF2-ADD4F5B013E5}"/>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D49B4A52-5A6E-4A39-AC75-4755FD69BCE6}"/>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3B29DC79-AB4A-46B4-8918-CF0D64E4CC8A}"/>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5A9BE40-5A31-48CE-A870-035CC4313AFB}"/>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F773D2D6-A034-4CBD-A481-E08CAFBCE744}"/>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73E60613-A35E-404E-9C18-DAAE8A75F5B9}"/>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D6051EC6-FE91-4CC0-A9FC-D14678A61C35}"/>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0C317CA-DB58-4E02-81DC-E2D9E2FDAF48}"/>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7DC8090D-AC37-4888-AE74-B119FF3D8010}"/>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37D77E0A-4364-478F-A0EE-0CD62A51469A}"/>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E7D85E03-2B4F-4161-815A-2B4FEB4D2415}"/>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69BC37B3-D643-4BE2-9E99-2029CD74D197}"/>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3306A2BB-929C-4F3D-9078-A6E5D8DD9DA2}"/>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D6EE7A1E-AA0D-4866-B788-34A74C896D80}"/>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C6E66CC5-9DAE-42C7-9C4B-7054D854CCAB}"/>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10A35BFD-A98B-4508-B7A2-20C5E3031190}"/>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35E8C8B5-4907-4354-AF0A-28B129E6F329}"/>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3088888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89176FF-E62B-485F-A9C2-3DDE80E32592}"/>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6C2E97E4-5DFF-46E2-99ED-6C0783B60A6E}"/>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B82E3242-C0A3-485C-9A64-5BDA9CFE1FBE}"/>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81E4C0B-486C-4660-9933-6ABD47ADF7F0}"/>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268F0141-50FE-49E6-A3C0-434BFA73EC3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5FFEDA0-1505-449D-A604-955FC038476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7C5AD02-76AB-4BBF-83F2-2F2A665174E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3BDDF15-4AC6-41EB-871E-33323E3AEAE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BDC57C8-FD4E-4DF6-88FE-FA87BFB4599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A5B7B0A-FF90-4809-8520-AACD087DDD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DEF9E7B-ABDA-411F-8537-21944BDAB64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3E70AC0-8EBA-4CB4-9E1C-A939F9099E4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5E2D57D-8F02-4339-945E-AE30AF8B239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82686FA-CB70-458E-8C8C-3553AC25C3D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0313229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43EE4809-92C4-49DA-9C6B-CF62A63C000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78743FEF-CCD1-4AA3-84D9-ADB82199BE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21B0E93B-B977-48BC-A1FB-71D7778F4CF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D7EE542-5276-40EE-9300-4F2A29C088B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562A25AD-FA35-4CDA-BAF2-E69AE34BEFA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C6820E-F02E-420B-B242-B2BB7076481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F56CFB4-C305-45E2-8081-BC2E79A793D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68D23B4-3963-45EA-AB3D-4367C7A7B77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DFD07A5-1C20-4AE2-8409-6C86735B2CC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22646A2-C4FD-4F3C-89DE-C49A599C81D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9B658D7-E734-4EEE-B249-99FE7CE2C29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FE349CA-EF52-45D7-BDDD-D9FB46D4191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48F1426-AE51-4169-9FD6-837C6CFFF8B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8709F89-27E6-47EB-819C-44FD2095FAA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D26F41A-86CE-4E3B-AAD9-011F8CBCAF82}"/>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88FC1337-12EB-4C2B-B3D3-38B9A801C030}"/>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F7514039-C362-446B-BD7C-4CF9011AB049}"/>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05D3C4AC-90EA-459A-9447-8D28594F5150}"/>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AE1864B2-C67C-4879-986D-F6DB78B2C023}"/>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AB18425-892B-4EF1-94EE-352794AAAEA9}"/>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3DCB6F8-4A2C-4062-A1B6-15C6CE616AB5}"/>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3507A30D-5227-4D1F-8068-5C3940418757}"/>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1EFBEF91-8A86-4711-9AFA-3D42ACCF3F28}"/>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15339886-C0B5-47E7-A885-314C037F6E65}"/>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21A29349-841B-4176-B917-64977B8BCBA6}"/>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4C713C1-D29B-496F-8CDC-ADD7F0798404}"/>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9F19DDE-BCDD-4486-A51E-EF023CFF7A12}"/>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7803481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3B1D8579-B070-471F-8D7E-C7EEB97BE68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B5A2034A-58F7-4165-91C9-FC7211CCEA5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E039ECFA-0EA2-4394-BA22-87401D12C8A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C2FFC2F-D2F9-4F0E-8964-869EF9579D3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C673389A-356B-4E04-8F48-4B2ECE5E8DF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E0FA9FF-2519-4AE6-822E-3BE74230C82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E04A0EF-B8D3-4CBE-815C-91BB402C554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EBC8282-7542-42EB-A0F5-C58EC9F3038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64351C6-F659-40E9-8B2C-E10FCAA225F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B76BD5-96D9-4060-9237-91589375739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9023660-2122-4401-967B-CB564B0D885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48192A8-626D-4BAB-8974-E80734AFC84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00386E-FA88-4515-B39E-A36BD1FBD95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522F45C-8960-434E-B54D-0F1AB37E086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1900268-D797-40BD-AAD8-101823CB5E3B}"/>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52A34EDE-0DA0-4C13-A2B4-1B9772B88BA9}"/>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AB9D602A-EFBE-4914-B7C6-9A48CC11DB62}"/>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13CEA195-1D02-42FB-A43D-17BCD2924FEF}"/>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C1850729-8FF0-4F1F-8510-1B44325F01ED}"/>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E9F84BE-5EF9-488B-8CA5-A7F4848A0353}"/>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3182EDC-0A1F-46B9-BE7A-594D31C101D1}"/>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FB7D46A6-2F59-44C5-B57A-CDED2E81F873}"/>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BF745D1B-96E0-4F0F-9A5B-F59D0E9BA278}"/>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CDE9D471-61B8-4D92-B84A-6E6CFA0E945E}"/>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33A1C850-7303-49F8-8366-5666D3CD75EA}"/>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33ED356-853E-46A9-A3FF-345180F3123E}"/>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EBF9060-8172-46E2-8C44-4A8BC54E09C0}"/>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4E55C5C1-BD37-48CF-9F40-48314C9D281B}"/>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342A89E3-8FAE-4EF2-88B7-E37B3116F389}"/>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77514B5A-EB69-4336-B593-CE254CBE9350}"/>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170B998D-BBD9-4D24-B9F6-0F3E31D08863}"/>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1F80A32-9152-4D0B-ACF1-ACC317FFF6CE}"/>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B4C3E1C-00EE-46D0-8DFB-2D3E71E67EA1}"/>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9487787A-6A4C-4A58-90F8-C9B060BD2569}"/>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7477D075-8E02-4581-A73C-E356ADD54D74}"/>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C19072E5-BEAE-4773-B3BB-6A0EE89B5B25}"/>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CC861CEC-44E0-4ED1-9A9E-B44D5BD19ABF}"/>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F0174348-32BE-4664-8E3D-C9488B50EE9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0B0AC7EA-A35D-4A21-A47C-1689182922F5}"/>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196674852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061E5A3-A277-40F9-8DC6-3ACCCC9867F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FD2C1A19-D0DB-4A1B-9603-065146BB8BE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63F3384D-0E83-4C19-BFFA-9ED59C4EE42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79484A-8893-4A94-9A8A-20C8BB5E0AC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0D9B28AE-B9F9-4593-8ED1-4BD3FE75826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03F954A-0774-4F3B-8D9B-0252440C063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BCC3FAB-999E-4C26-9F3D-BD70EF71151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5D7880A-592B-4204-A3F3-0283B8C5864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4BCAEA4-8A94-440E-A318-7E6EBEB7E13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73B5ADD-2A4A-4DBF-90C1-A3A8D4B0EF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4475800-5B13-4DEC-BEB9-169C0AC37B7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E56875D-BC09-4677-A590-A137C16C86E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7CDB33B-4546-4F12-81F0-0B041A24B35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5EBB989-535D-4DF8-A7D0-55D8772139E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B89BC52-C110-414F-96A7-5D55E91BE29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10843089-5956-4E9D-AF10-868C6C0C440A}"/>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29D2356B-2E7E-48C8-83C4-E463ECCAF788}"/>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0BD7D4BB-A2B1-4BDD-89AC-278A4FBB0419}"/>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9B989D5-F12B-44A7-B047-96F65A6BF604}"/>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2891C54F-BBDD-4147-B48F-652F69ADF460}"/>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95845DC0-6C96-49B3-A6BD-ED0D07CF4ED4}"/>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14AB5748-7413-4AD9-BAA4-649A4C6C6DC2}"/>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AEFD59D-F2B7-41F0-879B-79CAFE1D01E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45657274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864A3CD-439B-4495-8A8F-4AFAC4D36CE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10831403-39A3-40F1-A01F-AD5CBC8F8F2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1EDBE623-21AA-4953-A2DC-98BFB95DF4A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944DC1-1DA7-4E6A-B648-D77D937A059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0D863180-3D21-43E7-A76E-99C398D24CA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0626DA1-D564-41D3-8DFE-B171481DB72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4CDCABF-E059-49D6-9429-330D5D65B67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6C8D42-3BCF-4770-B512-D0451E58334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788537B-8D89-4007-8EB7-0BA93CED3F3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BD184E-3617-4EB5-93CB-BC7C47CF612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9D9A06C-E1A9-451C-8F92-BAC00D9595E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67C2706-2328-47DC-9515-CC3DF9C354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EC1BA72-B822-429D-A335-19A3E0352F7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2B529D1-6861-47D5-A481-72D751F0A47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AB43FAD-F40F-415B-A69C-B6B7AA0BAAE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40E42E38-8609-4B8D-899E-CA1764A91185}"/>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00DBFA30-384A-4E82-87FE-5FE78DBA7786}"/>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D0F28BD9-9959-4BA4-B5A7-CC27527C7059}"/>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5298E658-6D4D-4046-A103-9B95EDCD653F}"/>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72C199F6-68D8-46CE-9638-57824BA7E2DB}"/>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BEA38F73-4D88-4BCC-AEAD-0F0A291A578B}"/>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B7762F6E-A140-4EB8-9870-CB0E72FD08E8}"/>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158D91F8-B429-4220-AF05-E0DEB89672BD}"/>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8F73C6A5-4723-4D40-8695-8F827E10D587}"/>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7CA88E9E-3985-4C47-B4A2-6E924C29BEBC}"/>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21BC4CF-043B-4F73-A34D-6BC01122F78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30629986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0236FD5-1842-4420-A0BD-1B7DD780109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F3F689BC-4E9C-497A-8868-ACBF6FF2CD3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BCAB00D5-C4AD-45D3-BD63-B09359A3392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EBEC591-7661-484B-9079-0507C8567AD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A3721CBB-FA41-4E36-A2F4-BBEA9764AFF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2500157-C002-4C29-95E8-CEAEC6277C5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BB608D9-398A-47B5-B3A9-20197DCA850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B8CF3E9-792C-4F23-AB44-75743C821E4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90EACDC-17AA-44F2-962C-30E28C412AD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7C114B5-9219-482B-91DC-113E14A4ED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43E42AA-AB75-4CE0-8730-E0C4F167038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0B75F67-BB7F-4D76-9C65-39B729FA13E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FCFD6BC-FAF1-4C88-9E42-A1D95094943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BF13E12-C499-46E3-89FE-A9343554B98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B9058B2-D0A3-4FD7-B157-0C9720376A56}"/>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8A2F86ED-C3F7-4E6F-955D-ED12BC2A3C17}"/>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BE4C71D2-5437-4882-A684-0E00C58EF8AA}"/>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21D455B-20CC-4075-A5A3-0CBA4A74AFE7}"/>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1726C11A-6EDF-449B-9C2C-1DFD2F64D704}"/>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F3DA604E-F48B-4A22-A1DB-08AC43B50390}"/>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F916DE7-0541-430B-901B-DE3DB08A6F00}"/>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EDFEB8E5-1496-44DB-B893-811B8CC037A5}"/>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CE41E3B8-DB2C-42AC-90F2-85CA25D1D006}"/>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17068CB-A737-4627-8511-F5BF5759179A}"/>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0812C79D-1CAA-4801-84C6-68EF061A6F83}"/>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D3ADFBE3-5DE4-4227-8291-CE8AB6BB9533}"/>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AFD93E7-36B4-469C-BBE1-2B603FDD79D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6BE99B8-3E47-4E94-AFA9-F31AF62503F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87187479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06FFFAE-B922-4E76-AE62-40E39B282A7C}"/>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0328051E-E8CD-4590-AD1A-610235AAE273}"/>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FF695BFB-84B2-4A7E-A8B3-ED2D05433EA9}"/>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B9625B2-68C1-4D82-837E-4D41F4698BC4}"/>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36D59B9C-D1BB-4CF8-9385-D0D97D96CDE8}"/>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CF0A36CD-8D51-4A2C-BB56-42C2A49700E7}"/>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2CFBC14F-7D44-4FA6-9B23-5E35FE84E90D}"/>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E4249168-CB77-4848-A0C2-FE12BC03641F}"/>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005EE679-5989-483A-A9C2-44FD8C11DD62}"/>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322F089F-95C2-4873-80AA-5D4460B38A56}"/>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9A8464C-16C8-428D-94F5-0607429C2D73}"/>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4A15ACEA-2E6A-4F20-B3D5-A45EBC720325}"/>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43DC7BDC-8886-4F36-A9E2-D601094ECE77}"/>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6922154A-E18D-4F6B-B1B2-1FB8BE148325}"/>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DBAA26C0-043B-4B70-9BB6-D77883B10BB8}"/>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72EC11B0-BE95-41A6-961C-9BC90D2E728B}"/>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18445806-FF8A-4EE1-BC8D-631586C54251}"/>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E4224AE8-E7F0-4D35-AE33-8D6E644AD685}"/>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41A3829B-83FC-4538-B0B6-1B2CFA057E00}"/>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8C971C97-9A88-418F-B9E6-14697A9F2BA8}"/>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1159D24-11FD-4260-B0E3-30BB33CF47B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DBB5CEE6-64A4-4548-9C80-1C9F2A6DE7B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4361C22-BB61-400F-A91A-23669F5D5E1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0C4B08F5-3AE4-46A6-AEF8-5D877AB39A3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91B589F-4158-4BC9-826B-A2C23C9BB83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0D455F23-7350-4209-BA0D-85EFFD00DD6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D5339D5-AFE2-41CD-B6FE-E9D26CA42AC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82A4CCA4-6204-47C4-BCE1-3C8FD4D89B1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BAB1635-B5FA-413B-BBC4-6A8D765A8F5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7AFEAE6A-56CC-4D2F-BB18-F70780F2A76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1602229-0FF7-4AB6-91E2-6AEE79A8C29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0188129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73CDE80-BC88-4CFC-BF17-2A57BBEA338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844D3250-597F-4A2B-A355-227E2B8C2FF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FCA374E3-742F-4CE0-928A-1EFFADC9923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F3597BF-7940-488C-9C02-967E9B892D3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73C75521-0866-4F1E-BA17-0F0B5E6C3ED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DE9DAB9-165F-4237-9072-1FC21A3E9AF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DE9779A-229E-433D-9966-EE1FDE0438E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3E2A79E-A6FD-4C37-98A6-383C107160E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6130882-5C4D-455E-B35C-C7E86EB881E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3F08044-7A43-400D-A6D0-289F175CBA8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B71762B-2983-4588-9AFE-CFB6FAFFDDE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0955C77-D47E-48D7-B7EB-EA57E2AB875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12C4DFE-1157-4F76-B2A3-4A307F2D85A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80B1FA8-EA68-4ADA-89DD-9EBA4047C49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C6CC0C2-B522-4B87-AC28-36C9CCD8F8C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8BEADB9E-1F54-4FFB-AB4C-15A1FA99F430}"/>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CC210805-6774-409A-9A5E-DCE8051326D5}"/>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3DAFC0A7-E509-44A3-8443-46813786B7BE}"/>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7D5C5E2E-5238-4858-99E1-4A646CCD015F}"/>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6974796-E967-4155-AD65-C700DD9D7F9D}"/>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38A64FF3-7DEF-41C3-89F5-4E68DACC1A46}"/>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99C639B0-90B2-491F-A661-0AF43F7B16C7}"/>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D143ADE-A683-4129-8ECA-5BA7CBD84A05}"/>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6BE6154F-26DF-4328-BAB9-2CBB77EE6111}"/>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03724263-FB2D-46B6-AB3A-4B299BE4B4B1}"/>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98C3B62-372A-4772-B693-55FB0563C42B}"/>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9E10CDEA-B65F-47F3-9F6B-E958B4FD8C32}"/>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42A03C2-298B-4F4D-A334-8CB61A2E2342}"/>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32E9B51-7866-41E9-A535-06639582E019}"/>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152874442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F881C99-37C9-4D97-B9C5-07A28ACB636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11D7B0E2-0635-4338-8277-741514E0181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17BC46FD-5EFA-4D61-BD7F-2DB755AF3E5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D1EB89-8167-4F9F-AAB3-5B25B82E662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B043EFC1-3B6A-40C7-9DA8-835829E23FB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0211854-1119-4696-9F48-19E0F7D9D57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8C887C1-1370-4BFD-9CA8-DCB0C844F69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4D164D3-EC08-41AF-8D1E-D20EE0E5050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93A3EE3-88BB-4A53-B3F4-67289B55174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C82EC7-4B7A-4B66-911C-71BA84D0FB0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300495A-DF0D-47B3-A628-7FE0B8DDA1C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206DF5A-E547-4738-9579-B28C4927608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D5A51A9-D191-48A0-B965-5B8B9A2A1F3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26C1A19-B91A-4597-849D-BE691602720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EBCC385-08BA-4BD1-BA5E-4A53D006FCA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00277B3E-393F-4235-99D6-46AC7414ED3B}"/>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8818B014-FAFF-41C4-8850-7A3A1E28B3EF}"/>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2C12DDC4-542B-4AC3-8FC7-CE05534CFB2F}"/>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A13B8A2-E6E4-41BB-8A0E-45D5ACE54BE3}"/>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0D1888AB-9806-421E-AEE0-AA11DFBD9BA9}"/>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C6173B15-F727-4BFD-A3B3-304647B58BD0}"/>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DA9C226-E234-4FC8-BE58-0313194B6060}"/>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3B494E1A-0A12-452F-9F31-839222A6DC70}"/>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D7B2A6C8-78CE-41BE-A42B-23D0C609FA50}"/>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57F5880-8C46-4384-8FF0-DA54DDF8D9EC}"/>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13240888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9B6CF0E-DBEA-4DD6-93CF-20B4BD8B8A6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07A33EAE-FB64-4EA1-B436-1E44A2FF122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93D0657C-782A-4753-A7FB-6D40E6BD792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8A1837-3555-4F85-8C19-14ADA7AD5AA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5E5A0667-06BA-453B-B3C7-7F3C8B11450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F9B8EEB-2469-4810-B225-2539915465D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80B2955-4C2B-4EF7-9378-D996DE3324C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5F371A2-6E43-4834-8585-C87246DCB91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4F06A54-A545-4090-A05C-809E56A72D4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4CA2BD3-4F00-482A-B6C7-B97478FCEDD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4798BC0-BA08-47DB-A127-CB7BDE44EF9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FED31B-4093-4EAE-9300-D76E4D699AA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9A6150C-3AA0-47B9-9463-B6C20CBC26D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44CE5B-603C-4955-A182-B0BCFF8DF5A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238B250-A040-42FB-88DB-131C9A53C31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D965E86C-4057-4D34-82E2-72E2DEE7F475}"/>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20493F5C-D48A-42F2-81E0-0656386B1784}"/>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8F9920CB-7025-4D0B-976E-CC1C149A5495}"/>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16DAC2F-4A48-446F-B5F6-446F875C95E0}"/>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9189C01A-284A-4010-B6A3-42381E1B53E8}"/>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82EB00D6-C90C-4A24-9E2E-F47FD1D62AE9}"/>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8AB919F-135A-472D-8627-676A437F3DF4}"/>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74609072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E30A765-9A21-4E89-900E-F232C799CDA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1B18C056-A2ED-466A-9A38-122AD4544D2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0B55FC46-749E-4089-AF4F-863296B858F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8EAF88D-5C8F-44B5-8954-4CD7A1C294F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B1AAB40F-4E72-4EB8-8EF0-7E2C9861DDC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DE61670-1370-480A-B98A-A32BB270CB3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B84FA0A-E574-4EAF-A536-FA04E7AF387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12B405E-740C-4309-8018-E8A322B9F9E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7DC38D4-992D-4B96-8582-F9597D61326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726E7CB-3B7D-4F7B-8B4A-7A502ABA727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BF2368B-305D-4FD0-8E9D-DBB71268832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015546A-6B68-48B3-B0B6-3800D681C11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7BFAC7E-BAB1-44C4-AF10-303BD9E104C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DE650F9-227C-49EC-85A3-8E5523D2622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4354F7D-1ECD-48D7-8060-6728E796455B}"/>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BBF1E604-F3ED-493E-8CB0-EF233A092F15}"/>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B8343E5A-F315-4CA6-900F-091BEA1460D8}"/>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72314C9B-08CE-46A4-B85E-9D93531BC345}"/>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3A61875-8C3D-412A-81BB-DB2259CCE747}"/>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E7378E09-1C5E-4CE7-8D61-402ED886326F}"/>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E699AFCB-1981-4AC3-BF91-0870E7050B92}"/>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922E7681-4027-4EE5-8363-652E7698D1D0}"/>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165C95E-67D4-4B01-95A6-F3ADBAA62AC5}"/>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C9A58F55-FFB6-4078-B6D7-2F600F850E06}"/>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FF5AFE0B-102D-4865-BD20-0E148D54AB29}"/>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A17D9C94-5FE0-4C19-9896-419CA9FE0C55}"/>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4F8066E-CB8D-465E-9846-4947FA85F613}"/>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0F38D369-4329-444F-B533-6788FF00BE47}"/>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0B1A2019-97B7-45F1-835C-77B58954F083}"/>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E629FDE8-4B79-4521-8267-44E89DA8841A}"/>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578D18E-4D01-4CD6-A8FE-6E2858C301E8}"/>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51447278-6F0E-4BD1-AA81-8FE42A13718F}"/>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99435717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EF36845-929E-49F3-B0C0-08EBECF7E136}"/>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9337B42B-8F13-43EE-A89C-7B1F452D7BB5}"/>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937CE056-7B7A-4AED-8585-6F4909A14FC7}"/>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9A731F8-B9BA-4FB5-99E0-0E992C7A5789}"/>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CA2E24C0-BBED-4B19-A6FF-2BEB12F33C7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B7C1474-6FC5-4CCF-8F3D-C750FBC9355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8F5F4E5-3188-45F7-B618-F97737E3977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EE74256-07C7-45A6-BC29-E83991D9C9C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6DDCBFD-2762-45B5-A64E-F02C095FBB0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746D119-1BEB-4793-B439-1A138AB8EB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48408D7-9FCA-45CB-8F8D-304393F386F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C4AD57E-5F07-4524-A99E-A77124B49F4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84F15DA-B5B8-45C4-AA44-8426502F2BB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288EF86-B054-4567-87D4-4FE58281F65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3036049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B57679D2-2505-4C96-8102-2DF360798D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F49ECC7C-03D4-4EE6-AADF-6A9540841DB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8FF4F6BF-64FE-4E26-B3E6-6A3F2BE5A83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0DD2C5-0776-4112-B105-AB5D51CB47C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9BB583C6-1423-4F5E-9DA3-6AFAD3754E5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D28FAF8-E86C-4377-AF05-0E3327A32F7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7249D6B-A8E1-476A-9FBC-8D49DADEAEF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6DF331B-F18B-4C2B-BADE-7ACEA914AC6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D0E61F3-F7FE-4246-9948-7836D50D77E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8601A72-7E10-4562-B193-3ADF4CA3446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9321DB8-455F-49C3-BDC1-FD1A7E5931D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B8BA16C-BD2A-4FE9-8C2A-FFFD42D3469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AF571F9-CB23-4D94-87C8-B0F74986783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E486A34-66BD-457F-BC34-CA0D6C1047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B2B6947-883D-4FBB-AAE6-816401A6807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7E844941-C658-4E90-A147-B15B0871F803}"/>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73C80BC7-9248-4DCE-A528-A26A20EA14FD}"/>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8CF7D0AC-62CD-4347-BFD9-BB1651DC1FD2}"/>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ADF8FD71-8B80-43E0-8D14-610F95B8BF44}"/>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BB6F4DA9-FC1C-41A7-8560-4B82A3BE133F}"/>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305D653C-6E1B-4B9E-A144-3D7FA36C6429}"/>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3242777D-3FAC-4FFD-A75E-8DFDD21AC9F4}"/>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3A16526-E6B7-41C9-A599-86D7EA344962}"/>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A5E11D63-2860-4ECB-A56E-FF75FC9C68F7}"/>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7192DDF8-F032-415F-BAF5-559F7080ACE2}"/>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B8AB83BB-89A1-475A-83BF-B46DB151B483}"/>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526AD40-358F-4BB5-A785-F2933D469F94}"/>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61E2747A-E7C2-493D-ACAF-FBF70881F73D}"/>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A529792C-2BE3-457F-8569-05B2F3A0E4E8}"/>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7B089239-FFBD-4D05-8560-5937D6BC3EF6}"/>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0F94957B-BABE-4C92-957D-F6D62767159A}"/>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D683DB7C-CD45-43DF-A705-EFB91B1BCDCF}"/>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886BCD05-6323-4C95-B0BD-619C052CCE1A}"/>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8694C680-BBCE-4934-8251-0E80C35AF9AC}"/>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F36A47C4-A009-4E6C-8EE7-2E87F9E511B2}"/>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259BF3FB-585A-41EC-B5C0-11A457340BD5}"/>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7EA91B64-13AC-4A23-B90E-42FCF1988216}"/>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F9363815-2221-4B5B-A43E-7D2F9B1BD353}"/>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47F9F6E7-5A56-48F1-BC2F-7187458719A2}"/>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3F27DDA3-3288-4154-A8AE-E62AFC8CE50A}"/>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1526357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C8C4CA54-FB23-44FA-8DC3-29EC31839A3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424165A6-4C38-4D7A-8D50-DE653AC0542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10AA068B-F161-4049-8FBF-388E6CD3FA9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53863D7-CF7B-4EA2-8321-FE292D2133D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C935AB2D-F68F-4B39-8310-DE3EDDD5A91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EF25DA7-C474-4BD3-B827-7B611156AB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1B5E272-55DA-426C-971B-110D67E5769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D888E57-B9CB-4D5C-BD4D-12E2D454134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4F4A248-53BB-4DFF-B30E-D08E116E68A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CDE772E-1DC0-4B33-BCA1-4C38AD3F3A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906013B-06C2-4B1E-8630-FDD0B4E4C87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AC02DE-1975-4977-B704-56D2085CE71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3D59E49-539B-4DBD-AD85-F3AC2BD4BBB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E4B4247-2F4C-4774-9BFD-17A02CB9183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FC42597-466F-4B8A-9006-48F76A4A368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906F9926-9194-493E-8D75-7D16E05E9845}"/>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C4D0985B-FC5C-4C50-B919-E48FE028E7BD}"/>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63061EF0-87A6-49F9-8B5B-D8DB3A759F15}"/>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8842138D-DCEC-4F0A-8523-CFC31AB937CB}"/>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AD6374BB-91F5-4ED9-82DC-03CE90F22E62}"/>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88585B3-73D7-49C8-802F-ACE76884A167}"/>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3654AB-6167-417D-B636-69E1DF05AFC9}"/>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8598181-460A-4AC8-91D4-D6BF71F9EB3F}"/>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805C216-3948-4CDA-9370-7B3D2D1FD36B}"/>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F749E00-6332-4E51-8F1E-4CE01331AF2B}"/>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4658A63-3403-4902-A5BE-DA0C7F43697B}"/>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F0FC1DD0-87D6-4DBD-B128-4D093B656AEC}"/>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342049F4-C23C-4294-8B88-25E7B2C095F9}"/>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7B82CC58-1942-4FA9-8D5C-578279AA7AA1}"/>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05B337A1-D9A0-40F9-92EB-6191F7D39386}"/>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CB1A11D4-1CD2-4061-A207-FDB8EFC30151}"/>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F8F12E81-E72D-45E7-A150-02D7C9561726}"/>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838FB9C-53FD-4C78-9347-8E39B0FC6D61}"/>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0F7541D7-BE80-46C8-96AD-F5B6E2359A03}"/>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194863372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8E485D9-5366-4800-97E3-38A5EDD363C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791843A2-D80B-4573-855D-F2B185E3307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765932E9-BE77-45BB-B3FD-2FD1517B991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0576C6F-59EE-4F9C-9C25-7D579E240FF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644B8751-09A1-4A8F-8CF0-B8D8719E910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1D0D718-4865-4A5D-9473-017337A5A28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30962E4-A641-4327-B50D-7169F82F45F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5AD7D6A-CC37-4100-9E2F-7EC2BB7278F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2DC14E2-A1F4-44F4-9BEF-65574D11D51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3D8F5CF-7FA5-4A07-89A9-8E8B1F4598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FFC1948-4383-429A-BB16-74AE19B11A8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AC7A775-F40B-4E25-A236-637BAAE3B49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CEDBDD8-B537-4895-8162-30B4E49D9BE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2B36B5C-AB86-4A25-B04B-C097EA03FDA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0ACD0F4-8958-4C39-85B0-98E0883617A6}"/>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1DD2AB9E-6CB9-4771-9EB6-830DD68C3751}"/>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982E8B5E-239B-48B1-A168-7CEFDD6B3F5E}"/>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A63BA9F-A8A1-4D84-BEE1-EE9449AE8A93}"/>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DF70373F-EDFF-4109-8881-DE0F080F7CBD}"/>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01EAB6C2-162D-434B-89CF-AFDC22D42032}"/>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7E944FC-C4F6-429A-AD5C-013C921E20F1}"/>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69FCA6EE-9643-4F26-8EDE-EF52A180FAAC}"/>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A55B14C1-3C68-4797-B1E7-91DACFD9F7DE}"/>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820F179-6CE9-4178-8F71-25DAFB55B0FE}"/>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81F4605D-24FB-43FF-A8AA-F0CEC7EF16C4}"/>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FFE6FAFC-8F5E-4598-9610-B9EDEEC895AE}"/>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0021DDF-8120-4D12-8AE1-B5DC9049E0E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C166BF6-DF20-49D5-9268-A0970122524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85980109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BCAD9F6-1C6F-485E-A084-3675DF65DBDF}"/>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239B8FD8-8251-4A10-93CC-F549493CBE56}"/>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Try participant history, then check label balance</a:t>
            </a:r>
          </a:p>
        </p:txBody>
      </p:sp>
      <p:sp>
        <p:nvSpPr>
          <p:cNvPr id="3" name="">
            <a:extLst xmlns:a="http://schemas.openxmlformats.org/drawingml/2006/main">
              <a:ext uri="{FF2B5EF4-FFF2-40B4-BE49-F238E27FC236}">
                <a16:creationId xmlns:a16="http://schemas.microsoft.com/office/drawing/2014/main" id="{DB1AE4B8-0F8F-4EEB-8996-F0F5D305035C}"/>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13BBB7A-3582-4123-9AED-A332DBA0E164}"/>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0F42834C-EE20-49D7-A6ED-DD4F1D8EF831}"/>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3240D52A-7F18-48B7-B047-72C28944F72D}"/>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E3D54A3A-8765-45DA-BE17-29A8BC33FD02}"/>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6: An unbalanced history can bias the probability estimate</a:t>
            </a:r>
          </a:p>
        </p:txBody>
      </p:sp>
      <p:sp>
        <p:nvSpPr>
          <p:cNvPr id="8" name="">
            <a:extLst xmlns:a="http://schemas.openxmlformats.org/drawingml/2006/main">
              <a:ext uri="{FF2B5EF4-FFF2-40B4-BE49-F238E27FC236}">
                <a16:creationId xmlns:a16="http://schemas.microsoft.com/office/drawing/2014/main" id="{172823EE-DC51-4B1F-9640-D4018716A09A}"/>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7F7B5AB-7DF3-4D25-8057-4A082E16D2BA}"/>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AA84E59A-632E-4ADF-96EE-0A37CF74980C}"/>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A22A3681-6213-480B-A07C-F352E82F6458}"/>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all 40 future choices</a:t>
            </a:r>
          </a:p>
        </p:txBody>
      </p:sp>
      <p:sp>
        <p:nvSpPr>
          <p:cNvPr id="12" name="">
            <a:extLst xmlns:a="http://schemas.openxmlformats.org/drawingml/2006/main">
              <a:ext uri="{FF2B5EF4-FFF2-40B4-BE49-F238E27FC236}">
                <a16:creationId xmlns:a16="http://schemas.microsoft.com/office/drawing/2014/main" id="{5951C615-AF62-491C-8D00-5AC0CFEE7F5D}"/>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E6B449FD-2BC5-44CC-A47C-5292E4FE330A}"/>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6A/2B with 4A/4B history</a:t>
            </a:r>
          </a:p>
        </p:txBody>
      </p:sp>
      <p:sp>
        <p:nvSpPr>
          <p:cNvPr id="14" name="">
            <a:extLst xmlns:a="http://schemas.openxmlformats.org/drawingml/2006/main">
              <a:ext uri="{FF2B5EF4-FFF2-40B4-BE49-F238E27FC236}">
                <a16:creationId xmlns:a16="http://schemas.microsoft.com/office/drawing/2014/main" id="{33CECD8D-BEA3-432B-B8A4-F296AD1FD386}"/>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C6C042DA-4251-4F7F-B2E6-47F26AD121A4}"/>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Score the same model with log loss</a:t>
            </a:r>
          </a:p>
        </p:txBody>
      </p:sp>
      <p:sp>
        <p:nvSpPr>
          <p:cNvPr id="16" name="">
            <a:extLst xmlns:a="http://schemas.openxmlformats.org/drawingml/2006/main">
              <a:ext uri="{FF2B5EF4-FFF2-40B4-BE49-F238E27FC236}">
                <a16:creationId xmlns:a16="http://schemas.microsoft.com/office/drawing/2014/main" id="{5EE293AF-03B8-4731-923C-4355335653F0}"/>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7" name="">
            <a:extLst xmlns:a="http://schemas.openxmlformats.org/drawingml/2006/main">
              <a:ext uri="{FF2B5EF4-FFF2-40B4-BE49-F238E27FC236}">
                <a16:creationId xmlns:a16="http://schemas.microsoft.com/office/drawing/2014/main" id="{3816D7C6-9D05-41A5-A981-B77079638FC0}"/>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balancing repairs the probability shift</a:t>
            </a:r>
          </a:p>
        </p:txBody>
      </p:sp>
      <p:sp>
        <p:nvSpPr>
          <p:cNvPr id="18" name="">
            <a:extLst xmlns:a="http://schemas.openxmlformats.org/drawingml/2006/main">
              <a:ext uri="{FF2B5EF4-FFF2-40B4-BE49-F238E27FC236}">
                <a16:creationId xmlns:a16="http://schemas.microsoft.com/office/drawing/2014/main" id="{70CE499E-DDF6-48A2-B9B3-C43FB87CC519}"/>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473A3A6-8A10-40BF-B6DF-4367BE9FF05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Unbalanced history can bias the model toward one label</a:t>
            </a:r>
          </a:p>
        </p:txBody>
      </p:sp>
      <p:sp>
        <p:nvSpPr>
          <p:cNvPr id="20" name="">
            <a:extLst xmlns:a="http://schemas.openxmlformats.org/drawingml/2006/main">
              <a:ext uri="{FF2B5EF4-FFF2-40B4-BE49-F238E27FC236}">
                <a16:creationId xmlns:a16="http://schemas.microsoft.com/office/drawing/2014/main" id="{17294B34-FAC7-4701-8577-9DDD454C854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FE3E708-D1E2-46F0-913E-0A048F5C43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2" name="">
            <a:extLst xmlns:a="http://schemas.openxmlformats.org/drawingml/2006/main">
              <a:ext uri="{FF2B5EF4-FFF2-40B4-BE49-F238E27FC236}">
                <a16:creationId xmlns:a16="http://schemas.microsoft.com/office/drawing/2014/main" id="{A563F5EB-BFAC-4098-9FBA-3C798E5105D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16DBBE9-7779-4ECA-9ED0-40A374F206C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4" name="">
            <a:extLst xmlns:a="http://schemas.openxmlformats.org/drawingml/2006/main">
              <a:ext uri="{FF2B5EF4-FFF2-40B4-BE49-F238E27FC236}">
                <a16:creationId xmlns:a16="http://schemas.microsoft.com/office/drawing/2014/main" id="{BD404ED3-9BD4-43D3-B796-3E2F30B0605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7D5B17E-F2A1-4EEA-9883-014B663164C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6" name="">
            <a:extLst xmlns:a="http://schemas.openxmlformats.org/drawingml/2006/main">
              <a:ext uri="{FF2B5EF4-FFF2-40B4-BE49-F238E27FC236}">
                <a16:creationId xmlns:a16="http://schemas.microsoft.com/office/drawing/2014/main" id="{3163A6A3-6C55-4ECE-BA9F-30BBC1E5669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36A87B5-396F-4979-820F-7B16C9B1F7F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28" name="">
            <a:extLst xmlns:a="http://schemas.openxmlformats.org/drawingml/2006/main">
              <a:ext uri="{FF2B5EF4-FFF2-40B4-BE49-F238E27FC236}">
                <a16:creationId xmlns:a16="http://schemas.microsoft.com/office/drawing/2014/main" id="{B29CFF78-02D7-4F2F-8C84-606645233D7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0CBC8A8E-7861-4656-875C-AD1393A6CC3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1473239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774BC1B-F4D7-4C63-85C9-7FD7B07AED9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Unbalanced history can bias the model toward one label</a:t>
            </a:r>
          </a:p>
        </p:txBody>
      </p:sp>
      <p:sp>
        <p:nvSpPr>
          <p:cNvPr id="2" name="">
            <a:extLst xmlns:a="http://schemas.openxmlformats.org/drawingml/2006/main">
              <a:ext uri="{FF2B5EF4-FFF2-40B4-BE49-F238E27FC236}">
                <a16:creationId xmlns:a16="http://schemas.microsoft.com/office/drawing/2014/main" id="{8F3D1736-4054-455A-B59D-CB7B2954FE7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F29B718A-E9DD-470C-A51D-F5B167CD849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6342C34-D877-4F3B-9B83-0570DF11CFE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B561599B-BDAB-4958-B48E-134B9FABA58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66EBF01-1DF8-43A6-85A3-EAF0BAB9A29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5679FC0-148A-4557-A151-7D62B5F44DD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772E337-54AA-4252-BE1A-4938D04A2F9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8FA9FC6-9DF6-447E-ACEB-AC7636E7BF7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ECD48CB-CDDF-4784-B528-3CD3A429455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C33296E-47AA-4310-B671-82BDDF78EF1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8087A2D-A4C6-4E5C-AC98-4F7986425D2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408B303-CCF8-4868-AF8B-C713B4363AB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F38C03A-C0D1-46FD-8C1C-956481145B3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19DC9C3-0174-46C7-8FED-5F62C7836FE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DeepSeek V4 Pro / P025 and P026 / trials 21-40</a:t>
            </a:r>
          </a:p>
        </p:txBody>
      </p:sp>
      <p:sp>
        <p:nvSpPr>
          <p:cNvPr id="16" name="">
            <a:extLst xmlns:a="http://schemas.openxmlformats.org/drawingml/2006/main">
              <a:ext uri="{FF2B5EF4-FFF2-40B4-BE49-F238E27FC236}">
                <a16:creationId xmlns:a16="http://schemas.microsoft.com/office/drawing/2014/main" id="{968A9AD9-03DD-43D2-B1EB-0D9901EAC879}"/>
              </a:ext>
            </a:extLst>
          </p:cNvPr>
          <p:cNvSpPr>
            <a:spLocks xmlns:a="http://schemas.openxmlformats.org/drawingml/2006/main" noGrp="1"/>
          </p:cNvSpPr>
          <p:nvPr/>
        </p:nvSpPr>
        <p:spPr>
          <a:xfrm xmlns:a="http://schemas.openxmlformats.org/drawingml/2006/main">
            <a:off x="800100" y="20002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Held-out targets</a:t>
            </a:r>
          </a:p>
        </p:txBody>
      </p:sp>
      <p:sp>
        <p:nvSpPr>
          <p:cNvPr id="17" name="">
            <a:extLst xmlns:a="http://schemas.openxmlformats.org/drawingml/2006/main">
              <a:ext uri="{FF2B5EF4-FFF2-40B4-BE49-F238E27FC236}">
                <a16:creationId xmlns:a16="http://schemas.microsoft.com/office/drawing/2014/main" id="{73460F5C-D654-4951-8975-3F7E34A21D0E}"/>
              </a:ext>
            </a:extLst>
          </p:cNvPr>
          <p:cNvSpPr>
            <a:spLocks xmlns:a="http://schemas.openxmlformats.org/drawingml/2006/main" noGrp="1"/>
          </p:cNvSpPr>
          <p:nvPr/>
        </p:nvSpPr>
        <p:spPr>
          <a:xfrm xmlns:a="http://schemas.openxmlformats.org/drawingml/2006/main">
            <a:off x="800100" y="24003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40 future choices</a:t>
            </a:r>
          </a:p>
        </p:txBody>
      </p:sp>
      <p:sp>
        <p:nvSpPr>
          <p:cNvPr id="18" name="">
            <a:extLst xmlns:a="http://schemas.openxmlformats.org/drawingml/2006/main">
              <a:ext uri="{FF2B5EF4-FFF2-40B4-BE49-F238E27FC236}">
                <a16:creationId xmlns:a16="http://schemas.microsoft.com/office/drawing/2014/main" id="{6F31553F-BF28-4B4B-9B79-42F9814DAEA9}"/>
              </a:ext>
            </a:extLst>
          </p:cNvPr>
          <p:cNvSpPr>
            <a:spLocks xmlns:a="http://schemas.openxmlformats.org/drawingml/2006/main" noGrp="1"/>
          </p:cNvSpPr>
          <p:nvPr/>
        </p:nvSpPr>
        <p:spPr>
          <a:xfrm xmlns:a="http://schemas.openxmlformats.org/drawingml/2006/main">
            <a:off x="800100" y="28956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283643"/>
                </a:solidFill>
                <a:latin typeface="Arial"/>
                <a:ea typeface="Arial"/>
                <a:cs typeface="Arial"/>
              </a:defRPr>
            </a:pPr>
            <a:r>
              <a:rPr sz="1725" b="0" i="0">
                <a:solidFill>
                  <a:srgbClr val="283643"/>
                </a:solidFill>
                <a:latin typeface="Arial"/>
                <a:ea typeface="Arial"/>
                <a:cs typeface="Arial"/>
              </a:rPr>
              <a:t>19 A  /  21 B</a:t>
            </a:r>
          </a:p>
        </p:txBody>
      </p:sp>
      <p:sp>
        <p:nvSpPr>
          <p:cNvPr id="19" name="">
            <a:extLst xmlns:a="http://schemas.openxmlformats.org/drawingml/2006/main">
              <a:ext uri="{FF2B5EF4-FFF2-40B4-BE49-F238E27FC236}">
                <a16:creationId xmlns:a16="http://schemas.microsoft.com/office/drawing/2014/main" id="{5F78FEBF-8929-4FF1-A324-4C0A6A917EA7}"/>
              </a:ext>
            </a:extLst>
          </p:cNvPr>
          <p:cNvSpPr>
            <a:spLocks xmlns:a="http://schemas.openxmlformats.org/drawingml/2006/main" noGrp="1"/>
          </p:cNvSpPr>
          <p:nvPr/>
        </p:nvSpPr>
        <p:spPr>
          <a:xfrm xmlns:a="http://schemas.openxmlformats.org/drawingml/2006/main">
            <a:off x="3886200" y="1885950"/>
            <a:ext cx="11906" cy="28003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B1B6BD1-07A3-4525-9968-5D225FC13AD7}"/>
              </a:ext>
            </a:extLst>
          </p:cNvPr>
          <p:cNvSpPr>
            <a:spLocks xmlns:a="http://schemas.openxmlformats.org/drawingml/2006/main" noGrp="1"/>
          </p:cNvSpPr>
          <p:nvPr/>
        </p:nvSpPr>
        <p:spPr>
          <a:xfrm xmlns:a="http://schemas.openxmlformats.org/drawingml/2006/main">
            <a:off x="4362450" y="20002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Unbalanced history</a:t>
            </a:r>
          </a:p>
        </p:txBody>
      </p:sp>
      <p:sp>
        <p:nvSpPr>
          <p:cNvPr id="21" name="">
            <a:extLst xmlns:a="http://schemas.openxmlformats.org/drawingml/2006/main">
              <a:ext uri="{FF2B5EF4-FFF2-40B4-BE49-F238E27FC236}">
                <a16:creationId xmlns:a16="http://schemas.microsoft.com/office/drawing/2014/main" id="{0EBD2291-F541-46BA-B266-88801EC73131}"/>
              </a:ext>
            </a:extLst>
          </p:cNvPr>
          <p:cNvSpPr>
            <a:spLocks xmlns:a="http://schemas.openxmlformats.org/drawingml/2006/main" noGrp="1"/>
          </p:cNvSpPr>
          <p:nvPr/>
        </p:nvSpPr>
        <p:spPr>
          <a:xfrm xmlns:a="http://schemas.openxmlformats.org/drawingml/2006/main">
            <a:off x="4362450" y="2400300"/>
            <a:ext cx="295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6 A  /  2 B</a:t>
            </a:r>
          </a:p>
        </p:txBody>
      </p:sp>
      <p:sp>
        <p:nvSpPr>
          <p:cNvPr id="22" name="">
            <a:extLst xmlns:a="http://schemas.openxmlformats.org/drawingml/2006/main">
              <a:ext uri="{FF2B5EF4-FFF2-40B4-BE49-F238E27FC236}">
                <a16:creationId xmlns:a16="http://schemas.microsoft.com/office/drawing/2014/main" id="{E55F404F-2CBB-4CF6-8383-23CF467EF30A}"/>
              </a:ext>
            </a:extLst>
          </p:cNvPr>
          <p:cNvSpPr>
            <a:spLocks xmlns:a="http://schemas.openxmlformats.org/drawingml/2006/main" noGrp="1"/>
          </p:cNvSpPr>
          <p:nvPr/>
        </p:nvSpPr>
        <p:spPr>
          <a:xfrm xmlns:a="http://schemas.openxmlformats.org/drawingml/2006/main">
            <a:off x="4362450" y="297180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650" b="0" i="0">
                <a:solidFill>
                  <a:srgbClr val="283643"/>
                </a:solidFill>
                <a:latin typeface="Arial"/>
                <a:ea typeface="Arial"/>
                <a:cs typeface="Arial"/>
              </a:defRPr>
            </a:pPr>
            <a:r>
              <a:rPr sz="1650" b="0" i="0">
                <a:solidFill>
                  <a:srgbClr val="283643"/>
                </a:solidFill>
                <a:latin typeface="Arial"/>
                <a:ea typeface="Arial"/>
                <a:cs typeface="Arial"/>
              </a:rPr>
              <a:t>The context supplies an A-heavy prior.</a:t>
            </a:r>
          </a:p>
        </p:txBody>
      </p:sp>
      <p:sp>
        <p:nvSpPr>
          <p:cNvPr id="23" name="">
            <a:extLst xmlns:a="http://schemas.openxmlformats.org/drawingml/2006/main">
              <a:ext uri="{FF2B5EF4-FFF2-40B4-BE49-F238E27FC236}">
                <a16:creationId xmlns:a16="http://schemas.microsoft.com/office/drawing/2014/main" id="{DD73E105-830A-49C4-A136-AF98E0558D61}"/>
              </a:ext>
            </a:extLst>
          </p:cNvPr>
          <p:cNvSpPr>
            <a:spLocks xmlns:a="http://schemas.openxmlformats.org/drawingml/2006/main" noGrp="1"/>
          </p:cNvSpPr>
          <p:nvPr/>
        </p:nvSpPr>
        <p:spPr>
          <a:xfrm xmlns:a="http://schemas.openxmlformats.org/drawingml/2006/main">
            <a:off x="7734300" y="1885950"/>
            <a:ext cx="11906" cy="28003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EFCE2A3-617A-46CB-A3F0-49B1D5769ED2}"/>
              </a:ext>
            </a:extLst>
          </p:cNvPr>
          <p:cNvSpPr>
            <a:spLocks xmlns:a="http://schemas.openxmlformats.org/drawingml/2006/main" noGrp="1"/>
          </p:cNvSpPr>
          <p:nvPr/>
        </p:nvSpPr>
        <p:spPr>
          <a:xfrm xmlns:a="http://schemas.openxmlformats.org/drawingml/2006/main">
            <a:off x="8210550" y="20002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4"/>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Balanced history</a:t>
            </a:r>
          </a:p>
        </p:txBody>
      </p:sp>
      <p:sp>
        <p:nvSpPr>
          <p:cNvPr id="25" name="">
            <a:extLst xmlns:a="http://schemas.openxmlformats.org/drawingml/2006/main">
              <a:ext uri="{FF2B5EF4-FFF2-40B4-BE49-F238E27FC236}">
                <a16:creationId xmlns:a16="http://schemas.microsoft.com/office/drawing/2014/main" id="{92641D40-3D2F-43E8-B353-A7630F8C20FD}"/>
              </a:ext>
            </a:extLst>
          </p:cNvPr>
          <p:cNvSpPr>
            <a:spLocks xmlns:a="http://schemas.openxmlformats.org/drawingml/2006/main" noGrp="1"/>
          </p:cNvSpPr>
          <p:nvPr/>
        </p:nvSpPr>
        <p:spPr>
          <a:xfrm xmlns:a="http://schemas.openxmlformats.org/drawingml/2006/main">
            <a:off x="8210550" y="240030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1" i="0">
                <a:solidFill>
                  <a:srgbClr val="111827"/>
                </a:solidFill>
                <a:latin typeface="Arial"/>
                <a:ea typeface="Arial"/>
                <a:cs typeface="Arial"/>
              </a:defRPr>
            </a:pPr>
            <a:r>
              <a:rPr sz="2175" b="1" i="0">
                <a:solidFill>
                  <a:srgbClr val="111827"/>
                </a:solidFill>
                <a:latin typeface="Arial"/>
                <a:ea typeface="Arial"/>
                <a:cs typeface="Arial"/>
              </a:rPr>
              <a:t>4 A  /  4 B</a:t>
            </a:r>
          </a:p>
        </p:txBody>
      </p:sp>
      <p:sp>
        <p:nvSpPr>
          <p:cNvPr id="26" name="">
            <a:extLst xmlns:a="http://schemas.openxmlformats.org/drawingml/2006/main">
              <a:ext uri="{FF2B5EF4-FFF2-40B4-BE49-F238E27FC236}">
                <a16:creationId xmlns:a16="http://schemas.microsoft.com/office/drawing/2014/main" id="{6BD381B7-AE9F-4273-B6CB-CFEBEAEE3D6A}"/>
              </a:ext>
            </a:extLst>
          </p:cNvPr>
          <p:cNvSpPr>
            <a:spLocks xmlns:a="http://schemas.openxmlformats.org/drawingml/2006/main" noGrp="1"/>
          </p:cNvSpPr>
          <p:nvPr/>
        </p:nvSpPr>
        <p:spPr>
          <a:xfrm xmlns:a="http://schemas.openxmlformats.org/drawingml/2006/main">
            <a:off x="8210550" y="2971800"/>
            <a:ext cx="2857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650" b="0" i="0">
                <a:solidFill>
                  <a:srgbClr val="283643"/>
                </a:solidFill>
                <a:latin typeface="Arial"/>
                <a:ea typeface="Arial"/>
                <a:cs typeface="Arial"/>
              </a:defRPr>
            </a:pPr>
            <a:r>
              <a:rPr sz="1650" b="0" i="0">
                <a:solidFill>
                  <a:srgbClr val="283643"/>
                </a:solidFill>
                <a:latin typeface="Arial"/>
                <a:ea typeface="Arial"/>
                <a:cs typeface="Arial"/>
              </a:rPr>
              <a:t>Now option content can carry more of the signal.</a:t>
            </a:r>
          </a:p>
        </p:txBody>
      </p:sp>
      <p:sp>
        <p:nvSpPr>
          <p:cNvPr id="27" name="">
            <a:extLst xmlns:a="http://schemas.openxmlformats.org/drawingml/2006/main">
              <a:ext uri="{FF2B5EF4-FFF2-40B4-BE49-F238E27FC236}">
                <a16:creationId xmlns:a16="http://schemas.microsoft.com/office/drawing/2014/main" id="{250B23DE-E73E-4F6E-BB6C-DAA34676DE47}"/>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9F93EC5-F1C1-408B-9549-E747E215C04D}"/>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Keep the model, target choices, history length, and score fixed; change the label balance.</a:t>
            </a:r>
          </a:p>
        </p:txBody>
      </p:sp>
    </p:spTree>
    <p:extLst>
      <p:ext uri="{BB962C8B-B14F-4D97-AF65-F5344CB8AC3E}">
        <p14:creationId xmlns:p14="http://schemas.microsoft.com/office/powerpoint/2010/main" val="164351136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FD5B6C5-E2A4-4560-9D44-A08540795F9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the history restores probability quality</a:t>
            </a:r>
          </a:p>
        </p:txBody>
      </p:sp>
      <p:sp>
        <p:nvSpPr>
          <p:cNvPr id="2" name="">
            <a:extLst xmlns:a="http://schemas.openxmlformats.org/drawingml/2006/main">
              <a:ext uri="{FF2B5EF4-FFF2-40B4-BE49-F238E27FC236}">
                <a16:creationId xmlns:a16="http://schemas.microsoft.com/office/drawing/2014/main" id="{8AFB06A8-7531-4641-BEAD-12E0E549B29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result</a:t>
            </a:r>
          </a:p>
        </p:txBody>
      </p:sp>
      <p:sp>
        <p:nvSpPr>
          <p:cNvPr id="3" name="">
            <a:extLst xmlns:a="http://schemas.openxmlformats.org/drawingml/2006/main">
              <a:ext uri="{FF2B5EF4-FFF2-40B4-BE49-F238E27FC236}">
                <a16:creationId xmlns:a16="http://schemas.microsoft.com/office/drawing/2014/main" id="{6306B078-CD72-46C5-9EF4-7870F8614D0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20BC09-5BB2-4FDD-B2D8-3A62436E8DF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ED9A4ECE-758B-4339-97B2-8DEDD33CCA7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B6FD20A-0631-44D1-8969-E950AE06D7E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92B6944-1868-473A-9C38-9A40CB1164E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1CC5868-6DAC-4976-9EB7-2F04A9CAEB6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5371E94-478A-4AC2-B1D4-3E537BC85A4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9284BF7-A375-4331-912D-4557B4B541D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7AB7B93-4490-46C6-B665-7B717E3871F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4BD77A0-B944-4474-B92D-E74B4CC9549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397B6DC-D581-41C7-BF6B-7D259195FA1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CB1D467-F099-4A2E-BEC0-D1262A2E37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89ECEDF-D556-4178-8CCB-E03AB65075B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40 held-out choices / lower log loss is better</a:t>
            </a:r>
          </a:p>
        </p:txBody>
      </p:sp>
      <p:sp>
        <p:nvSpPr>
          <p:cNvPr id="16" name="">
            <a:extLst xmlns:a="http://schemas.openxmlformats.org/drawingml/2006/main">
              <a:ext uri="{FF2B5EF4-FFF2-40B4-BE49-F238E27FC236}">
                <a16:creationId xmlns:a16="http://schemas.microsoft.com/office/drawing/2014/main" id="{0E54A03F-B33B-4168-B5EA-E5FB32512620}"/>
              </a:ext>
            </a:extLst>
          </p:cNvPr>
          <p:cNvSpPr>
            <a:spLocks xmlns:a="http://schemas.openxmlformats.org/drawingml/2006/main" noGrp="1"/>
          </p:cNvSpPr>
          <p:nvPr/>
        </p:nvSpPr>
        <p:spPr>
          <a:xfrm xmlns:a="http://schemas.openxmlformats.org/drawingml/2006/main">
            <a:off x="800100" y="1943100"/>
            <a:ext cx="457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Condition</a:t>
            </a:r>
          </a:p>
        </p:txBody>
      </p:sp>
      <p:sp>
        <p:nvSpPr>
          <p:cNvPr id="17" name="">
            <a:extLst xmlns:a="http://schemas.openxmlformats.org/drawingml/2006/main">
              <a:ext uri="{FF2B5EF4-FFF2-40B4-BE49-F238E27FC236}">
                <a16:creationId xmlns:a16="http://schemas.microsoft.com/office/drawing/2014/main" id="{80DFBB0B-2AB8-40A8-85B9-AD4DFBD48655}"/>
              </a:ext>
            </a:extLst>
          </p:cNvPr>
          <p:cNvSpPr>
            <a:spLocks xmlns:a="http://schemas.openxmlformats.org/drawingml/2006/main" noGrp="1"/>
          </p:cNvSpPr>
          <p:nvPr/>
        </p:nvSpPr>
        <p:spPr>
          <a:xfrm xmlns:a="http://schemas.openxmlformats.org/drawingml/2006/main">
            <a:off x="6667500" y="19431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Mean P(B)</a:t>
            </a:r>
          </a:p>
        </p:txBody>
      </p:sp>
      <p:sp>
        <p:nvSpPr>
          <p:cNvPr id="18" name="">
            <a:extLst xmlns:a="http://schemas.openxmlformats.org/drawingml/2006/main">
              <a:ext uri="{FF2B5EF4-FFF2-40B4-BE49-F238E27FC236}">
                <a16:creationId xmlns:a16="http://schemas.microsoft.com/office/drawing/2014/main" id="{0D6A5BBE-C541-4FE1-82FB-7C50EACB19A9}"/>
              </a:ext>
            </a:extLst>
          </p:cNvPr>
          <p:cNvSpPr>
            <a:spLocks xmlns:a="http://schemas.openxmlformats.org/drawingml/2006/main" noGrp="1"/>
          </p:cNvSpPr>
          <p:nvPr/>
        </p:nvSpPr>
        <p:spPr>
          <a:xfrm xmlns:a="http://schemas.openxmlformats.org/drawingml/2006/main">
            <a:off x="9086850" y="19431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30A36CFF-FBD6-4C94-A857-6D3DA15C480B}"/>
              </a:ext>
            </a:extLst>
          </p:cNvPr>
          <p:cNvSpPr>
            <a:spLocks xmlns:a="http://schemas.openxmlformats.org/drawingml/2006/main" noGrp="1"/>
          </p:cNvSpPr>
          <p:nvPr/>
        </p:nvSpPr>
        <p:spPr>
          <a:xfrm xmlns:a="http://schemas.openxmlformats.org/drawingml/2006/main">
            <a:off x="800100" y="24574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0" i="0">
                <a:solidFill>
                  <a:srgbClr val="234E70"/>
                </a:solidFill>
                <a:latin typeface="Arial"/>
                <a:ea typeface="Arial"/>
                <a:cs typeface="Arial"/>
              </a:defRPr>
            </a:pPr>
            <a:r>
              <a:rPr sz="1725" b="0" i="0">
                <a:solidFill>
                  <a:srgbClr val="234E70"/>
                </a:solidFill>
                <a:latin typeface="Arial"/>
                <a:ea typeface="Arial"/>
                <a:cs typeface="Arial"/>
              </a:rPr>
              <a:t>Current trial only</a:t>
            </a:r>
          </a:p>
        </p:txBody>
      </p:sp>
      <p:sp>
        <p:nvSpPr>
          <p:cNvPr id="20" name="">
            <a:extLst xmlns:a="http://schemas.openxmlformats.org/drawingml/2006/main">
              <a:ext uri="{FF2B5EF4-FFF2-40B4-BE49-F238E27FC236}">
                <a16:creationId xmlns:a16="http://schemas.microsoft.com/office/drawing/2014/main" id="{13E7A54E-1F3A-4219-8AA1-A76CA28075BB}"/>
              </a:ext>
            </a:extLst>
          </p:cNvPr>
          <p:cNvSpPr>
            <a:spLocks xmlns:a="http://schemas.openxmlformats.org/drawingml/2006/main" noGrp="1"/>
          </p:cNvSpPr>
          <p:nvPr/>
        </p:nvSpPr>
        <p:spPr>
          <a:xfrm xmlns:a="http://schemas.openxmlformats.org/drawingml/2006/main">
            <a:off x="6667500" y="24574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0.496</a:t>
            </a:r>
          </a:p>
        </p:txBody>
      </p:sp>
      <p:sp>
        <p:nvSpPr>
          <p:cNvPr id="21" name="">
            <a:extLst xmlns:a="http://schemas.openxmlformats.org/drawingml/2006/main">
              <a:ext uri="{FF2B5EF4-FFF2-40B4-BE49-F238E27FC236}">
                <a16:creationId xmlns:a16="http://schemas.microsoft.com/office/drawing/2014/main" id="{AAC5AF18-8416-43B6-A9C6-9E39D6771AC2}"/>
              </a:ext>
            </a:extLst>
          </p:cNvPr>
          <p:cNvSpPr>
            <a:spLocks xmlns:a="http://schemas.openxmlformats.org/drawingml/2006/main" noGrp="1"/>
          </p:cNvSpPr>
          <p:nvPr/>
        </p:nvSpPr>
        <p:spPr>
          <a:xfrm xmlns:a="http://schemas.openxmlformats.org/drawingml/2006/main">
            <a:off x="9086850" y="24574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0.667</a:t>
            </a:r>
          </a:p>
        </p:txBody>
      </p:sp>
      <p:sp>
        <p:nvSpPr>
          <p:cNvPr id="22" name="">
            <a:extLst xmlns:a="http://schemas.openxmlformats.org/drawingml/2006/main">
              <a:ext uri="{FF2B5EF4-FFF2-40B4-BE49-F238E27FC236}">
                <a16:creationId xmlns:a16="http://schemas.microsoft.com/office/drawing/2014/main" id="{E011B261-A0CB-43B8-A95B-499583A90617}"/>
              </a:ext>
            </a:extLst>
          </p:cNvPr>
          <p:cNvSpPr>
            <a:spLocks xmlns:a="http://schemas.openxmlformats.org/drawingml/2006/main" noGrp="1"/>
          </p:cNvSpPr>
          <p:nvPr/>
        </p:nvSpPr>
        <p:spPr>
          <a:xfrm xmlns:a="http://schemas.openxmlformats.org/drawingml/2006/main">
            <a:off x="800100" y="300990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F26915B-20DE-4073-9452-0D31BC42869B}"/>
              </a:ext>
            </a:extLst>
          </p:cNvPr>
          <p:cNvSpPr>
            <a:spLocks xmlns:a="http://schemas.openxmlformats.org/drawingml/2006/main" noGrp="1"/>
          </p:cNvSpPr>
          <p:nvPr/>
        </p:nvSpPr>
        <p:spPr>
          <a:xfrm xmlns:a="http://schemas.openxmlformats.org/drawingml/2006/main">
            <a:off x="800100" y="323850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0" i="0">
                <a:solidFill>
                  <a:srgbClr val="87591F"/>
                </a:solidFill>
                <a:latin typeface="Arial"/>
                <a:ea typeface="Arial"/>
                <a:cs typeface="Arial"/>
              </a:defRPr>
            </a:pPr>
            <a:r>
              <a:rPr sz="1725" b="0" i="0">
                <a:solidFill>
                  <a:srgbClr val="87591F"/>
                </a:solidFill>
                <a:latin typeface="Arial"/>
                <a:ea typeface="Arial"/>
                <a:cs typeface="Arial"/>
              </a:rPr>
              <a:t>Unbalanced history  /  6 A + 2 B</a:t>
            </a:r>
          </a:p>
        </p:txBody>
      </p:sp>
      <p:sp>
        <p:nvSpPr>
          <p:cNvPr id="24" name="">
            <a:extLst xmlns:a="http://schemas.openxmlformats.org/drawingml/2006/main">
              <a:ext uri="{FF2B5EF4-FFF2-40B4-BE49-F238E27FC236}">
                <a16:creationId xmlns:a16="http://schemas.microsoft.com/office/drawing/2014/main" id="{4CBD7CE2-E1E9-48C9-8857-C8689809E32A}"/>
              </a:ext>
            </a:extLst>
          </p:cNvPr>
          <p:cNvSpPr>
            <a:spLocks xmlns:a="http://schemas.openxmlformats.org/drawingml/2006/main" noGrp="1"/>
          </p:cNvSpPr>
          <p:nvPr/>
        </p:nvSpPr>
        <p:spPr>
          <a:xfrm xmlns:a="http://schemas.openxmlformats.org/drawingml/2006/main">
            <a:off x="6667500" y="32385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0.427</a:t>
            </a:r>
          </a:p>
        </p:txBody>
      </p:sp>
      <p:sp>
        <p:nvSpPr>
          <p:cNvPr id="25" name="">
            <a:extLst xmlns:a="http://schemas.openxmlformats.org/drawingml/2006/main">
              <a:ext uri="{FF2B5EF4-FFF2-40B4-BE49-F238E27FC236}">
                <a16:creationId xmlns:a16="http://schemas.microsoft.com/office/drawing/2014/main" id="{EDA4EA8A-5179-4F08-AAAC-01A3BE420A04}"/>
              </a:ext>
            </a:extLst>
          </p:cNvPr>
          <p:cNvSpPr>
            <a:spLocks xmlns:a="http://schemas.openxmlformats.org/drawingml/2006/main" noGrp="1"/>
          </p:cNvSpPr>
          <p:nvPr/>
        </p:nvSpPr>
        <p:spPr>
          <a:xfrm xmlns:a="http://schemas.openxmlformats.org/drawingml/2006/main">
            <a:off x="9086850" y="323850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0.700</a:t>
            </a:r>
          </a:p>
        </p:txBody>
      </p:sp>
      <p:sp>
        <p:nvSpPr>
          <p:cNvPr id="26" name="">
            <a:extLst xmlns:a="http://schemas.openxmlformats.org/drawingml/2006/main">
              <a:ext uri="{FF2B5EF4-FFF2-40B4-BE49-F238E27FC236}">
                <a16:creationId xmlns:a16="http://schemas.microsoft.com/office/drawing/2014/main" id="{588D4384-1A2C-448B-8D72-E91BEA74A3F4}"/>
              </a:ext>
            </a:extLst>
          </p:cNvPr>
          <p:cNvSpPr>
            <a:spLocks xmlns:a="http://schemas.openxmlformats.org/drawingml/2006/main" noGrp="1"/>
          </p:cNvSpPr>
          <p:nvPr/>
        </p:nvSpPr>
        <p:spPr>
          <a:xfrm xmlns:a="http://schemas.openxmlformats.org/drawingml/2006/main">
            <a:off x="800100" y="379095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9DEA321-C7DD-410C-952A-FF52134116A6}"/>
              </a:ext>
            </a:extLst>
          </p:cNvPr>
          <p:cNvSpPr>
            <a:spLocks xmlns:a="http://schemas.openxmlformats.org/drawingml/2006/main" noGrp="1"/>
          </p:cNvSpPr>
          <p:nvPr/>
        </p:nvSpPr>
        <p:spPr>
          <a:xfrm xmlns:a="http://schemas.openxmlformats.org/drawingml/2006/main">
            <a:off x="800100" y="4019550"/>
            <a:ext cx="495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725" b="1" i="0">
                <a:solidFill>
                  <a:srgbClr val="315F63"/>
                </a:solidFill>
                <a:latin typeface="Arial"/>
                <a:ea typeface="Arial"/>
                <a:cs typeface="Arial"/>
              </a:defRPr>
            </a:pPr>
            <a:r>
              <a:rPr sz="1725" b="1" i="0">
                <a:solidFill>
                  <a:srgbClr val="315F63"/>
                </a:solidFill>
                <a:latin typeface="Arial"/>
                <a:ea typeface="Arial"/>
                <a:cs typeface="Arial"/>
              </a:rPr>
              <a:t>Balanced history  /  4 A + 4 B</a:t>
            </a:r>
          </a:p>
        </p:txBody>
      </p:sp>
      <p:sp>
        <p:nvSpPr>
          <p:cNvPr id="28" name="">
            <a:extLst xmlns:a="http://schemas.openxmlformats.org/drawingml/2006/main">
              <a:ext uri="{FF2B5EF4-FFF2-40B4-BE49-F238E27FC236}">
                <a16:creationId xmlns:a16="http://schemas.microsoft.com/office/drawing/2014/main" id="{0A78D9EE-EFF0-4341-99E0-D872B3F4F63E}"/>
              </a:ext>
            </a:extLst>
          </p:cNvPr>
          <p:cNvSpPr>
            <a:spLocks xmlns:a="http://schemas.openxmlformats.org/drawingml/2006/main" noGrp="1"/>
          </p:cNvSpPr>
          <p:nvPr/>
        </p:nvSpPr>
        <p:spPr>
          <a:xfrm xmlns:a="http://schemas.openxmlformats.org/drawingml/2006/main">
            <a:off x="6667500" y="40195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0.570</a:t>
            </a:r>
          </a:p>
        </p:txBody>
      </p:sp>
      <p:sp>
        <p:nvSpPr>
          <p:cNvPr id="29" name="">
            <a:extLst xmlns:a="http://schemas.openxmlformats.org/drawingml/2006/main">
              <a:ext uri="{FF2B5EF4-FFF2-40B4-BE49-F238E27FC236}">
                <a16:creationId xmlns:a16="http://schemas.microsoft.com/office/drawing/2014/main" id="{46E9113B-C4C3-42A8-B807-0375AECE7D0E}"/>
              </a:ext>
            </a:extLst>
          </p:cNvPr>
          <p:cNvSpPr>
            <a:spLocks xmlns:a="http://schemas.openxmlformats.org/drawingml/2006/main" noGrp="1"/>
          </p:cNvSpPr>
          <p:nvPr/>
        </p:nvSpPr>
        <p:spPr>
          <a:xfrm xmlns:a="http://schemas.openxmlformats.org/drawingml/2006/main">
            <a:off x="9086850" y="4019550"/>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0.659</a:t>
            </a:r>
          </a:p>
        </p:txBody>
      </p:sp>
      <p:sp>
        <p:nvSpPr>
          <p:cNvPr id="30" name="">
            <a:extLst xmlns:a="http://schemas.openxmlformats.org/drawingml/2006/main">
              <a:ext uri="{FF2B5EF4-FFF2-40B4-BE49-F238E27FC236}">
                <a16:creationId xmlns:a16="http://schemas.microsoft.com/office/drawing/2014/main" id="{D034917B-BB52-4E52-8573-5D43939BAA75}"/>
              </a:ext>
            </a:extLst>
          </p:cNvPr>
          <p:cNvSpPr>
            <a:spLocks xmlns:a="http://schemas.openxmlformats.org/drawingml/2006/main" noGrp="1"/>
          </p:cNvSpPr>
          <p:nvPr/>
        </p:nvSpPr>
        <p:spPr>
          <a:xfrm xmlns:a="http://schemas.openxmlformats.org/drawingml/2006/main">
            <a:off x="800100" y="4572000"/>
            <a:ext cx="9906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542D7EC-C946-4171-BD8D-4ADB42FA4787}"/>
              </a:ext>
            </a:extLst>
          </p:cNvPr>
          <p:cNvSpPr>
            <a:spLocks xmlns:a="http://schemas.openxmlformats.org/drawingml/2006/main" noGrp="1"/>
          </p:cNvSpPr>
          <p:nvPr/>
        </p:nvSpPr>
        <p:spPr>
          <a:xfrm xmlns:a="http://schemas.openxmlformats.org/drawingml/2006/main">
            <a:off x="800100" y="4933950"/>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Observed B rate = 0.525   |   Random log loss = 0.693</a:t>
            </a:r>
          </a:p>
        </p:txBody>
      </p:sp>
      <p:sp>
        <p:nvSpPr>
          <p:cNvPr id="32" name="">
            <a:extLst xmlns:a="http://schemas.openxmlformats.org/drawingml/2006/main">
              <a:ext uri="{FF2B5EF4-FFF2-40B4-BE49-F238E27FC236}">
                <a16:creationId xmlns:a16="http://schemas.microsoft.com/office/drawing/2014/main" id="{77B6EBFE-6FCF-4334-93E9-8BA31147458A}"/>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1F2520D-D572-4DB8-BA23-CDDE862CB16E}"/>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No clear personalization gain may mean weak individual regularity, or a model that cannot use it.</a:t>
            </a:r>
          </a:p>
        </p:txBody>
      </p:sp>
    </p:spTree>
    <p:extLst>
      <p:ext uri="{BB962C8B-B14F-4D97-AF65-F5344CB8AC3E}">
        <p14:creationId xmlns:p14="http://schemas.microsoft.com/office/powerpoint/2010/main" val="75305535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BA447FB-F2B1-4A54-A06F-13C37591051D}"/>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3B926DA2-D4A8-492F-AC04-7E14E2857E0F}"/>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84B65815-7CDD-40C1-8E79-C0703CE1F8CD}"/>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196AC5-147A-4932-B2E9-028F3243A4A3}"/>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5927372C-7B86-43B9-811E-6442BB04BE7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96B154F-B6F6-4531-BEFA-75AC07413B3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7A7DF03-B26D-4A9E-BE6E-E8BA6723F8C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EB78840-6641-4D1F-B9CE-11A80F7B915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BFE42CF-128A-4BA1-843E-23243F8F3A1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5FFAA6E-F84A-4FF2-B384-38B28B7952D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24F3B0D-5886-41F4-9F34-AA3FADE35D8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006A3CB-5E5D-4C5E-89DC-01ADF9D8B82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FF0BEE0-F6AD-4D94-BD45-30E395D27F9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351C4FD-4F69-4D6A-A5AC-B906D33D5B4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3078800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4FAE4EE-7246-47C8-BDF7-E62C9F5D92D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25CBDB31-126D-41E9-8272-00B596E0960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15C38C6E-08BA-4A45-95CF-5415C2647FD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83671B7-35D9-4EBD-BE39-70D43A7BE1D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5675E59F-AFBE-4970-985A-8AB0DE03C3C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F73D201-A3AB-4762-B335-331FA4B072F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25D09BD-5760-4EC3-BEAB-44016E7479D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538269-8C05-454A-A84C-86D451AD2D6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40B5F47-98E1-4D07-8194-753E41151BE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0C1C275-F1ED-4492-B90D-D22753DC12B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197A672-3D3A-4244-8146-90C8E3B0F1F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C108922-E409-4E95-AA22-B5FF7A72EDF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F45DB7A-F7B8-4946-8A47-456B0AEAF33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F1D9FB5-777C-4BE3-AFB3-C5A75E3E40A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25735DB-62FF-4004-B8FF-E40990C5AD3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2691B81F-D21A-4C41-B547-588A994D829A}"/>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C62CE825-440B-4A9C-A903-09485F853AF9}"/>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A1198505-FD3E-4AE3-AB0A-138373D9CAD0}"/>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D2E7CEF2-3C49-48C7-9933-822E12B46270}"/>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EBF1124-0E87-4352-B583-3A6CCB3C4A91}"/>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2490E3B5-AEE7-41DA-AE74-3C6BF9DBE669}"/>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9A57B500-8621-404B-B85B-DE929A0F7DD6}"/>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FCB95965-C956-4DB4-A8F3-E96E02F61592}"/>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30A914F-CBEE-4550-87CC-140AB9C547E0}"/>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ADE375DE-CC21-4588-A521-8ABC200A36D8}"/>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3B8CB7AE-73B7-467D-B67E-4DF56190B04B}"/>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A8D6F98D-D790-45AF-9DD7-7BB4E5061CB1}"/>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8783EE9-05C1-497F-ABC9-DE93C4A3D72A}"/>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101111529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1A59B35-8554-4950-8722-D02FCE515BD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9B76A6D7-DDE3-48FA-BE4B-FE691C478DF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7D8D2470-F258-4ECF-85AB-EB3AB10EF5D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F114B9-798E-4DC9-B708-59FE3CEE2C2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A57283CF-9E62-46E3-85F9-A2F9BC0B2A0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39F5A49-5C1A-4C5F-94C7-92FE3F528D1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24CD1E9-0029-4BFA-BA05-8564336A36B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3B870B8-F900-4A40-91F9-88BB7FB49BD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2BA819F-3E1D-4A97-B1FE-B4590BF8E38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97D0508-C4B0-416C-BCDF-2C6B44DA7F2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6D28C1C-F2DD-4508-A157-D7CFA15F4C2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1DA6161-D0EE-4B9B-9127-870142956D9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486CC7F-18D2-463B-9571-FD0B4F704CA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E02A0E-8FC7-4478-B43B-95AF6729933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773B971-01A4-4BAC-A034-07F43FC087F4}"/>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0D097944-7A1B-4581-B30B-1962DB097C32}"/>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BEFB53B3-561B-47B4-A24B-E5A24BD432E7}"/>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73A1FC42-73A6-43F9-B395-38A1ECDFD395}"/>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B6160EA0-4352-43B0-840C-EFEEB9B4F93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0788CFD-561A-4EB3-88DF-21C80629370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37290071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88C41C2E-D214-437A-8CCF-6B77DD03078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828E357F-AC2E-4AC0-AA35-5235A6B7E8F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580A38FE-3804-4EC2-8AB2-B49A70ACEA6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1CB6EC-23A8-4CB1-984D-4BE04778953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ABE44A18-E2AE-4516-9330-936E7E0F179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BC7B25B-1F06-40E0-89E1-B96AD476BD0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7AD88D1-5AEC-4CA7-863A-BB51BBDC0F1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8EC8FB4-CCFE-4FB3-9CED-2E27EDF3342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0588936-1020-43D4-8C62-2A0D63DB3AE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4B8BC60-678D-43CA-ADF6-C27D3513B5C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D23067C-F85F-42A8-A927-A7C46C4608A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53D7237-37D2-4282-AAC2-2A0FF7AF1D3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157DF42-7150-4DF0-A583-216A68555DF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A56C87-16C6-4847-B1BF-F6435F2C6C8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8269F9F-104D-449E-B1BA-B0F59BA31BD9}"/>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AF455454-3E7C-4C64-95B9-DD8FD57D1083}"/>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BCFBB58A-1F3D-4CA9-AAE7-D0995BAF05AA}"/>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4175DC9-53A6-4E45-9D77-08AF647CD7AD}"/>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01E4BFB3-8337-4981-BC04-EF109E6A4A8B}"/>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A36D3530-ABF3-4D6E-B673-3CF4F5A54C61}"/>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136B871-DA34-40CA-8F9A-4580AE793048}"/>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02982BC8-BD6D-4693-8B3E-1530B454EBF3}"/>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5869B625-5296-4469-9D9D-E1AAAFF9057F}"/>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0460D0B-2C87-445A-9AE2-0C2CA9C496A2}"/>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D64569E0-42FE-4AC1-AFE4-2715A8EFD907}"/>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0CEF0D74-997B-48B9-B5B3-9AC4B87F279B}"/>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1EF0544-5B9B-44B8-AC5F-A4B81800B5D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43B7860-D254-4434-B1A6-8728F25BD6E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209172010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170AF96-87EC-429D-82CD-FAB0021626C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97640FAB-25F9-4B8C-92A9-50C62E0F770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4AE28DBA-B527-4727-877E-0FFBAB03679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565B972-FE60-4BCC-AEFD-ED7A707913A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97D5220A-1625-4267-95BD-A530C4DBD86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14E9DCB-EC0D-4F96-8CB6-192CB9D1380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3AB0FA2-F5EF-4F08-8907-2B55BF432AB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09EE01-9723-46D7-B05C-7FC60277C1E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B990373-15FB-48D2-9495-FFC4B7E37DA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CD50911-9201-4151-A7CD-F5F10F37AEB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F67D059-1D8C-4B84-B93C-3AF4A91CCC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FBB7FED-B975-4CEE-96C6-3CA7B6BA9E5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AD11ACA-CAF5-41D1-950F-0FFD2B7AC93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B78E44D-77D4-4C51-9672-25178D8D821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8AFA61D-5576-415F-A040-4CF8E6521FF0}"/>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27C29769-0153-4733-9756-3DD10794CF0D}"/>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470B3AF6-C165-429B-8660-E7B13F7BA727}"/>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3E4D754-4144-4E3A-A39A-41ED0F1631B3}"/>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79AE5482-A1A0-41A6-946E-8AF13D0680D3}"/>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F45CDBDC-A48F-43A9-AC1E-20A70ED777B7}"/>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2777C36-E177-42C9-8D49-9BAD98D198F7}"/>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E6880EF4-0D02-4215-A8E5-7A1546FE2B56}"/>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40FC6C11-3C80-4A7B-B77E-D96E95DEC85A}"/>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487C0B5-A6CB-464D-90D1-43CC447D30A6}"/>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D05211D0-FBF9-401F-979A-43D4FE367E7E}"/>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D8C6F0F2-E5A6-4F6D-A90C-9D7B6E27D6E9}"/>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0CE84E9-3F29-4008-B775-83453A5C408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F65313E-A011-4610-A096-FECB9A8F51C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24379014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D6454B08-07F6-47F5-AD0D-EE2959C41E5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E57B904E-920E-4700-9E18-8A6D1B69848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8837CAE3-87E3-4B1E-8CBB-D0102C088B1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A1E307-4D75-4F08-9A3A-D7A8E3DF352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575E8DB3-412F-4416-920E-D00B52CE1E6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C9F6D61-17C7-45B9-BD6A-57BDFE33E50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8F6BF2C-D927-4EA1-A0E9-2D9B9E74123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AE023FD-36CE-4C6B-8D43-A12F70641AC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91EB129-A086-4FBB-BAC1-7D326EFD402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0FEA7A5-1B1E-4C8E-9F68-0166160059E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2133D41-EC9A-48DD-80FC-C733C778EB0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79C35D-EB15-461A-AC0F-70B5D9ABD95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017BE46-788D-4842-89DA-511A1069C93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A164E9B-FA30-4AB3-AEC8-C3B6F7433A9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75C335E-77F5-4226-A50B-7ACAE9A45FE8}"/>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4BE10ED4-5353-462B-B5A2-A2A2B97A4027}"/>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9CD942C4-FF4A-4893-98C7-B0E4F8F249C3}"/>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2E7A9932-24FD-4EEB-94FF-1B81BA7D1686}"/>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5AEBCF44-31B3-4D08-B1B8-E2B34F768572}"/>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674EAA4D-341E-44D1-AED9-6412C4525951}"/>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EF063ACD-F247-4534-A47E-2E0132717B42}"/>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ABAC21CF-12A9-458A-B554-BAE479B46DF4}"/>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AC52F85-C9C4-4E3C-BEF5-BA876A36D8C2}"/>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E69B417A-9931-41A6-BF56-7CC661767831}"/>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A5CAD6C5-2340-4972-92C6-A9A813418E2F}"/>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D53A6CF7-C19F-4085-A5DB-CE4F61A6D2C4}"/>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B6D1C11-36F6-4F38-939E-910B1CB4F21E}"/>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44602A6F-ACFE-4B3F-B9E4-A95DADFFDB08}"/>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C0D178B5-6640-4B0F-A438-F3D4F2FBABEF}"/>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44DEB8AF-5F89-4971-8662-156443E215C2}"/>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80E3342-FF00-441A-ADC8-CEE35BB86A2A}"/>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BEEC7DC-A79B-487A-8CE2-F77BC7144972}"/>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197248474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4789B5E-2B2D-408D-9864-4234E3A28D45}"/>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A73B5360-DF21-465F-B208-7F6ED42CB412}"/>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6A949F7-A754-4813-9DCF-9FC6FDE56A48}"/>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Prediction complete. Next: what information supported the prediction?</a:t>
            </a:r>
          </a:p>
        </p:txBody>
      </p:sp>
      <p:sp>
        <p:nvSpPr>
          <p:cNvPr id="4" name="">
            <a:extLst xmlns:a="http://schemas.openxmlformats.org/drawingml/2006/main">
              <a:ext uri="{FF2B5EF4-FFF2-40B4-BE49-F238E27FC236}">
                <a16:creationId xmlns:a16="http://schemas.microsoft.com/office/drawing/2014/main" id="{7B3B9682-FA53-49E5-AF1D-AA36D17AB94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FA2B28E-BFC5-4241-B0FA-4ADF2D7F2DB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DD8107F0-89F8-496E-8696-36B1A85E24E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82B6839-182A-4DCC-AEF4-46A0226FE64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AA59A2C9-2EBF-41D7-BB8A-05FFC1AD937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7D1D4E8-783D-4FA9-BE44-B7A8C2ABEBF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83C1FAAF-143F-4FC1-A297-30B5C825EDD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6FE2A89-182F-4640-B286-F5EFA06495F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166593D9-6FC0-4498-A53B-9A5174656D1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249D8F6-F468-479F-AEC7-26D7DE52ABB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9753275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40AF9F5-405E-4700-A0D0-96A09947502E}"/>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1B4F1044-B7A4-4889-875F-391569836F84}"/>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A3331A60-73AF-47FF-8758-1FDA343A2338}"/>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A4041B6-65AA-40B9-9E69-1EB4A40853FC}"/>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E937F422-EA70-4B19-A013-2E0B5E7FDED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75EF14C-0CCE-4449-8D68-18ECEED3136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79699A5-2A04-4942-9EBA-3AE27DBBB40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D61DEC1-0460-4236-A5E4-48D3238ACC6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7A364F1-BBE8-43FD-A415-4D4F5BFF48C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F034C66-1C83-48C0-9AB5-77A92E102DB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E0B0B9C-5C21-4AD3-A470-E3BFFC5045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0FD1EAD-5297-4BBD-8437-49C10755432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216D9B9-7097-4884-BE84-D65EE3682E0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5530E35-9228-4B6C-8420-7C8890BAC12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9191900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CFEDE3C-7D8E-467F-A3D9-96201908A38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0F8A37AD-E550-4FB5-BC7D-3237D9121DA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216C7EC6-FD3F-4902-9218-AB5A98B1C89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9EADFDF-A0EB-4E03-A249-260A6F51EBF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42</a:t>
            </a:r>
          </a:p>
        </p:txBody>
      </p:sp>
      <p:sp>
        <p:nvSpPr>
          <p:cNvPr id="5" name="">
            <a:extLst xmlns:a="http://schemas.openxmlformats.org/drawingml/2006/main">
              <a:ext uri="{FF2B5EF4-FFF2-40B4-BE49-F238E27FC236}">
                <a16:creationId xmlns:a16="http://schemas.microsoft.com/office/drawing/2014/main" id="{4AA85399-C966-4185-B128-33568588148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50C7638-5250-425D-8497-ED79EA4E9B5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7A213E0-6057-4171-A4A8-49639CE15AB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985E1D3-041E-49A2-8E2A-3F385213A86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874D095-9B45-4679-9896-78AF591D8F2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37140C6-C988-426B-B7CC-D5FEA6D8151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DE95E77-6A7E-4C24-82D9-9AB952FFCD9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98C2721-3B23-4C5B-9244-0F211F238A8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D943911-33F9-45A5-98D6-65F9E966A97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EF82548-2A79-41D4-B6C6-ED3935E8A71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0E840B2-F66A-48B3-A35D-C858A0A2E94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008A06CE-7D97-4949-BDF0-3B5B66F02164}"/>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D789EA9A-56E6-43E5-BE96-C90938C5DBB6}"/>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B48666D2-CE22-4311-B646-A2DE8CEF79D0}"/>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167B9F3-63DF-4C86-B376-70E93B4BD76B}"/>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4C5E153B-4C2D-48B7-A0A3-3CE7DA3B0E7E}"/>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4E22AACB-9478-424B-941D-2465C84A7C2D}"/>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008B0FBA-F207-4E42-8449-0C5D81E3BA39}"/>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B1E5CD56-44DB-4A49-B948-46468450892A}"/>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C662482-6E26-4692-8CDD-F65172C5B114}"/>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29B22220-A6E1-4DC8-9061-48F1F827F08B}"/>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58B2E68B-4079-4C5E-992C-7AD9B622B03F}"/>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2762D9E9-DA5E-4D66-84BC-65A3A2D06EDA}"/>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9A2E5D8-B249-42BE-AE85-DDDBDCBCC0F4}"/>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211549402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8237E56-29F4-4A0A-9840-7093EB2590F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FDE84CCD-A65F-4C7D-ADC1-BD4109897DE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FA6A0A0A-D7C1-4D50-9B6E-38292248006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374F11-2968-426B-B219-EBCB0D93529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9564D6D9-C75F-4FDF-B843-8421597602B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2899501-0198-43C9-A269-8CCA7995E80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F946C98-1F99-4ECC-AF0D-A8C434F39EB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336CEB-16CB-48BF-9F69-D19655F76E1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45260FA-93B9-458F-9E01-CACD95134C0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1CD1FA6-46C0-4BB6-A408-EFB65EC26AC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94BDF87-526A-4C6F-9517-9931EA0B167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29B6EA4-446C-4B96-95DA-96B64D2A980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5608215-502E-40C6-AE59-626B2002BB0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916E4B-DE94-4D9E-91E0-A4507B77654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973480D-3F99-4FC3-B000-76D47DF964F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6B0ED21F-172E-4090-8125-31A1BBAA971F}"/>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D349DB25-0741-4671-9FD6-127E5D75DA2E}"/>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E4CC6C42-C458-4A9A-9C8F-DC7C8330588C}"/>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D64C8D8C-85B3-4DAA-8134-C1F9A83A68E2}"/>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80410325-4192-4B0C-98D7-C8873373A1C5}"/>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1B7E57EC-01C6-4934-A736-57A6F6D91BC6}"/>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8542CB4-F569-4166-801D-7EEF5BD05002}"/>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C2EC826B-678D-4B72-871B-72AEB6FB945E}"/>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2F5E338E-BF9A-448F-B1C5-6DEEB52100A9}"/>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3F8E774D-EF5F-418E-BBED-83AE564F889C}"/>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210A9BEA-9606-4BA1-9D04-CC3136DC7675}"/>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6F44774C-F595-491B-A0E7-C6C95C492EF5}"/>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B6467512-93CC-43B4-9405-39B757D0AF53}"/>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5EB9499-1346-4179-810E-7AAE659503B1}"/>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75355403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EF3561E-A7FD-42AC-8BB6-0CCDFC251A6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3ECC6529-D2BA-468C-B065-87A4C471D61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019568CB-B9EE-431E-86B8-59F8B624436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28E0EDE-7726-4B3C-A0EE-E8715506BAC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DC46120D-0DA0-4D94-B0D7-4F890F361B9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E3E3B25-DB5D-4C6B-B0E5-A27A0F47A4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6230C9F-85EB-4ABF-A105-992B842D9D9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273FA8C-151B-46B5-85BA-C71BA82153A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DC4B4A5-0A7C-4A00-A079-5D1704306E2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A286806-5848-45A1-B95A-3FD55B7149E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B1B74E0-F2E9-4C25-BBF4-0E0FD5ABA52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9A15DE-5BA6-44F3-9610-2554D764A7F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8B7FCAB-7E75-4C84-8FA4-7612F354A4B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0792691-D43E-4B3B-9485-755378CF6E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21B19A0-E1CE-442A-BAF8-2CD6C2B95FE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012175CE-77EC-4E83-97C1-D4F9554B40CF}"/>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FBA5495E-9E42-4191-A9FE-850AFF75EB81}"/>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71795D1-9A21-48CC-A19D-76276B2D2B0E}"/>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139809831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28D4F96-7351-4169-9973-3AA73904010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BCC895D4-5408-43E6-93C6-C61923DB65C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878FEC49-BC7F-4886-BEDD-329820D87A4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964D2E-DD4F-4D57-A2AB-14A0281B2BB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E5E97D61-A81A-4357-A499-8B6C8C2D684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D5EEDC3-3A4F-4B93-B3DC-3F4BE8CA1DB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494AB89-4462-4A1B-BED7-5D3EB6A2B25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174A90-C7B2-44B5-A378-368A07A6716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4C2669F-0A66-4ADC-B0CC-E3F535AA52A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F9A98A5-7342-4618-875C-0A74065CAEF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AC62B16-CF16-4B14-ADDF-1C6D9DC53FF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505FE88-0D86-45B2-B7BB-7B54279EFE0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584F1B1-2E65-4B49-81CF-1746FCCCCFB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8C15B81-3C58-4599-8DA3-F4D8B7CF1AB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B45B9CE-52C6-4C64-9BA0-78BF588FAB6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E7483FAD-C9CA-4895-8A1D-1B989C7CC52C}"/>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647E38A7-9E22-472C-A6B5-F1AC869C8034}"/>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31D26FB-A8D6-4FAE-B1ED-278AA5ECAD3A}"/>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2A9BBAB5-22A2-4BCD-9462-1A222C21D803}"/>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1860BB5F-AB22-433C-BCC7-6D2C96DCDFC0}"/>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F3021F2A-D371-48DE-B919-38EBFAE33CF0}"/>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91816B6-509F-4204-9D52-B1E3CA8E1CC5}"/>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109574245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4222485-7D8A-435D-9601-9155A7958A6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D0939949-C3CF-4C39-B67C-07ABFD8E80D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6310A05B-00D8-481E-8717-F5B3A31C76D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FEE3AE7-6837-43D4-B6D8-5BBFD6D553A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C7C208C8-6715-4DBE-8A99-CE4709CC398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8666FE6-7223-4C21-992F-C551118C42F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F6D6F86-8F37-453A-A437-26120926BB5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FC133E9-6C0B-4704-A83F-F0E4D4535D7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EC58EA9-1A40-4DF5-BB93-F76BBC79E91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072D31-4CCE-4C54-9116-C906D6766FC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7F2C7D2-AC6E-48FD-8C2C-0A26480C59A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4F73805-883D-4AB0-82DB-EF39243E07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84AC53D-FA21-4174-8C77-855699B5F6B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E15AA17-C369-4AD3-BF88-F8799AF3CFA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B305CAF-2803-4007-9F60-4300A4EE3A4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1CE9C654-5C7C-4CA5-A549-88219731F5C5}"/>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23EA15DE-1F70-4548-9BB9-2BC073951CD0}"/>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4C473629-6899-46AE-B282-DF80F620E3FC}"/>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83466E21-F167-4302-8B3E-C52D8ECF6A51}"/>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FE83E83B-5747-4362-8AC3-6D3B44600CE3}"/>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01EEB01A-33AD-4300-9BE1-16339D3CF2A3}"/>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424D9AE2-2C3F-420A-B8A1-AF82C44AB15C}"/>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E0DDD22F-CB12-48DB-98F0-8C61F8D7393A}"/>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740B309B-CD04-4D49-8725-84E1DF1C121B}"/>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5292400C-81F0-4BF4-9B08-1A0E4D4AB8B5}"/>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71DDA4AB-EE09-4CCA-8FE4-CF374C77FFB0}"/>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2CE270D4-D7A7-4375-9D8A-84734A6286DB}"/>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7BA5FFCF-5167-4DE8-9548-95CF743B7DAF}"/>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F0F6603-2449-4E05-A127-780CB8A1467D}"/>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6718878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53DA364F-9DFD-4DA4-9F4B-21EBC890A87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774057C4-4EBF-4233-9DE8-66C25D72620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E290680C-AA2B-4D9C-B7E1-C97C6ECAD16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EB650A-A881-4EFF-B827-97C00DC796E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A2ECDB6D-E334-4848-99B5-15E3881FD34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7A38802-99F1-46C0-A834-26A6DA5D08D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C108D64-AC53-4756-AC48-0F2F09A665C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EF8AD9C-0616-4E48-8E49-0F79F6CB84A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7AA11DF-86BA-400F-90A3-18096D1A1B0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020BB65-C5CD-476A-A93E-035275A23D9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2BA0ACD-8554-4298-A268-26E722E4534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889F03E-94BC-41C7-BFE7-647D1699612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F1848C7-67BE-4295-AE0F-B0840FC4F81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E67769D-2F26-48FD-A643-86A89D514AA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5D97274-0F83-4DFB-B97C-60E03241C75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8D9D7D8F-4DB1-449F-B564-E6CF81D39C3D}"/>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8CFB09DB-D49C-4871-AFD5-D8EC7FD81AF4}"/>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D11DF714-51A5-44CA-96A6-9909D250E5E4}"/>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68D1FE3C-6CEC-4B06-BF08-32F36FD8839D}"/>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AD505B10-ABCA-42BA-9E46-C517057CA94F}"/>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C9D19D2A-A459-44D9-93F4-6B20DA39C9A4}"/>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CBE874ED-1827-422F-AF2D-506749A109D9}"/>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EAEDBC63-7D12-4FDA-A7BA-C9CEAECB6AA9}"/>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5CF35EFA-D1D7-4818-B5AC-ED251BBF3D0C}"/>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2C49EC99-E47C-40D8-A911-248EE7196AD4}"/>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3E0D0E90-1BED-4DA0-9DFD-5FD355174761}"/>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0B6F4DE4-729B-4C9B-9923-35C0CEC63733}"/>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5E48075E-0B86-452E-85D0-C80F77A6D5C6}"/>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D7F1D461-B86E-4C0A-BBAA-35DF2229E569}"/>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97C7E297-D7B3-4534-8843-37BC9758AC10}"/>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B381EE92-43A1-4E0C-949F-03D4DBF70AB9}"/>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877D9F93-6C70-4653-80A0-1DE99D4DA345}"/>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43C33F0-D782-4038-893B-9B86B6A2DF4D}"/>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129018293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8130882-C21A-4A3C-906F-5144B84B701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FB135CCB-97D7-422A-BE2F-18E3EA88715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6C2C8BEE-11C6-43E4-95A1-6F4DBD80984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60FCB80-FD20-4810-9EEC-555A8F09809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FBF28D49-F067-432D-B896-FD36ADA4BCE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8BE643-73E3-4B85-B50E-9A8756144D0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91EFCA8-1AF3-47A2-93A0-A540AFD1A36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1022EFE-D600-4CEB-97FF-39742097B8C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E21ABE1-A6BF-444D-825D-ADE40928B93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A28CCAD-A38C-4684-8D65-E7F48962470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AA01C22-0A5C-48AA-B105-FA9C9915909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247D255-901D-4A0E-AD44-749422A13BE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FC907B9-279C-47EC-A3EE-482B4D63746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F653E4-3BBD-4CC3-BF79-299B19E3D92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CCDD9AE-2B62-47E6-9DD8-82E74619D14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47BD27A1-6054-44EB-B95E-E93F1460F28C}"/>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DFB05133-6FF9-44EE-B55E-B4F38444A25C}"/>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A384F5-A0F9-4EE9-BC91-25E486CAB6AE}"/>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4ABFC2EF-0DF5-401D-B387-E800CE1A9239}"/>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B573F3A-643B-4E65-9A61-C29362AF6E68}"/>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99E0D2EE-A0F0-4D72-916F-230A52D0FB79}"/>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1494EEE-DD7E-441F-8F48-CBA422017E66}"/>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531BF846-BCA2-48CC-85B3-0EF6DFFF5AE7}"/>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2349F324-EEFA-4BB7-BE2A-893849299E81}"/>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1A8B9FFA-7960-41D7-A6C0-61B73B725635}"/>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D3A7DC15-A403-4B54-947B-5B234F069AF9}"/>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1FD96B24-7A8D-4EC4-ADC1-77C33775DD22}"/>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BEC5D740-62C4-4EEF-9FD8-51E5A2A15681}"/>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93B8E2F0-458D-47E8-9026-B4B3D5A08E51}"/>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F80AFE11-5408-4DE1-9D0C-1A66C9A28BE5}"/>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5879D41-5195-4EBC-9962-318397A63FF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39965433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25D7E5B-BDA0-4A5C-A781-C20F28EB8D7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2FE98600-7090-4094-B2CD-9F18EC6D30B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8267ECA4-8252-4378-8592-5C1D89C5B33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6DFA21D-52F7-4EA9-BAFB-57B3423FB67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FBA39C73-2AF5-4AAB-9E0E-313E3D1E799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E3BD88D-91FD-4AB2-96E5-9AA29054E8F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268C0F9-C47A-44D7-B824-1A897AC31B9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154945-31FF-474E-B814-1E2F77B5ABD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893CE69-B356-459B-BE4E-750AFE90E1B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0458DFD-9A39-4A5F-A3D5-28800B497AE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66A3C32-D2EC-4281-AF0F-A1AC94B1ACA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607BE25-93D2-4CFC-BE42-33B0D8ABAEE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5A04986-8AB2-4D05-84B5-D81A4EC7311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A0A0A60-765F-4E8E-8091-ABA167A0DFF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73677A2-B043-4A58-B1E9-355DA4906B2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E1CC5D79-6524-4288-B91A-2B8DF62F80E7}"/>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ca335702073b45d1"/>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75339DBE-2F9F-4397-B872-43620DE8EEE4}"/>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035686AD-AB0A-426F-84CE-9812FE09CF29}"/>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F906FB34-4C9D-4174-AE86-E4ADA61EE589}"/>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693DF4D0-7976-4953-95D2-F3C0A1A27D18}"/>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A7A78BBD-50F8-4515-9DF2-A99FBE198B96}"/>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D83F2338-A917-4FCE-A588-355075597728}"/>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250095D6-CB60-40F5-8FC1-66A57BEC18DA}"/>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B359EBB-AD21-4895-96D7-550553152435}"/>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22720990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7EF015F2-5F90-4218-88BD-004553D717E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CEB6A248-2AB5-40E8-8202-8F4B02162B3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FE258A7E-427C-4738-ACCE-8A14D731423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90DB70B-1AB3-48C8-87E0-91DF76F3746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9C801A98-650B-49C0-84F2-EF4402E0547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45F1C63-E14E-4E56-9B42-23CCB3595A0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F292B53-AE85-49CC-9D5E-B86D60F5F2A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1E8C515-510B-4602-B5BA-E43EF5FC29F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EA8A36E-2882-4634-A879-E2A3EB10382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2B05E9-6FE1-4081-8EA5-B397BC9CDEA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655E559-EAC3-4D29-82EC-735F83E8FA7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CDE2AE-8718-439B-9045-7818DB3393A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2323A0F-26A2-4C48-BB54-8B52FDE5153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0FE14A6-04B7-4CC3-9F28-FD2B946CE1B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3B9D737-A0FC-4EEC-BE8A-D1FB0036A87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5A0B873D-0555-42DD-AC05-6BCD5595D5CD}"/>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FA3C9CE3-71D2-4B24-9DB3-43EA4E06C5BB}"/>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8AF7AD0C-E71E-4CB9-B0DD-AF48685F3AC6}"/>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8C3F0EA-D75B-4D09-B13D-9BB2AF574940}"/>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D8B91563-BF8D-412D-BCCA-7C5C9B7F1951}"/>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BFA361C-DFEF-4DE2-BD21-57379186DE9D}"/>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6D33D826-176E-466A-BFA0-FD89DD53F525}"/>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93A4856C-76FE-4FC7-ADC7-92C5EF745688}"/>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99035C7-0E9C-4319-BEE3-31E53149266D}"/>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63702071-8042-4BD8-B70B-FD5596084844}"/>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C3046AF-4D8D-4C4E-B8F1-E2F03CB2962A}"/>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6398B31B-BEB3-4DA1-A146-7325470A8A32}"/>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94C13A4B-F70B-48D7-803C-5FFEA94F238D}"/>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BE33CF4-47F4-4B66-8FA5-86BF92A5FB68}"/>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16B31EC8-421A-4B5A-91A0-1EB54444AD8A}"/>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347F0DD-4FD7-4E6D-8640-DEC2DBE20944}"/>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B38361A8-018D-4646-94B9-DB5994CA3839}"/>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641C9E6B-6CA5-49C9-863D-377524D494A2}"/>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EE213A70-EDB9-4A3C-8E1F-58CB1604F9E1}"/>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EBA07A1A-F908-482A-B8E7-3D5C813FAA98}"/>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8181E315-8BB1-466E-9726-73C79D8E5833}"/>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E1B4820D-2F15-4EA9-9BBB-65CA718AF69B}"/>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31886952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632329F-29D4-4C22-90C8-7E38861C8CA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B218994A-99AF-469D-A333-ED208675D2B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01F79D12-8560-4ECE-8027-68F12AC5D00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9E5A747-7C57-43EC-9BC7-88F89E48B4A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9DC98ED2-630C-486D-9B11-728F3302B2E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8997A35-8C1D-46E7-9AF8-65A5232A6EE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36AE75D-C26F-425E-B8E0-64F8300D840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987EB8-1E4A-4320-95BB-A369A06108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4EF69AA-3999-4099-9826-D33E7800702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84D768D-1FBE-4A81-927D-07005FEDBB0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7F22738-086D-46FA-BCB2-1F3C3E51E26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1B8394C-6413-408F-93C7-33D56191464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1D7F9C5-B9CE-4C10-9080-482F0202524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7430784-54D4-4E80-934B-8EC0F13B295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2DA2D58-620E-4547-A71C-4174308069C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e06d4347c85b4e1e"/>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86735459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A870F26-8225-41C7-BB73-846C98C7689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F43A34CA-A481-4839-8FD2-898DA414EBE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458BD6F4-829A-41DF-AF90-3EAD11C6F99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6048D78-C57F-4A05-8E8D-43047CD932E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42C5DCAF-CD79-4704-A96A-4D4B1AC6CBB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85412B1-15BA-4FE6-BDD7-453E75C1A0B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65D0B01-752F-4424-831B-14D2F600A64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EC517AB-6B26-4ED3-A4D8-4C3063292D5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4E884F5-746A-46DF-9281-5838D24A390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2A798B0-CE00-43AB-A4B6-5FE1CA06122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6AD4E0D-2376-43D5-82F4-F27EE6E2EC2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6B9374A-8137-4DFB-B881-A314F49CBC8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4F104D0-C8A5-460F-895B-FD99622BE5E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D3E8158-559C-4ADF-A100-99FDA2081C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BCE6C73-D87D-4764-A889-108B7EE38F6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E633471E-5BAA-4887-9986-CE396D8ED0C6}"/>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4d79cb2ee93b43a2"/>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B29E168E-54C8-4295-A4D8-BEA285846E51}"/>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52A98859-BD16-45D1-BDD2-3F760291065D}"/>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9D32F5E2-0176-420C-A27C-9F4F42779425}"/>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D6AFDA49-693E-4733-9D80-73F7856ABAD1}"/>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7F665B9F-7D66-437C-B001-3488683C2619}"/>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5F447B6-6C20-4E60-B12A-C1E3C6381192}"/>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46EB6676-21CA-4BE1-A8EB-54CEC4D05F24}"/>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8CCF10F-9F12-46CD-8A6C-4DD1D12E98FF}"/>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C1B454E5-8B9C-4847-8402-20B5A9D78320}"/>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54FC887D-0BA9-4B48-BAA4-38F605C4013E}"/>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F92DAC1-2B81-4066-91C9-34DB28EFC4E2}"/>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6286156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E5BFE009-9493-49E3-BACF-FCD8E3C0748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42BF340B-10B5-4EAC-A547-0BDB1E1676F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946330FB-9941-44DE-8B71-ACD67BC81F5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016A19-9909-44B8-A70E-F992ED7FEF7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84C17C89-A341-4BB6-BC9C-6CF0C2AE9CB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9AF6247-D9F1-4DEC-82F0-F251F2730EE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DFA0B5D-5C6E-439E-B190-15B255E9AF9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C63D1BA-44E6-456D-BB82-8A945637A59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AD6FDA0-9ACE-46E4-8075-E30B5358ED8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9320410-B536-4621-8A92-10B418DC776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A8BFB64-9B5A-4379-948E-B664C96C9BC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587DB03-8344-45DD-AC6E-2B54559F34B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7D42CEA-B74F-40CC-B1DD-29E4CCE2A49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322B9EC-9C11-4AC1-AC24-51D767AD47B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71F73E2-3F54-4F3D-A937-9FE4BA5D54E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8CE1E529-1B69-410E-A706-D52ECB5E6EB0}"/>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C75D596D-4187-4368-B2B9-7B00052D85E2}"/>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5E86C132-3188-472E-806E-DCE56216025C}"/>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DE402C6-8136-4D21-9F9E-1A06C7AE8CC6}"/>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9B15487D-CB9F-4BFD-B7A0-44DDC2692B2D}"/>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044E51E-79BC-4E40-892A-E8FD7024461D}"/>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CDDCE217-EFD3-4E75-A186-54E8966A285B}"/>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DAB29D5-5674-4887-9134-0224873A98AF}"/>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A9904F2-083C-4C7E-8D50-9DF9DECC95A9}"/>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9CF113C-7B64-4919-9A50-E3792ED7130E}"/>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FF1CFDA-47DE-45DC-8C99-1BE8C047CB2A}"/>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1CB6EF6D-CD95-4C0D-99E8-8CF6890501B4}"/>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DC45496C-64C4-4728-A2AC-6B0E9DEE5CA5}"/>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71AACD9C-846C-4380-80AD-6A54B8651B86}"/>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D65305F5-A10F-4A6A-A83B-9B0F48BC5387}"/>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1A4A7DE5-A85F-4691-B73F-D242838EC831}"/>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4934C6B2-8A28-4940-8344-4FF980EA6FD7}"/>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D61CCE46-51CB-424A-8DF7-74DFA0D8F6C9}"/>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D7ADB4C3-652E-44A7-B10E-3AF6034BC8B4}"/>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3575EFA0-B3B8-470C-B70A-9A7DDB45D9BD}"/>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C254497F-2C5B-4885-9161-88A0E463A9DB}"/>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66228A77-55CF-4590-8822-97AC6FBA0EBB}"/>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82823E35-BA2E-44E0-8131-257B32664496}"/>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D10AC711-8B47-495A-A0AF-1706A8B4255A}"/>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6792D401-A4A3-4A24-92CD-92D886B5BB41}"/>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6AB19796-CBF0-4FA0-91DC-3A92BA0F65E4}"/>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0D0B17B0-459F-4015-8985-511BE0320E14}"/>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5FA374B7-6498-4D25-A0C0-001882131D34}"/>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22ADC284-E8BE-4930-8888-AED03D572B16}"/>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1E8A3007-6947-4F48-AF34-3131826D68B6}"/>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7B1E06BD-7528-48C4-940C-931E88412B7E}"/>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D9FD2A5A-F1DF-4676-A7F5-1EBBB16E426F}"/>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421DE424-8435-4BB9-9D78-ACFA65D4A786}"/>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E6990CED-AA46-4BAD-8649-77E7D2DC2731}"/>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213126224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7AF2A18D-E416-4EC9-99C1-7CDF54F8824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FC7DC106-CA58-4072-8B06-9C38CCFA847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67BF93A1-4007-4F94-9F9D-500D0B26114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65034E-DEF1-4829-9DD6-91AD0A14ACC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2EB60A18-6561-4083-86DD-0FFCEB460CF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F11FFE8-B985-4F13-8462-DC72E85B2A4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8F2320D-682D-4222-A6A9-92B1E40CCB6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12B15B2-984B-4FFD-8B29-241DC2D6403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FC6CE56-77C9-42B4-BEF7-4A9B3DCC486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B864FA4-6848-4BCE-85C1-84785325FCD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F3765FA-93C3-48C4-9E40-050DEB8FD27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153F871-6B77-4FC4-8179-D8AB3D8E447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2EB76E5-4EF6-4E22-8E54-C9010A92B71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73717A6-0454-46D9-A94F-0BA2CCEB5A2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E75FFA1-BFFC-4578-988C-9B2B34A4A8E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A2FCD7BE-631E-4484-9F8F-C670CB9FD250}"/>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DA0C35EA-6EFA-42F9-89EA-2C94FF40DB5B}"/>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AA997950-9EE8-4A2A-8B81-CF88DDE82AAE}"/>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56F7427A-2404-4A82-8E0D-24F611B3FDE6}"/>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867A8F1F-BC5D-43B0-96E0-660896674632}"/>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5B3D4644-F3C6-4889-9AF0-6B9F863E879C}"/>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68344101-709F-4B63-9278-3D4B91339ABE}"/>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F2797942-C2FA-4FD1-89BA-A30B7DB7442E}"/>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D863C4C3-6388-491F-84D3-8BBEA10AEDCD}"/>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A3273786-55EA-4CB6-BA2B-281E60A20F02}"/>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DA596211-E72D-4DD3-8446-9B7E61DF6DAB}"/>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81B521AA-59A5-493B-8838-14A6C2A15BBA}"/>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D0196BDB-D873-4462-BE3D-54EE5628891D}"/>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C26E985B-BA08-495E-BB77-FA808688E752}"/>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107B159D-AD7B-4890-8155-0E07C38DD9DD}"/>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C583C996-7D0B-4B04-A89A-711FD4D629C1}"/>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C6BD2325-4D96-4292-8FA8-7804F55D4196}"/>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5BBB66D2-F5C8-4A95-8456-F0BE67123B0A}"/>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73FB8F68-C577-451E-90D5-756955BB489D}"/>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4751F653-6F89-4D73-B3A5-4E5D8AF37301}"/>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6F604115-AEEB-4DBF-9E5D-69311669265C}"/>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FCD90F95-3775-4316-8663-548185CBD6F4}"/>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BB208A38-A57D-42EF-8779-C369DD167B35}"/>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0EA989D2-59C8-47E4-B093-DEF082550245}"/>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0EFBE023-40FC-4A8F-86F4-298B0D20A67F}"/>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AE9A4B89-3FA6-48E3-A035-4A7048E8861C}"/>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6231E8F5-E156-4F84-894A-6FDA82B75F8F}"/>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85131734-0070-4FF9-9B1D-B78A17B6DD83}"/>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4D9A48C0-7B4E-41DB-A40E-331DCBEC9DD9}"/>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A06781A9-FF8D-4432-9D1F-349FB80FE3AF}"/>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DBA9EA0C-48D8-45CD-847C-C3F471B0C386}"/>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40E419BB-3016-475F-8539-F39DAAFC0D8C}"/>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C43BA676-C49C-4FE6-A4B2-ED81658A60C9}"/>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38DF4211-D4B1-4C3D-AEBE-40E2B0733736}"/>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90B749B7-483D-4195-B6E3-25B2EAF9E3DA}"/>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14E57F5F-C1DA-4953-ACC3-9834DBBC0998}"/>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E1339899-A2E0-48FE-8AB6-9878D020DD9E}"/>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A3B61396-2366-41AE-883A-E93BFA529C3E}"/>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3A59A111-4288-4E91-860A-15EF160D23F2}"/>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BFDD581C-3A7C-450A-800B-802EAC6B2640}"/>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9C269CF3-E7E9-43CA-AC14-47BB1E50CB42}"/>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52BE06AE-5FB9-4212-8CEF-36B569F553D6}"/>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CC62652D-60A9-48EC-8BD0-79FC8FFDA6D2}"/>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7EA16E78-EAAB-41E6-AC3A-0D96530C403A}"/>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0F74789F-467C-422B-8728-1909DC252DEB}"/>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2DDC20A1-8800-4152-944B-B74CEC042138}"/>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0DC6872C-C957-46C2-98AB-928B8B8402AA}"/>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2A0D3E9D-E395-4CB9-B335-539E34207A85}"/>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88802742-EA5F-4299-82B0-0E05548BEDFD}"/>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D55F1C7D-8FAB-4324-A2FA-B27236E96EB5}"/>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56D08145-4F37-4FF6-A8FE-BB37EBAB4C95}"/>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B75C3988-9081-4B1D-B523-6BF54A884ADA}"/>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04528769-B948-4CCD-BAD8-2C87E683242E}"/>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01917E0B-B330-4078-9C38-6ED538B17EB9}"/>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88976552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90D9CDF-0A7C-4C89-B70D-C79C4B9BBF6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16F6D72D-B3A7-4743-A07B-91EE1BB22E5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BBC6769C-E988-4AB0-A519-1DA04A7390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174938-8DEB-417B-A9C1-C6DEA8C2A30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A17FA3AC-CE8F-4DD5-B84C-412708E60C4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53772CB-3CE8-416A-BDB4-1B1B1494CF7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6E22E22-C855-4C32-A966-DF493473A51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C6FC13A-928B-4A8C-AD77-2AD77A4108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870BF7F-D93B-4800-A66D-F34081346CD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BBF3AB0-E1D5-4CDE-A5AB-737285413F6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AAD0C66-3BE0-4743-970D-4328759E37C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80E7E3B-7DE6-4029-92A9-BF126E9C24B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14AA680-2EFB-4CFC-9741-04BD37AC03E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9DA8599-E63E-4695-ABA3-20C73D26A3E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1542AB4-DB64-40F0-9A04-B8FF7A50A94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4E035457-EEEA-4202-8AD7-750850A56BA8}"/>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E9F77098-A782-4344-B454-D8607A23935D}"/>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B04E3A57-A5D3-478B-8DC5-0F92A38DC9B8}"/>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9CD376B-3112-4F17-BFD2-2D8694515928}"/>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85361159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A624BD0-D92D-4FE5-8866-5C5620BCF54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FEE5FB1B-C70C-4248-A20A-70D781B0685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F1F26B7D-F798-45C3-825A-277EB6C0646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47DEDE5-A998-471E-8EFE-5CD515AC067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7AAAA4F7-A502-4C26-81F6-0BAC701A19F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2AB764A-E2DB-4DEA-AB68-8E5087ABBE3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11EE706-A34F-41B9-83E7-3511E29F7A3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E6A01C6-7AD4-41EC-A89E-A3A8EE8B8C2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76FAD5D-DA16-4EB7-96CE-A80884FD579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EA2F38E-993F-4062-A8F5-F75568A1EFC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0D1C4AE-3A84-45FB-BE45-C493A05CED2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C3170EA-7BAE-429D-93D5-E51F5F6A6D8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9F2F9E0-87ED-4F1D-AF4C-F56B9CFE307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EF9097D-6022-4AB7-A4C8-6AC448491EB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82C465A-352D-47A2-98E9-2B6CA3396EF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5535420c69454334"/>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7BDA2CD2-3F08-4FCC-9BA3-2D49609AA39F}"/>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046AEDB6-EFC9-4E80-A4C3-65E3058A733E}"/>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0F4F7C99-7DA2-4B7F-92A4-62AF69DD8796}"/>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71B0A1D6-F2CC-4F14-B061-6C9A1B2239E4}"/>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1D6C7742-0326-4324-BCCA-57023782E9E5}"/>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B2D8C89-F699-47E5-97AA-9952377F2309}"/>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124555190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8AEFF1E-63D7-4A0A-AE28-6C751483AD5F}"/>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8B0663C0-482F-4B07-8493-159D118EC01E}"/>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67AD17EC-DA1B-441F-9254-623D2508D079}"/>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31BBB6-0FB5-4994-B1B4-FF1B81BB649C}"/>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495B447A-42E4-45D6-8D92-0C6F0C469649}"/>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45236C99-59E9-44A5-B287-5C99D7592D85}"/>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C16C3FAF-4890-4B72-B059-C32D9D3A46C8}"/>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6690F63C-8AF9-405A-BB2C-A9E87B8589D0}"/>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334C68E-9E76-42D6-93C3-17DE29D2CB79}"/>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2ABAB071-3967-43A7-B376-D0B5F2ED799E}"/>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0D5D3884-396B-4B3A-AE75-755A7EFF6F07}"/>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19B7E3F1-908A-411F-8E81-0A310970791F}"/>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0692E8D5-EE5F-4283-A66C-C4B17AD704D1}"/>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AC5552DC-68E3-4A56-B5F8-181AD6788518}"/>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42897DC5-BDFF-4B86-8100-9DEFFE72C17C}"/>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7F613CEB-68DF-43AD-AF66-9A521BA03F20}"/>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2F2646E8-1534-41DE-8A2F-D5C921A12E61}"/>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64A82302-173A-4615-B160-DF7366E50FA7}"/>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4B845290-1C2E-4693-A557-8DA3519FB540}"/>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7AAD0553-CB08-484F-81FF-FF7AAF7AD79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0A50F52-0578-4874-A50F-99926C4C8616}"/>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A7214561-BB4D-44B2-A5D7-7567BBA2C0E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67816CF-755F-42F3-861A-E9A78F327DE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82CCD8A5-2AEE-49FD-9FB1-6DBAE3B35A6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381E2C3-9C42-46A4-BF43-88982C5F73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902B04C4-58C2-4336-B350-50E8C849BCB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DA5B2CC-D700-4406-8303-ECE2D4EB25A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52C61386-273C-4C74-9F13-153547FAC4E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8B930F5-7177-4AEA-A509-AD3CF939681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D9C5D528-1297-4BBB-9028-385E1204B17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8B36A8-7E50-4379-BFFE-1FDAC440D98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00031299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D7DF6B7-8E8E-4027-9712-5BFC5E283D56}"/>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CF4756C7-B1BB-471A-B10E-4C87A68E7CD3}"/>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64CB242A-1F58-4A67-883D-58455F9916A7}"/>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F7FC89-3DFF-4665-98FA-6125122359D3}"/>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D53A3B96-3D30-4818-A489-89806D9D9AF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5DB49B5-C156-4A85-AE29-C08B314D3D4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E2D6E10-F279-4BB9-BCEA-3740CCE2DA5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EE5700F-5EF4-47BB-B550-5B021205D4B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469C7F2-8FFD-4DE4-AFDE-E066CA73C1D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C4E2C4-BE71-4829-9BC8-2EE5336862A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0F902FE-1DBF-4193-8958-905DF655181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E3F32E-BD30-4961-9AF3-F9957DA5E7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05E7BCF-4176-4698-8991-47A8120652B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96BEBEC-EF13-44E9-8C8C-FD0254E7A71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8446585"/>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5B1556F-B23B-4A4B-B15C-6D9D7C260FF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3D6FA665-3690-4E2A-987D-147F8C8988A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B681C187-7FBA-4839-B12A-608E4FE5874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5FB3C89-70B8-4425-A088-84AFE4E8DBA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59</a:t>
            </a:r>
          </a:p>
        </p:txBody>
      </p:sp>
      <p:sp>
        <p:nvSpPr>
          <p:cNvPr id="5" name="">
            <a:extLst xmlns:a="http://schemas.openxmlformats.org/drawingml/2006/main">
              <a:ext uri="{FF2B5EF4-FFF2-40B4-BE49-F238E27FC236}">
                <a16:creationId xmlns:a16="http://schemas.microsoft.com/office/drawing/2014/main" id="{5AF91464-22CA-4772-9258-6105C5FBC8E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028008D-70C5-45BC-A06A-13FB1F0F44A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8A11136-F16C-4E40-8526-DAE55331B97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8BB805A-1A1B-4FB8-86C0-5612378372E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A59B913-47A6-4142-BB68-1606E2555E0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7068EA4-7D08-4D54-AFD5-F704C43FD70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351918D-2B65-43EA-AB78-A738A155376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88620FD-3412-4BB7-A0F8-8C456BEB58E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CBBD998-8B06-46AC-B12C-C682999C89A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4FB1D4-5AAA-47B8-BD49-6EA2D8B6813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69320C0-3386-4FCF-9D8F-1CE197D2854C}"/>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3EF11694-6C9B-4E39-AAC3-2DD6D69F2586}"/>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56EB4FE2-D1FC-4419-8C5F-C06AC99F45D8}"/>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81BE7E4E-4155-4BAE-8CD7-EA27ACB63821}"/>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3E0F25BB-74D4-4600-98F8-00A27EDF60C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ED6B66B-FE77-43F7-8222-4FCE7B99898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206309480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92D136D-709C-4EF7-97A1-A31A6BA75ED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198497CE-E371-472D-9994-F401ABA5AF0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2000BFF7-2F3F-4BC0-8227-0CED6600305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0F2A39-01A1-411A-A9D8-0392F335589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127B91E7-ACA1-4D37-82BB-2FAD9217646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8576F58-D767-4E5E-AD60-A7E9FB7B95D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1BA0FCA-EB1A-4C77-A797-62A7DB81F96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E5E612-CF9B-45F1-967B-DB28FCF6388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9FD009F-4BFB-429B-A6DB-85AD3B8028F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68F7945-6702-4498-9DD0-5C1FBC58565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9DCBC0A-EB69-4193-8B16-C7A671647E2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F7FE939-FEAF-4855-BF12-7CCB727D3EE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ACF4962-42E1-47E6-A944-E02179FE74A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1A8597-3BF1-4416-AC74-1C49EA9288C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03EA1D6-6CB3-4926-9EF3-388D1E95515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A39E3E2F-DDFA-4E31-87F1-43F5E59CB710}"/>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4E69D897-5F94-4311-B445-EE3E4C11EC6D}"/>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E296DA29-3C3D-40F6-9D22-1A7069F30774}"/>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A5B85707-80F3-4B5F-9A78-0C66FEBB7B9B}"/>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ACD3743-1341-47E4-8F71-CF2A40B303A0}"/>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33BAFA6C-0481-4832-9CA7-FD7F839EEBE1}"/>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E7D124D4-0455-48C4-BF5D-44318B02B168}"/>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CE8EBFCF-FD02-44D7-BA3E-E712AA303C4F}"/>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F4C7DF4-B89B-4111-8A99-2E5468797E7E}"/>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78A5D86B-C4A3-4943-962D-3C2AC7690F21}"/>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1ABE37E4-053C-4B63-A9F0-9D70437E1766}"/>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FBD4F03C-01DB-413A-BFD8-A1DDC85A87FF}"/>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99209EC-0A5D-4749-9727-DF02457AC90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58B4847-4D56-4989-9996-A76CEAB1C09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72917304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96C201F-B108-4130-AEAE-6B0721EBD91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28704D0A-45C4-4C9E-BF08-EDAFB7FA330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800CC024-60DF-4E3C-BAE9-A6458A7A55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2F5242D-BCBE-4054-95EC-A23C98246DE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B8A18E69-D027-4929-91BE-F2E689094E0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F09C35E-852D-4791-8A6D-C3DE5F5CDC1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744F653-4A43-4BAD-85BD-4CD3F893BE2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6E9B513-09A7-4304-978C-E516246AF4A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9F012F9-B213-46CE-9E72-DB349A8CB9D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C4F9DF7-1732-4465-B0F0-5D05A35A779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694F278-01FE-4CDA-AD19-333E71CE2BE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D73E1A4-C80E-4C9D-98F3-983A529A251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0B82F50-9A3E-4ED6-B074-6D556322127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991223F-4BAF-42AF-8FA0-CAD7114CA7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418C869-586C-4F56-8AE3-D11369B05850}"/>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73E99B8B-E04B-4030-BCC6-5DA435C6FCAA}"/>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1C032CEB-2C33-43C1-B308-E8545CAC5C8E}"/>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E80488C-9AA9-42F3-9771-793229396974}"/>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05A50306-44ED-4371-9234-8BF802E507E5}"/>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7A1D10E1-7AEE-48D3-95C6-EA49D3EE2C6D}"/>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34EE6B3-FD93-4479-A5CE-466DDEE22B90}"/>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72A3D7D4-6C00-4547-82A4-2B05C87FD76B}"/>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E20DF33E-FE1B-416E-B85D-34E44DFCC688}"/>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284F659-4621-4236-A010-A2EEE620CBB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88048F2-D349-4E08-BC82-24CEA0E98BE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24554474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2BD026CE-429F-4534-840E-B288192C877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7BFEFD0B-BFF9-45FC-A83F-E5303DFFA0B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CC84D149-2D6B-4F8B-93D2-E9CD76B2957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F2AF291-22C1-46C2-A3C2-44F69F8B1D4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C831A91D-8CA6-496C-A39E-F9B570957E7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860D4B8-8E3D-4F0C-949E-F0BD05AFEAE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5934167-C04F-48A8-AAB5-D0A5AD6C292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95BF194-3D89-49D9-B61B-250BC8CB5F5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6756B25-7326-4007-A443-EEE9A43CF9B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E917DA7-0047-4812-BFF7-B55AE91DBA4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D9E90DD-225F-4D8F-A052-2C25629A3A6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9E21768-8BF6-4BF4-B2B3-2E62DD18BB9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708DF3D-B4F9-464C-A123-63A758E4B32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B804F39-9903-47B5-A850-3DC32C79B9C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FCAD189-1FE2-4B45-8EC5-36665969C89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0FD22015-F64A-424B-8192-69D07A20FFCD}"/>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5F9B45BB-DC94-455F-8968-47A68E958B47}"/>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6E20C170-BFBA-4860-8838-3B18AA5F9EEC}"/>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F5B0138F-9D93-4428-9CF0-2051D9D1582E}"/>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DF54C881-FBAC-45B5-A7C7-D9234A28D5F9}"/>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A110759C-DF9C-4E0D-BE9C-D0FB3141363F}"/>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D6929F6A-0752-4742-9E9C-8ECE4AE48CA0}"/>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42797CD-7826-4607-AB21-D3E8C12EADFD}"/>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7B102D7-E64D-4065-990C-FE8EBD3D7F67}"/>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840E62F-0777-4535-8D1D-C5E3BAC24B66}"/>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C15DDF18-E88E-49BE-A3FD-6029339E6C72}"/>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9A77E259-BF86-4B12-97EF-42FC05CD11B2}"/>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D49077EA-798B-4391-B3EF-26B2077EB230}"/>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69049C48-F08A-4F45-8FD9-DA81C9EC15EA}"/>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B50A4782-E523-4545-A03A-0E756FA1614D}"/>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319C4086-C59E-419C-BF6D-6D4D2E94335E}"/>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808E3517-0406-447D-A195-2810989FF26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AACB701-2B62-4910-A11D-7E2003E59C9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1964636472"/>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45054B1-A045-44E8-B0B4-C681615C833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94326D11-A617-4603-8274-14A0C635910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D902761F-3AB6-4998-A787-0FCF5BD83F8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3642AB-A9A7-46B0-9C81-86106778B54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A190AD2B-BA29-48A6-AA81-42F8F25EBA4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4ADDB7C-49EB-449A-AFE8-A45C6A7F3F8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5EFAA17-EF8B-42D8-AA40-A90C8228F11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8101D8-31CD-417D-BB4A-3CFC9D209F3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17E6937-33B5-4F4A-8B8F-06B0BB4439F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2A52C5B-8305-4449-83C9-173609F77B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8BC5D99-0074-4F28-82CF-EAA24F4CF613}"/>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816B7C9-689B-41F6-9BB7-98E269A83CC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C1513E9-FC69-4314-BAAF-65183FFF472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72BC8ED-434C-4ADB-B549-08D21D4EA61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9857553-92CF-4616-9A3C-9772B153CE28}"/>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93755D97-3AF7-464A-916A-85D802B11F21}"/>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C0B037B4-6458-4C7B-8115-0151B672A1C3}"/>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3D63DD0C-4F2A-47C4-94AE-FF7DB2546753}"/>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29D7EFF7-C259-4856-8899-1F34767745C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8C5746A-54F9-4D9D-8205-0F468AD5846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180341456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B305E09-BDEC-4830-8258-BA86AECB09D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A6CA0114-70F4-4A74-9EE7-1C04E52DF6D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8C7401AD-1E37-4438-BEC4-29758536256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20A0AD1-838A-4FC1-A16C-DEDF59E1512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148E0600-0490-4AFE-AE1F-EA472D58540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1B47667-8796-4624-B127-0C29E8E7BBA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07B4851-42BF-47E0-8EF9-D91827895FD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4AAED3-706B-4534-9F33-5485CCC1D63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423AEC2-D722-46D1-BCFB-12719748A3A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18C446E-A80E-45E5-97FA-A7002128085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FA800B9-ADF8-412B-9F9F-E509724BAF1A}"/>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3A97D5B-3462-4E0D-A893-3B10EA8F3A8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B73A24F-1E5E-4949-8C04-400D8E59F46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992C884-1F75-47F6-AAA5-341A6714138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E3397D3-A369-4B58-973F-CD6F7264384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DF3AC82E-049F-4FD7-83FD-E4C9004302D4}"/>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995D4A9D-C414-4F4C-A569-CF9AB6673C21}"/>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5335E93E-C7EE-4287-B911-70ED0E34D0A1}"/>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D8AC24D-C142-4363-B9B9-9E0D7BC6E603}"/>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E85212B8-59F0-4567-A9D5-DEA0F71ACAE8}"/>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19F765EC-8E25-4BFD-9516-3211F94FF19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90B588F-CB20-4304-8A51-A2BF1360768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115518482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40AD2CEA-A45F-4596-946A-C960AE216AC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8EF35CF7-B53A-4542-BF5B-2788EB390C0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FB2305AF-2EF2-4576-9C5D-0490F8FAFF1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587C096-8E64-45AB-81A6-AA0E7273E66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98D0A8E3-9FA3-4908-8AD1-78D823FD1B2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82D6EC4-4C0D-4F94-ADAF-2CF92332802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F186F86-5AC0-451A-956C-1E848703A6D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32FA443-24DF-4580-9100-52BD5B7C46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AE3CF33-A558-4F38-BC48-60E42111A11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1D1ED26-60BB-496C-AC89-272E05B09FA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FE08983-769A-4A75-BC80-E66D83F4FB5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DCF5657-8E5E-48D9-BCB4-E041F5FCE65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31BEBCE-59AA-4A32-9F89-46AB5A5270A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81E28B7-D3B1-42A1-ADA3-E9505B00BEA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806D520-6DFF-4087-AC58-33D567FD60C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3C1D5F0F-D1D6-46C3-8B7E-3ED2E036FCA7}"/>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1D23A61C-EDC0-4AE7-8F3E-7F8FA1C8F404}"/>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24E0CED5-4AF2-4F1F-AD14-E7543AD2569E}"/>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F08FABDF-EC53-4B7B-A12B-93CA0EA5B869}"/>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28A6F1F1-6525-469C-B568-5080321BC152}"/>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3D4189E7-D4BE-4BB8-8FB6-FC9B82E4ED21}"/>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32827234-7D78-449A-BDB5-017D701C5877}"/>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5438A5B-0187-4FBA-B67A-823599079E1F}"/>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BE11B5B4-A264-490E-8E7B-58C3CE3B0946}"/>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EDE5F104-2986-4ABF-8E34-E4DF8FCC783C}"/>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B79769F9-672B-4BA8-B47B-8C8CE278E5BB}"/>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89A73AE7-55DF-4A75-9D0A-FB99C3F5C709}"/>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1FF7FF44-9880-42C6-BEF4-506E3A1136C6}"/>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2DAD9379-F5BE-4095-9175-9D0127A76559}"/>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E40F7B5C-16A7-405F-A798-B80F7E5AEB44}"/>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734C353-DDDB-462B-8DB9-9A6A7C9E128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557D824-00CF-4800-BFE2-51613BFC23B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212752707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A64FB89-C4B9-4424-A246-0818C6CEF82B}"/>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FE0D8F28-A966-4728-A467-F30EDFBF0565}"/>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CAED47E-AB7A-4DE1-96ED-E588EF79AA9E}"/>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515"/>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Explanation complete. Next: search for executable models and design tests that distinguish them.</a:t>
            </a:r>
          </a:p>
        </p:txBody>
      </p:sp>
      <p:sp>
        <p:nvSpPr>
          <p:cNvPr id="4" name="">
            <a:extLst xmlns:a="http://schemas.openxmlformats.org/drawingml/2006/main">
              <a:ext uri="{FF2B5EF4-FFF2-40B4-BE49-F238E27FC236}">
                <a16:creationId xmlns:a16="http://schemas.microsoft.com/office/drawing/2014/main" id="{15AACFAB-FBB2-465C-8B13-BA835A9D5C3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1E6EBC1-55CD-41CF-9AFC-620976B69A8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6346B741-A878-438B-8802-B3CD6458A77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A272261-B4BC-41A7-A257-1D7A0801865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C598301C-499F-4303-9279-F0F7E81EA34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F7DDAC8-858F-46D0-9FBD-B1FE85BCCD8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10F03646-7F14-4D0E-98E8-0CDD365744E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B8C94F4-B901-4354-B812-6F65B82BF78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C839CF39-CCD8-4BD6-BF97-3A82D6763BD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0B1B068-094A-4118-A563-50352AB0CE2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401443675"/>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C456700-7A53-4E43-885E-6CF3D4C59D7C}"/>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C0E9D280-CF99-4F76-960B-4BD3FFBFB3AE}"/>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838F2BD4-9C82-41E4-B814-9A8C744C39AB}"/>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4A6CD9B-969D-4F0A-AE3A-262C60A043FF}"/>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25FD5596-EB6F-48F7-91BC-BDC38E999B2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4F6AC26-1C37-4D12-BD64-BBCE2FE100C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FE5D4C1-8AEA-45FF-96E6-F6952996CB0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6627192-2552-4938-BE49-D10593190DE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C7BD556-773A-4B8F-9CD2-FF6B589A0A1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C070924-B12D-4801-A729-E91762608D4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8E11667-7554-4CC1-A968-F8F33168A09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E7C9F2-68E3-46FF-9AD1-46FA5F3EBD6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AA8E153-ACBA-4F5E-8160-DFCD6F7C9ECA}"/>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A195C91-A206-48CA-827F-8E4C7390A11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19895213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1244E4E3-FE86-4DA7-BC4D-D7A7564033D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A7D4DC85-18A3-4118-A4D8-C3091C6288C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F1A86E05-08AE-4798-A7AE-AF0109E6A39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F97047-083E-488C-B489-A375552855F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68</a:t>
            </a:r>
          </a:p>
        </p:txBody>
      </p:sp>
      <p:sp>
        <p:nvSpPr>
          <p:cNvPr id="5" name="">
            <a:extLst xmlns:a="http://schemas.openxmlformats.org/drawingml/2006/main">
              <a:ext uri="{FF2B5EF4-FFF2-40B4-BE49-F238E27FC236}">
                <a16:creationId xmlns:a16="http://schemas.microsoft.com/office/drawing/2014/main" id="{C866117B-6477-4D7C-B506-3FF5AA2D11D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2A479F9-E539-418F-940D-4D32BF10CD1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C30EF7C-A3F3-461F-9640-88472DBE011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264265B-C567-45AE-9392-415ECB01E10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18FA165-FDD2-4ECF-AC77-0B585718191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B98AC0-297C-4EA3-8E3D-4C0459FE33C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F424DEE-7315-46EA-91BC-C8BF6AEBF11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CE472F3-B5AB-45C7-A8DB-3E2AAB0B4A1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CFBE441-2609-4D87-885B-5A1CCBDF6BA8}"/>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3CC980-987B-4EA6-AD8A-0F2DFA499C7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4F4C0EC-6EEE-45A9-9C3E-DFFF02289C2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6688B835-463D-4C47-9D4E-F4A92F93AA6F}"/>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417E793E-9920-4CF0-A135-E815073515FE}"/>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4993A6DA-2834-451C-AF25-80CFC1F6381E}"/>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0199B267-32B2-4F36-8CD0-802100753E79}"/>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D5E0C9BD-74D6-4C2F-9318-FBCAA2D5BE67}"/>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4CF369C0-15DF-4930-AD4C-323E6958CE4E}"/>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105DB40-CFDF-41E2-804F-02D40BEF4723}"/>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C700233C-4FC2-42B8-969A-42CE50D16069}"/>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F36FDAA7-5385-4895-8591-751501363A4A}"/>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ADC1B91F-949D-4BC8-AB77-267A0455263E}"/>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D2DEA7DC-93EB-43C2-97F2-2AE575485FE0}"/>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8387FEAE-892D-47FD-88CF-BDC759C13092}"/>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C925A253-D065-4C57-A676-F9AE3C75B6BC}"/>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138EFDB-DA4E-4181-AF66-31CCBE9EE873}"/>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6DCAD48D-2964-4DB8-B027-0CF2041A70DD}"/>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62E2657-557F-4355-AB63-CE405FE5FF45}"/>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28C9B3DE-A40E-4076-89A0-8DEB6AD5183E}"/>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2C58318-3EA6-46A3-94D6-AD7CCFC9876D}"/>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94624136-5514-4D40-9148-EB28D0449A1B}"/>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4D536317-93AD-4260-AC6C-25DF78F052D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297102618"/>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87B35184-B1BF-4DE7-8BD7-91473CDBAF4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Freeze evidence roles before asking the model to search</a:t>
            </a:r>
          </a:p>
        </p:txBody>
      </p:sp>
      <p:sp>
        <p:nvSpPr>
          <p:cNvPr id="2" name="">
            <a:extLst xmlns:a="http://schemas.openxmlformats.org/drawingml/2006/main">
              <a:ext uri="{FF2B5EF4-FFF2-40B4-BE49-F238E27FC236}">
                <a16:creationId xmlns:a16="http://schemas.microsoft.com/office/drawing/2014/main" id="{287279E5-19E2-4F5A-836A-65AD0D3F027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experimental setup</a:t>
            </a:r>
          </a:p>
        </p:txBody>
      </p:sp>
      <p:sp>
        <p:nvSpPr>
          <p:cNvPr id="3" name="">
            <a:extLst xmlns:a="http://schemas.openxmlformats.org/drawingml/2006/main">
              <a:ext uri="{FF2B5EF4-FFF2-40B4-BE49-F238E27FC236}">
                <a16:creationId xmlns:a16="http://schemas.microsoft.com/office/drawing/2014/main" id="{457E414D-7033-4D4B-9BC8-19FBEA76C67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6257B5-97C4-4E5E-BE9B-A749159229D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1B98EC94-98C0-471D-A2CC-B7042883C9D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B508CD9-F028-4696-9A84-360AA1B5993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A6AA41C-4A08-45CA-B8FB-493A736AF95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A17E27-A83E-4E8A-9C9D-C1FF442AD8C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E09741B-29D9-492B-B90E-45E1C8A07A3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06C869A-2D0B-4543-9234-072EA081DFD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14D9471-8E08-42A8-B5FA-7BA72634886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55D845-CC88-43D6-B643-50B0BB13A14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E9EA104-8333-4D90-8A64-AAFB5B940695}"/>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1CE7380-7FD2-4D0D-B88C-6813309BD6D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3D07D2C-1D2E-4539-A2DC-85E3DD50A53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synthetic participant 69576 · 19 risky-choice problems</a:t>
            </a:r>
          </a:p>
        </p:txBody>
      </p:sp>
      <p:sp>
        <p:nvSpPr>
          <p:cNvPr id="16" name="">
            <a:extLst xmlns:a="http://schemas.openxmlformats.org/drawingml/2006/main">
              <a:ext uri="{FF2B5EF4-FFF2-40B4-BE49-F238E27FC236}">
                <a16:creationId xmlns:a16="http://schemas.microsoft.com/office/drawing/2014/main" id="{57941961-58FF-4B49-8981-FB60E36AE1C0}"/>
              </a:ext>
            </a:extLst>
          </p:cNvPr>
          <p:cNvSpPr>
            <a:spLocks xmlns:a="http://schemas.openxmlformats.org/drawingml/2006/main" noGrp="1"/>
          </p:cNvSpPr>
          <p:nvPr/>
        </p:nvSpPr>
        <p:spPr>
          <a:xfrm xmlns:a="http://schemas.openxmlformats.org/drawingml/2006/main">
            <a:off x="8001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CCE194D6-CB1D-453B-A197-846E834733C8}"/>
              </a:ext>
            </a:extLst>
          </p:cNvPr>
          <p:cNvSpPr>
            <a:spLocks xmlns:a="http://schemas.openxmlformats.org/drawingml/2006/main" noGrp="1"/>
          </p:cNvSpPr>
          <p:nvPr/>
        </p:nvSpPr>
        <p:spPr>
          <a:xfrm xmlns:a="http://schemas.openxmlformats.org/drawingml/2006/main">
            <a:off x="8001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Q01-Q11 · 11 trials</a:t>
            </a:r>
          </a:p>
        </p:txBody>
      </p:sp>
      <p:sp>
        <p:nvSpPr>
          <p:cNvPr id="18" name="">
            <a:extLst xmlns:a="http://schemas.openxmlformats.org/drawingml/2006/main">
              <a:ext uri="{FF2B5EF4-FFF2-40B4-BE49-F238E27FC236}">
                <a16:creationId xmlns:a16="http://schemas.microsoft.com/office/drawing/2014/main" id="{FB80B25E-B229-459B-9BA0-98529B558444}"/>
              </a:ext>
            </a:extLst>
          </p:cNvPr>
          <p:cNvSpPr>
            <a:spLocks xmlns:a="http://schemas.openxmlformats.org/drawingml/2006/main" noGrp="1"/>
          </p:cNvSpPr>
          <p:nvPr/>
        </p:nvSpPr>
        <p:spPr>
          <a:xfrm xmlns:a="http://schemas.openxmlformats.org/drawingml/2006/main">
            <a:off x="8001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FCF0B33-934F-4E84-A8B9-8646913A26AF}"/>
              </a:ext>
            </a:extLst>
          </p:cNvPr>
          <p:cNvSpPr>
            <a:spLocks xmlns:a="http://schemas.openxmlformats.org/drawingml/2006/main" noGrp="1"/>
          </p:cNvSpPr>
          <p:nvPr/>
        </p:nvSpPr>
        <p:spPr>
          <a:xfrm xmlns:a="http://schemas.openxmlformats.org/drawingml/2006/main">
            <a:off x="8001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0" name="">
            <a:extLst xmlns:a="http://schemas.openxmlformats.org/drawingml/2006/main">
              <a:ext uri="{FF2B5EF4-FFF2-40B4-BE49-F238E27FC236}">
                <a16:creationId xmlns:a16="http://schemas.microsoft.com/office/drawing/2014/main" id="{F1F74954-46CD-4FBF-9149-36E4EC0A8167}"/>
              </a:ext>
            </a:extLst>
          </p:cNvPr>
          <p:cNvSpPr>
            <a:spLocks xmlns:a="http://schemas.openxmlformats.org/drawingml/2006/main" noGrp="1"/>
          </p:cNvSpPr>
          <p:nvPr/>
        </p:nvSpPr>
        <p:spPr>
          <a:xfrm xmlns:a="http://schemas.openxmlformats.org/drawingml/2006/main">
            <a:off x="8001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Behavior + preference-free think-aloud</a:t>
            </a:r>
          </a:p>
        </p:txBody>
      </p:sp>
      <p:sp>
        <p:nvSpPr>
          <p:cNvPr id="21" name="">
            <a:extLst xmlns:a="http://schemas.openxmlformats.org/drawingml/2006/main">
              <a:ext uri="{FF2B5EF4-FFF2-40B4-BE49-F238E27FC236}">
                <a16:creationId xmlns:a16="http://schemas.microsoft.com/office/drawing/2014/main" id="{ECEC1190-ADBB-49DE-B26E-B9DD442B0392}"/>
              </a:ext>
            </a:extLst>
          </p:cNvPr>
          <p:cNvSpPr>
            <a:spLocks xmlns:a="http://schemas.openxmlformats.org/drawingml/2006/main" noGrp="1"/>
          </p:cNvSpPr>
          <p:nvPr/>
        </p:nvSpPr>
        <p:spPr>
          <a:xfrm xmlns:a="http://schemas.openxmlformats.org/drawingml/2006/main">
            <a:off x="8001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2" name="">
            <a:extLst xmlns:a="http://schemas.openxmlformats.org/drawingml/2006/main">
              <a:ext uri="{FF2B5EF4-FFF2-40B4-BE49-F238E27FC236}">
                <a16:creationId xmlns:a16="http://schemas.microsoft.com/office/drawing/2014/main" id="{C0A1F3F1-495D-4F5A-9A6D-16C79E966ABB}"/>
              </a:ext>
            </a:extLst>
          </p:cNvPr>
          <p:cNvSpPr>
            <a:spLocks xmlns:a="http://schemas.openxmlformats.org/drawingml/2006/main" noGrp="1"/>
          </p:cNvSpPr>
          <p:nvPr/>
        </p:nvSpPr>
        <p:spPr>
          <a:xfrm xmlns:a="http://schemas.openxmlformats.org/drawingml/2006/main">
            <a:off x="8001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DeepSeek proposes candidate structures; Python fits parameters</a:t>
            </a:r>
          </a:p>
        </p:txBody>
      </p:sp>
      <p:sp>
        <p:nvSpPr>
          <p:cNvPr id="23" name="">
            <a:extLst xmlns:a="http://schemas.openxmlformats.org/drawingml/2006/main">
              <a:ext uri="{FF2B5EF4-FFF2-40B4-BE49-F238E27FC236}">
                <a16:creationId xmlns:a16="http://schemas.microsoft.com/office/drawing/2014/main" id="{9D6CEF67-361B-4A7F-8FB7-3404B5BF05E9}"/>
              </a:ext>
            </a:extLst>
          </p:cNvPr>
          <p:cNvSpPr>
            <a:spLocks xmlns:a="http://schemas.openxmlformats.org/drawingml/2006/main" noGrp="1"/>
          </p:cNvSpPr>
          <p:nvPr/>
        </p:nvSpPr>
        <p:spPr>
          <a:xfrm xmlns:a="http://schemas.openxmlformats.org/drawingml/2006/main">
            <a:off x="451485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VALIDATION</a:t>
            </a:r>
          </a:p>
        </p:txBody>
      </p:sp>
      <p:sp>
        <p:nvSpPr>
          <p:cNvPr id="24" name="">
            <a:extLst xmlns:a="http://schemas.openxmlformats.org/drawingml/2006/main">
              <a:ext uri="{FF2B5EF4-FFF2-40B4-BE49-F238E27FC236}">
                <a16:creationId xmlns:a16="http://schemas.microsoft.com/office/drawing/2014/main" id="{DC678EFD-7EC9-491C-BBFD-622760135427}"/>
              </a:ext>
            </a:extLst>
          </p:cNvPr>
          <p:cNvSpPr>
            <a:spLocks xmlns:a="http://schemas.openxmlformats.org/drawingml/2006/main" noGrp="1"/>
          </p:cNvSpPr>
          <p:nvPr/>
        </p:nvSpPr>
        <p:spPr>
          <a:xfrm xmlns:a="http://schemas.openxmlformats.org/drawingml/2006/main">
            <a:off x="451485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Q12-Q15 · 4 trials</a:t>
            </a:r>
          </a:p>
        </p:txBody>
      </p:sp>
      <p:sp>
        <p:nvSpPr>
          <p:cNvPr id="25" name="">
            <a:extLst xmlns:a="http://schemas.openxmlformats.org/drawingml/2006/main">
              <a:ext uri="{FF2B5EF4-FFF2-40B4-BE49-F238E27FC236}">
                <a16:creationId xmlns:a16="http://schemas.microsoft.com/office/drawing/2014/main" id="{D948C83E-3395-4239-AD5E-52486C187104}"/>
              </a:ext>
            </a:extLst>
          </p:cNvPr>
          <p:cNvSpPr>
            <a:spLocks xmlns:a="http://schemas.openxmlformats.org/drawingml/2006/main" noGrp="1"/>
          </p:cNvSpPr>
          <p:nvPr/>
        </p:nvSpPr>
        <p:spPr>
          <a:xfrm xmlns:a="http://schemas.openxmlformats.org/drawingml/2006/main">
            <a:off x="451485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DEFF97F-3BD0-4E5B-B73E-0D071C7543DF}"/>
              </a:ext>
            </a:extLst>
          </p:cNvPr>
          <p:cNvSpPr>
            <a:spLocks xmlns:a="http://schemas.openxmlformats.org/drawingml/2006/main" noGrp="1"/>
          </p:cNvSpPr>
          <p:nvPr/>
        </p:nvSpPr>
        <p:spPr>
          <a:xfrm xmlns:a="http://schemas.openxmlformats.org/drawingml/2006/main">
            <a:off x="451485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27" name="">
            <a:extLst xmlns:a="http://schemas.openxmlformats.org/drawingml/2006/main">
              <a:ext uri="{FF2B5EF4-FFF2-40B4-BE49-F238E27FC236}">
                <a16:creationId xmlns:a16="http://schemas.microsoft.com/office/drawing/2014/main" id="{E6BF4AED-9391-4657-9228-D2AB2AB3B720}"/>
              </a:ext>
            </a:extLst>
          </p:cNvPr>
          <p:cNvSpPr>
            <a:spLocks xmlns:a="http://schemas.openxmlformats.org/drawingml/2006/main" noGrp="1"/>
          </p:cNvSpPr>
          <p:nvPr/>
        </p:nvSpPr>
        <p:spPr>
          <a:xfrm xmlns:a="http://schemas.openxmlformats.org/drawingml/2006/main">
            <a:off x="451485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Predictions and errors</a:t>
            </a:r>
          </a:p>
        </p:txBody>
      </p:sp>
      <p:sp>
        <p:nvSpPr>
          <p:cNvPr id="28" name="">
            <a:extLst xmlns:a="http://schemas.openxmlformats.org/drawingml/2006/main">
              <a:ext uri="{FF2B5EF4-FFF2-40B4-BE49-F238E27FC236}">
                <a16:creationId xmlns:a16="http://schemas.microsoft.com/office/drawing/2014/main" id="{928DD65E-93D6-49BD-A6C1-5DFFBBACFDD8}"/>
              </a:ext>
            </a:extLst>
          </p:cNvPr>
          <p:cNvSpPr>
            <a:spLocks xmlns:a="http://schemas.openxmlformats.org/drawingml/2006/main" noGrp="1"/>
          </p:cNvSpPr>
          <p:nvPr/>
        </p:nvSpPr>
        <p:spPr>
          <a:xfrm xmlns:a="http://schemas.openxmlformats.org/drawingml/2006/main">
            <a:off x="451485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29" name="">
            <a:extLst xmlns:a="http://schemas.openxmlformats.org/drawingml/2006/main">
              <a:ext uri="{FF2B5EF4-FFF2-40B4-BE49-F238E27FC236}">
                <a16:creationId xmlns:a16="http://schemas.microsoft.com/office/drawing/2014/main" id="{24371F45-39A1-463D-8485-BB7A86B6479F}"/>
              </a:ext>
            </a:extLst>
          </p:cNvPr>
          <p:cNvSpPr>
            <a:spLocks xmlns:a="http://schemas.openxmlformats.org/drawingml/2006/main" noGrp="1"/>
          </p:cNvSpPr>
          <p:nvPr/>
        </p:nvSpPr>
        <p:spPr>
          <a:xfrm xmlns:a="http://schemas.openxmlformats.org/drawingml/2006/main">
            <a:off x="451485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Rank candidates and guide two revisions</a:t>
            </a:r>
          </a:p>
        </p:txBody>
      </p:sp>
      <p:sp>
        <p:nvSpPr>
          <p:cNvPr id="30" name="">
            <a:extLst xmlns:a="http://schemas.openxmlformats.org/drawingml/2006/main">
              <a:ext uri="{FF2B5EF4-FFF2-40B4-BE49-F238E27FC236}">
                <a16:creationId xmlns:a16="http://schemas.microsoft.com/office/drawing/2014/main" id="{E4CC476C-D65D-45DE-9603-E25A8C734619}"/>
              </a:ext>
            </a:extLst>
          </p:cNvPr>
          <p:cNvSpPr>
            <a:spLocks xmlns:a="http://schemas.openxmlformats.org/drawingml/2006/main" noGrp="1"/>
          </p:cNvSpPr>
          <p:nvPr/>
        </p:nvSpPr>
        <p:spPr>
          <a:xfrm xmlns:a="http://schemas.openxmlformats.org/drawingml/2006/main">
            <a:off x="8229600" y="2000250"/>
            <a:ext cx="3162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TEST</a:t>
            </a:r>
          </a:p>
        </p:txBody>
      </p:sp>
      <p:sp>
        <p:nvSpPr>
          <p:cNvPr id="31" name="">
            <a:extLst xmlns:a="http://schemas.openxmlformats.org/drawingml/2006/main">
              <a:ext uri="{FF2B5EF4-FFF2-40B4-BE49-F238E27FC236}">
                <a16:creationId xmlns:a16="http://schemas.microsoft.com/office/drawing/2014/main" id="{6658FD86-ACDA-46BB-BD95-4533DBF8A1D3}"/>
              </a:ext>
            </a:extLst>
          </p:cNvPr>
          <p:cNvSpPr>
            <a:spLocks xmlns:a="http://schemas.openxmlformats.org/drawingml/2006/main" noGrp="1"/>
          </p:cNvSpPr>
          <p:nvPr/>
        </p:nvSpPr>
        <p:spPr>
          <a:xfrm xmlns:a="http://schemas.openxmlformats.org/drawingml/2006/main">
            <a:off x="8229600" y="240030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Q16-Q19 · 4 trials</a:t>
            </a:r>
          </a:p>
        </p:txBody>
      </p:sp>
      <p:sp>
        <p:nvSpPr>
          <p:cNvPr id="32" name="">
            <a:extLst xmlns:a="http://schemas.openxmlformats.org/drawingml/2006/main">
              <a:ext uri="{FF2B5EF4-FFF2-40B4-BE49-F238E27FC236}">
                <a16:creationId xmlns:a16="http://schemas.microsoft.com/office/drawing/2014/main" id="{831A86AF-5413-4AA2-B806-231BE4FD71C7}"/>
              </a:ext>
            </a:extLst>
          </p:cNvPr>
          <p:cNvSpPr>
            <a:spLocks xmlns:a="http://schemas.openxmlformats.org/drawingml/2006/main" noGrp="1"/>
          </p:cNvSpPr>
          <p:nvPr/>
        </p:nvSpPr>
        <p:spPr>
          <a:xfrm xmlns:a="http://schemas.openxmlformats.org/drawingml/2006/main">
            <a:off x="8229600" y="2914650"/>
            <a:ext cx="31623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6791FDEE-30B6-4406-826C-DC467DF4BF59}"/>
              </a:ext>
            </a:extLst>
          </p:cNvPr>
          <p:cNvSpPr>
            <a:spLocks xmlns:a="http://schemas.openxmlformats.org/drawingml/2006/main" noGrp="1"/>
          </p:cNvSpPr>
          <p:nvPr/>
        </p:nvSpPr>
        <p:spPr>
          <a:xfrm xmlns:a="http://schemas.openxmlformats.org/drawingml/2006/main">
            <a:off x="8229600" y="31432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Evidence exposed</a:t>
            </a:r>
          </a:p>
        </p:txBody>
      </p:sp>
      <p:sp>
        <p:nvSpPr>
          <p:cNvPr id="34" name="">
            <a:extLst xmlns:a="http://schemas.openxmlformats.org/drawingml/2006/main">
              <a:ext uri="{FF2B5EF4-FFF2-40B4-BE49-F238E27FC236}">
                <a16:creationId xmlns:a16="http://schemas.microsoft.com/office/drawing/2014/main" id="{CF70B505-AC85-4371-809F-18E034AA5618}"/>
              </a:ext>
            </a:extLst>
          </p:cNvPr>
          <p:cNvSpPr>
            <a:spLocks xmlns:a="http://schemas.openxmlformats.org/drawingml/2006/main" noGrp="1"/>
          </p:cNvSpPr>
          <p:nvPr/>
        </p:nvSpPr>
        <p:spPr>
          <a:xfrm xmlns:a="http://schemas.openxmlformats.org/drawingml/2006/main">
            <a:off x="8229600" y="3486150"/>
            <a:ext cx="3162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283643"/>
                </a:solidFill>
                <a:latin typeface="Arial"/>
                <a:ea typeface="Arial"/>
                <a:cs typeface="Arial"/>
              </a:defRPr>
            </a:pPr>
            <a:r>
              <a:rPr sz="1650" b="0" i="0">
                <a:solidFill>
                  <a:srgbClr val="283643"/>
                </a:solidFill>
                <a:latin typeface="Arial"/>
                <a:ea typeface="Arial"/>
                <a:cs typeface="Arial"/>
              </a:rPr>
              <a:t>Hidden during proposal and revision</a:t>
            </a:r>
          </a:p>
        </p:txBody>
      </p:sp>
      <p:sp>
        <p:nvSpPr>
          <p:cNvPr id="35" name="">
            <a:extLst xmlns:a="http://schemas.openxmlformats.org/drawingml/2006/main">
              <a:ext uri="{FF2B5EF4-FFF2-40B4-BE49-F238E27FC236}">
                <a16:creationId xmlns:a16="http://schemas.microsoft.com/office/drawing/2014/main" id="{036F5782-FE44-4A02-AEC6-9BE0084493D0}"/>
              </a:ext>
            </a:extLst>
          </p:cNvPr>
          <p:cNvSpPr>
            <a:spLocks xmlns:a="http://schemas.openxmlformats.org/drawingml/2006/main" noGrp="1"/>
          </p:cNvSpPr>
          <p:nvPr/>
        </p:nvSpPr>
        <p:spPr>
          <a:xfrm xmlns:a="http://schemas.openxmlformats.org/drawingml/2006/main">
            <a:off x="8229600" y="4324350"/>
            <a:ext cx="3162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Scientific role</a:t>
            </a:r>
          </a:p>
        </p:txBody>
      </p:sp>
      <p:sp>
        <p:nvSpPr>
          <p:cNvPr id="36" name="">
            <a:extLst xmlns:a="http://schemas.openxmlformats.org/drawingml/2006/main">
              <a:ext uri="{FF2B5EF4-FFF2-40B4-BE49-F238E27FC236}">
                <a16:creationId xmlns:a16="http://schemas.microsoft.com/office/drawing/2014/main" id="{CA6B427E-D152-4C02-BFAA-4986A371BF62}"/>
              </a:ext>
            </a:extLst>
          </p:cNvPr>
          <p:cNvSpPr>
            <a:spLocks xmlns:a="http://schemas.openxmlformats.org/drawingml/2006/main" noGrp="1"/>
          </p:cNvSpPr>
          <p:nvPr/>
        </p:nvSpPr>
        <p:spPr>
          <a:xfrm xmlns:a="http://schemas.openxmlformats.org/drawingml/2006/main">
            <a:off x="8229600" y="4667250"/>
            <a:ext cx="3162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575" b="0" i="0">
                <a:solidFill>
                  <a:srgbClr val="283643"/>
                </a:solidFill>
                <a:latin typeface="Arial"/>
                <a:ea typeface="Arial"/>
                <a:cs typeface="Arial"/>
              </a:defRPr>
            </a:pPr>
            <a:r>
              <a:rPr sz="1575" b="0" i="0">
                <a:solidFill>
                  <a:srgbClr val="283643"/>
                </a:solidFill>
                <a:latin typeface="Arial"/>
                <a:ea typeface="Arial"/>
                <a:cs typeface="Arial"/>
              </a:rPr>
              <a:t>Open once after selecting the candidate</a:t>
            </a:r>
          </a:p>
        </p:txBody>
      </p:sp>
      <p:sp>
        <p:nvSpPr>
          <p:cNvPr id="37" name="">
            <a:extLst xmlns:a="http://schemas.openxmlformats.org/drawingml/2006/main">
              <a:ext uri="{FF2B5EF4-FFF2-40B4-BE49-F238E27FC236}">
                <a16:creationId xmlns:a16="http://schemas.microsoft.com/office/drawing/2014/main" id="{6CC4FBFD-8E0B-4EE3-9AA5-F4570E82C299}"/>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904099E8-07E3-45E6-A194-5E3682C262B5}"/>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split is part of the claim: validation may steer search; test evidence may not.</a:t>
            </a:r>
          </a:p>
        </p:txBody>
      </p:sp>
    </p:spTree>
    <p:extLst>
      <p:ext uri="{BB962C8B-B14F-4D97-AF65-F5344CB8AC3E}">
        <p14:creationId xmlns:p14="http://schemas.microsoft.com/office/powerpoint/2010/main" val="504985864"/>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57DFF59-5084-4468-9BDD-937639FE3E0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DeepSeek proposes; trusted Python controls the search</a:t>
            </a:r>
          </a:p>
        </p:txBody>
      </p:sp>
      <p:sp>
        <p:nvSpPr>
          <p:cNvPr id="2" name="">
            <a:extLst xmlns:a="http://schemas.openxmlformats.org/drawingml/2006/main">
              <a:ext uri="{FF2B5EF4-FFF2-40B4-BE49-F238E27FC236}">
                <a16:creationId xmlns:a16="http://schemas.microsoft.com/office/drawing/2014/main" id="{A991831B-6B22-43F4-8F60-5D4EAD69CDE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minimal loop</a:t>
            </a:r>
          </a:p>
        </p:txBody>
      </p:sp>
      <p:sp>
        <p:nvSpPr>
          <p:cNvPr id="3" name="">
            <a:extLst xmlns:a="http://schemas.openxmlformats.org/drawingml/2006/main">
              <a:ext uri="{FF2B5EF4-FFF2-40B4-BE49-F238E27FC236}">
                <a16:creationId xmlns:a16="http://schemas.microsoft.com/office/drawing/2014/main" id="{AC5AE8E3-2956-4773-A9A0-C7E8CF9B2D9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C6BEA4E-B289-474C-83DA-E70044684F0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FB7C3286-29CA-4DE3-A69F-941F3FCD59F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D808141-3D09-48DC-AC12-00D71B6D23D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E6EECDB-4B2F-41F4-A6B6-705627C9DCB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285809C-A5AA-445C-AC11-88B0CC923BC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CBB3B25-9FA5-416C-9603-CC8EA3FC221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513539A-76FD-411E-BD97-B4ADB2051E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08D04C7-1736-4254-99CF-CFF3A3027CC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083FDE4-0FFC-41AE-9544-5852877EA97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A429751-A9FF-4374-B7DF-F56876473052}"/>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402E0D2-19B5-45AD-8968-F68CF3FE81E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93C1301-4F59-41D1-880D-D630C3CB21F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Three DeepSeek V4 Pro calls / restricted seven-variable model language</a:t>
            </a:r>
          </a:p>
        </p:txBody>
      </p:sp>
      <p:sp>
        <p:nvSpPr>
          <p:cNvPr id="16" name="">
            <a:extLst xmlns:a="http://schemas.openxmlformats.org/drawingml/2006/main">
              <a:ext uri="{FF2B5EF4-FFF2-40B4-BE49-F238E27FC236}">
                <a16:creationId xmlns:a16="http://schemas.microsoft.com/office/drawing/2014/main" id="{3C503731-C4AD-4E6E-8020-5C4AF90F35E0}"/>
              </a:ext>
            </a:extLst>
          </p:cNvPr>
          <p:cNvSpPr>
            <a:spLocks xmlns:a="http://schemas.openxmlformats.org/drawingml/2006/main" noGrp="1"/>
          </p:cNvSpPr>
          <p:nvPr/>
        </p:nvSpPr>
        <p:spPr>
          <a:xfrm xmlns:a="http://schemas.openxmlformats.org/drawingml/2006/main">
            <a:off x="8001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234E70"/>
                </a:solidFill>
                <a:latin typeface="Arial"/>
                <a:ea typeface="Arial"/>
                <a:cs typeface="Arial"/>
              </a:defRPr>
            </a:pPr>
            <a:r>
              <a:rPr sz="1275" b="1" i="0">
                <a:solidFill>
                  <a:srgbClr val="234E70"/>
                </a:solidFill>
                <a:latin typeface="Arial"/>
                <a:ea typeface="Arial"/>
                <a:cs typeface="Arial"/>
              </a:rPr>
              <a:t>1 · PROPOSE</a:t>
            </a:r>
          </a:p>
        </p:txBody>
      </p:sp>
      <p:sp>
        <p:nvSpPr>
          <p:cNvPr id="17" name="">
            <a:extLst xmlns:a="http://schemas.openxmlformats.org/drawingml/2006/main">
              <a:ext uri="{FF2B5EF4-FFF2-40B4-BE49-F238E27FC236}">
                <a16:creationId xmlns:a16="http://schemas.microsoft.com/office/drawing/2014/main" id="{815D0A24-C463-449A-9A42-AD791E7E935C}"/>
              </a:ext>
            </a:extLst>
          </p:cNvPr>
          <p:cNvSpPr>
            <a:spLocks xmlns:a="http://schemas.openxmlformats.org/drawingml/2006/main" noGrp="1"/>
          </p:cNvSpPr>
          <p:nvPr/>
        </p:nvSpPr>
        <p:spPr>
          <a:xfrm xmlns:a="http://schemas.openxmlformats.org/drawingml/2006/main">
            <a:off x="8001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DeepSeek V4 Pro</a:t>
            </a:r>
          </a:p>
        </p:txBody>
      </p:sp>
      <p:sp>
        <p:nvSpPr>
          <p:cNvPr id="18" name="">
            <a:extLst xmlns:a="http://schemas.openxmlformats.org/drawingml/2006/main">
              <a:ext uri="{FF2B5EF4-FFF2-40B4-BE49-F238E27FC236}">
                <a16:creationId xmlns:a16="http://schemas.microsoft.com/office/drawing/2014/main" id="{CF2350EB-6394-400F-8049-82238E202E27}"/>
              </a:ext>
            </a:extLst>
          </p:cNvPr>
          <p:cNvSpPr>
            <a:spLocks xmlns:a="http://schemas.openxmlformats.org/drawingml/2006/main" noGrp="1"/>
          </p:cNvSpPr>
          <p:nvPr/>
        </p:nvSpPr>
        <p:spPr>
          <a:xfrm xmlns:a="http://schemas.openxmlformats.org/drawingml/2006/main">
            <a:off x="800100" y="2914650"/>
            <a:ext cx="2952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Reads training choices and masked think-aloud; returns four JSON model specifications.</a:t>
            </a:r>
          </a:p>
        </p:txBody>
      </p:sp>
      <p:sp>
        <p:nvSpPr>
          <p:cNvPr id="19" name="">
            <a:extLst xmlns:a="http://schemas.openxmlformats.org/drawingml/2006/main">
              <a:ext uri="{FF2B5EF4-FFF2-40B4-BE49-F238E27FC236}">
                <a16:creationId xmlns:a16="http://schemas.microsoft.com/office/drawing/2014/main" id="{34DA4B49-77AF-469F-9D39-3C55104F6349}"/>
              </a:ext>
            </a:extLst>
          </p:cNvPr>
          <p:cNvSpPr>
            <a:spLocks xmlns:a="http://schemas.openxmlformats.org/drawingml/2006/main" noGrp="1"/>
          </p:cNvSpPr>
          <p:nvPr/>
        </p:nvSpPr>
        <p:spPr>
          <a:xfrm xmlns:a="http://schemas.openxmlformats.org/drawingml/2006/main">
            <a:off x="39433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C10A6AE-5354-4ABA-9B4F-0727842D6D46}"/>
              </a:ext>
            </a:extLst>
          </p:cNvPr>
          <p:cNvSpPr>
            <a:spLocks xmlns:a="http://schemas.openxmlformats.org/drawingml/2006/main" noGrp="1"/>
          </p:cNvSpPr>
          <p:nvPr/>
        </p:nvSpPr>
        <p:spPr>
          <a:xfrm xmlns:a="http://schemas.openxmlformats.org/drawingml/2006/main">
            <a:off x="4724400" y="20002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315F63"/>
                </a:solidFill>
                <a:latin typeface="Arial"/>
                <a:ea typeface="Arial"/>
                <a:cs typeface="Arial"/>
              </a:defRPr>
            </a:pPr>
            <a:r>
              <a:rPr sz="1275" b="1" i="0">
                <a:solidFill>
                  <a:srgbClr val="315F63"/>
                </a:solidFill>
                <a:latin typeface="Arial"/>
                <a:ea typeface="Arial"/>
                <a:cs typeface="Arial"/>
              </a:rPr>
              <a:t>2 · SEARCH</a:t>
            </a:r>
          </a:p>
        </p:txBody>
      </p:sp>
      <p:sp>
        <p:nvSpPr>
          <p:cNvPr id="21" name="">
            <a:extLst xmlns:a="http://schemas.openxmlformats.org/drawingml/2006/main">
              <a:ext uri="{FF2B5EF4-FFF2-40B4-BE49-F238E27FC236}">
                <a16:creationId xmlns:a16="http://schemas.microsoft.com/office/drawing/2014/main" id="{65103DE4-9BEB-48FD-B040-0C82562229B6}"/>
              </a:ext>
            </a:extLst>
          </p:cNvPr>
          <p:cNvSpPr>
            <a:spLocks xmlns:a="http://schemas.openxmlformats.org/drawingml/2006/main" noGrp="1"/>
          </p:cNvSpPr>
          <p:nvPr/>
        </p:nvSpPr>
        <p:spPr>
          <a:xfrm xmlns:a="http://schemas.openxmlformats.org/drawingml/2006/main">
            <a:off x="4724400" y="23812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Python evaluator</a:t>
            </a:r>
          </a:p>
        </p:txBody>
      </p:sp>
      <p:sp>
        <p:nvSpPr>
          <p:cNvPr id="22" name="">
            <a:extLst xmlns:a="http://schemas.openxmlformats.org/drawingml/2006/main">
              <a:ext uri="{FF2B5EF4-FFF2-40B4-BE49-F238E27FC236}">
                <a16:creationId xmlns:a16="http://schemas.microsoft.com/office/drawing/2014/main" id="{E3CAD3FB-9094-4AE8-873F-FFBBD11CA806}"/>
              </a:ext>
            </a:extLst>
          </p:cNvPr>
          <p:cNvSpPr>
            <a:spLocks xmlns:a="http://schemas.openxmlformats.org/drawingml/2006/main" noGrp="1"/>
          </p:cNvSpPr>
          <p:nvPr/>
        </p:nvSpPr>
        <p:spPr>
          <a:xfrm xmlns:a="http://schemas.openxmlformats.org/drawingml/2006/main">
            <a:off x="4724400" y="2914650"/>
            <a:ext cx="29527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Checks allowed variables, fits coefficients on training behavior, and ranks candidates by validation log loss.</a:t>
            </a:r>
          </a:p>
        </p:txBody>
      </p:sp>
      <p:sp>
        <p:nvSpPr>
          <p:cNvPr id="23" name="">
            <a:extLst xmlns:a="http://schemas.openxmlformats.org/drawingml/2006/main">
              <a:ext uri="{FF2B5EF4-FFF2-40B4-BE49-F238E27FC236}">
                <a16:creationId xmlns:a16="http://schemas.microsoft.com/office/drawing/2014/main" id="{8B580BD4-2322-4BF8-B84B-1C25921C9206}"/>
              </a:ext>
            </a:extLst>
          </p:cNvPr>
          <p:cNvSpPr>
            <a:spLocks xmlns:a="http://schemas.openxmlformats.org/drawingml/2006/main" noGrp="1"/>
          </p:cNvSpPr>
          <p:nvPr/>
        </p:nvSpPr>
        <p:spPr>
          <a:xfrm xmlns:a="http://schemas.openxmlformats.org/drawingml/2006/main">
            <a:off x="7867650" y="337185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CD5A5C8-FC35-4FEE-84A2-31D72D842784}"/>
              </a:ext>
            </a:extLst>
          </p:cNvPr>
          <p:cNvSpPr>
            <a:spLocks xmlns:a="http://schemas.openxmlformats.org/drawingml/2006/main" noGrp="1"/>
          </p:cNvSpPr>
          <p:nvPr/>
        </p:nvSpPr>
        <p:spPr>
          <a:xfrm xmlns:a="http://schemas.openxmlformats.org/drawingml/2006/main">
            <a:off x="8648700" y="20002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3 · REVISE + TEST</a:t>
            </a:r>
          </a:p>
        </p:txBody>
      </p:sp>
      <p:sp>
        <p:nvSpPr>
          <p:cNvPr id="25" name="">
            <a:extLst xmlns:a="http://schemas.openxmlformats.org/drawingml/2006/main">
              <a:ext uri="{FF2B5EF4-FFF2-40B4-BE49-F238E27FC236}">
                <a16:creationId xmlns:a16="http://schemas.microsoft.com/office/drawing/2014/main" id="{34D94C76-406E-4A08-BCB5-B3A719512F0E}"/>
              </a:ext>
            </a:extLst>
          </p:cNvPr>
          <p:cNvSpPr>
            <a:spLocks xmlns:a="http://schemas.openxmlformats.org/drawingml/2006/main" noGrp="1"/>
          </p:cNvSpPr>
          <p:nvPr/>
        </p:nvSpPr>
        <p:spPr>
          <a:xfrm xmlns:a="http://schemas.openxmlformats.org/drawingml/2006/main">
            <a:off x="8648700" y="238125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Two feedback rounds</a:t>
            </a:r>
          </a:p>
        </p:txBody>
      </p:sp>
      <p:sp>
        <p:nvSpPr>
          <p:cNvPr id="26" name="">
            <a:extLst xmlns:a="http://schemas.openxmlformats.org/drawingml/2006/main">
              <a:ext uri="{FF2B5EF4-FFF2-40B4-BE49-F238E27FC236}">
                <a16:creationId xmlns:a16="http://schemas.microsoft.com/office/drawing/2014/main" id="{AE3911C0-C886-4E9D-844C-5F0F16A804D5}"/>
              </a:ext>
            </a:extLst>
          </p:cNvPr>
          <p:cNvSpPr>
            <a:spLocks xmlns:a="http://schemas.openxmlformats.org/drawingml/2006/main" noGrp="1"/>
          </p:cNvSpPr>
          <p:nvPr/>
        </p:nvSpPr>
        <p:spPr>
          <a:xfrm xmlns:a="http://schemas.openxmlformats.org/drawingml/2006/main">
            <a:off x="8648700" y="2914650"/>
            <a:ext cx="27241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023"/>
          </a:bodyPr>
          <a:lstStyle xmlns:a="http://schemas.openxmlformats.org/drawingml/2006/main"/>
          <a:p xmlns:a="http://schemas.openxmlformats.org/drawingml/2006/main">
            <a:pPr algn="l">
              <a:lnSpc>
                <a:spcPct val="114000"/>
              </a:lnSpc>
              <a:buNone/>
              <a:defRPr sz="1650" b="0" i="0">
                <a:solidFill>
                  <a:srgbClr val="283643"/>
                </a:solidFill>
                <a:latin typeface="Arial"/>
                <a:ea typeface="Arial"/>
                <a:cs typeface="Arial"/>
              </a:defRPr>
            </a:pPr>
            <a:r>
              <a:rPr sz="1650" b="0" i="0">
                <a:solidFill>
                  <a:srgbClr val="283643"/>
                </a:solidFill>
                <a:latin typeface="Arial"/>
                <a:ea typeface="Arial"/>
                <a:cs typeface="Arial"/>
              </a:rPr>
              <a:t>DeepSeek sees validation errors twice. Python stops at the plateau, selects one candidate, refits, then opens test once.</a:t>
            </a:r>
          </a:p>
        </p:txBody>
      </p:sp>
      <p:sp>
        <p:nvSpPr>
          <p:cNvPr id="27" name="">
            <a:extLst xmlns:a="http://schemas.openxmlformats.org/drawingml/2006/main">
              <a:ext uri="{FF2B5EF4-FFF2-40B4-BE49-F238E27FC236}">
                <a16:creationId xmlns:a16="http://schemas.microsoft.com/office/drawing/2014/main" id="{0916531D-5854-41EA-8A11-9FAD16B05B90}"/>
              </a:ext>
            </a:extLst>
          </p:cNvPr>
          <p:cNvSpPr>
            <a:spLocks xmlns:a="http://schemas.openxmlformats.org/drawingml/2006/main" noGrp="1"/>
          </p:cNvSpPr>
          <p:nvPr/>
        </p:nvSpPr>
        <p:spPr>
          <a:xfrm xmlns:a="http://schemas.openxmlformats.org/drawingml/2006/main">
            <a:off x="800100" y="4629150"/>
            <a:ext cx="105727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1045583-CB74-4FD9-B094-E03CD7780A86}"/>
              </a:ext>
            </a:extLst>
          </p:cNvPr>
          <p:cNvSpPr>
            <a:spLocks xmlns:a="http://schemas.openxmlformats.org/drawingml/2006/main" noGrp="1"/>
          </p:cNvSpPr>
          <p:nvPr/>
        </p:nvSpPr>
        <p:spPr>
          <a:xfrm xmlns:a="http://schemas.openxmlformats.org/drawingml/2006/main">
            <a:off x="800100" y="48768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Allowed candidate</a:t>
            </a:r>
          </a:p>
        </p:txBody>
      </p:sp>
      <p:sp>
        <p:nvSpPr>
          <p:cNvPr id="29" name="">
            <a:extLst xmlns:a="http://schemas.openxmlformats.org/drawingml/2006/main">
              <a:ext uri="{FF2B5EF4-FFF2-40B4-BE49-F238E27FC236}">
                <a16:creationId xmlns:a16="http://schemas.microsoft.com/office/drawing/2014/main" id="{0F566AF5-E2C4-4BA8-B2EA-5F1234F778AF}"/>
              </a:ext>
            </a:extLst>
          </p:cNvPr>
          <p:cNvSpPr>
            <a:spLocks xmlns:a="http://schemas.openxmlformats.org/drawingml/2006/main" noGrp="1"/>
          </p:cNvSpPr>
          <p:nvPr/>
        </p:nvSpPr>
        <p:spPr>
          <a:xfrm xmlns:a="http://schemas.openxmlformats.org/drawingml/2006/main">
            <a:off x="2724150" y="483870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5A4B6E"/>
                </a:solidFill>
                <a:latin typeface="Consolas"/>
                <a:ea typeface="Consolas"/>
                <a:cs typeface="Consolas"/>
              </a:defRPr>
            </a:pPr>
            <a:r>
              <a:rPr sz="1575" b="0" i="0">
                <a:solidFill>
                  <a:srgbClr val="5A4B6E"/>
                </a:solidFill>
                <a:latin typeface="Consolas"/>
                <a:ea typeface="Consolas"/>
                <a:cs typeface="Consolas"/>
              </a:rPr>
              <a:t>{ "features": ["ev_diff", "p_zero_diff"] }</a:t>
            </a:r>
          </a:p>
        </p:txBody>
      </p:sp>
      <p:sp>
        <p:nvSpPr>
          <p:cNvPr id="30" name="">
            <a:extLst xmlns:a="http://schemas.openxmlformats.org/drawingml/2006/main">
              <a:ext uri="{FF2B5EF4-FFF2-40B4-BE49-F238E27FC236}">
                <a16:creationId xmlns:a16="http://schemas.microsoft.com/office/drawing/2014/main" id="{5E44045E-D695-402C-B189-1D884E81C323}"/>
              </a:ext>
            </a:extLst>
          </p:cNvPr>
          <p:cNvSpPr>
            <a:spLocks xmlns:a="http://schemas.openxmlformats.org/drawingml/2006/main" noGrp="1"/>
          </p:cNvSpPr>
          <p:nvPr/>
        </p:nvSpPr>
        <p:spPr>
          <a:xfrm xmlns:a="http://schemas.openxmlformats.org/drawingml/2006/main">
            <a:off x="8401050" y="4876800"/>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No arbitrary code execution</a:t>
            </a:r>
          </a:p>
        </p:txBody>
      </p:sp>
      <p:sp>
        <p:nvSpPr>
          <p:cNvPr id="31" name="">
            <a:extLst xmlns:a="http://schemas.openxmlformats.org/drawingml/2006/main">
              <a:ext uri="{FF2B5EF4-FFF2-40B4-BE49-F238E27FC236}">
                <a16:creationId xmlns:a16="http://schemas.microsoft.com/office/drawing/2014/main" id="{3020A2C8-8D43-4321-8352-16B65C3F4C82}"/>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D1813BE9-F387-4056-A1B5-6273E658DDB9}"/>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language model searches a bounded hypothesis language; it does not score itself.</a:t>
            </a:r>
          </a:p>
        </p:txBody>
      </p:sp>
    </p:spTree>
    <p:extLst>
      <p:ext uri="{BB962C8B-B14F-4D97-AF65-F5344CB8AC3E}">
        <p14:creationId xmlns:p14="http://schemas.microsoft.com/office/powerpoint/2010/main" val="237075714"/>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9C3710B2-B7F0-4E7E-BA66-1737A46C27E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Each baseline rules out a different easy explanation</a:t>
            </a:r>
          </a:p>
        </p:txBody>
      </p:sp>
      <p:sp>
        <p:nvSpPr>
          <p:cNvPr id="2" name="">
            <a:extLst xmlns:a="http://schemas.openxmlformats.org/drawingml/2006/main">
              <a:ext uri="{FF2B5EF4-FFF2-40B4-BE49-F238E27FC236}">
                <a16:creationId xmlns:a16="http://schemas.microsoft.com/office/drawing/2014/main" id="{5E1A9712-0F75-4166-9DEC-DF4CF9C41F4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comparison contract</a:t>
            </a:r>
          </a:p>
        </p:txBody>
      </p:sp>
      <p:sp>
        <p:nvSpPr>
          <p:cNvPr id="3" name="">
            <a:extLst xmlns:a="http://schemas.openxmlformats.org/drawingml/2006/main">
              <a:ext uri="{FF2B5EF4-FFF2-40B4-BE49-F238E27FC236}">
                <a16:creationId xmlns:a16="http://schemas.microsoft.com/office/drawing/2014/main" id="{3513395D-2D77-45D1-AA2A-9D5D4FD073F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59A9A6B-0450-42EE-9FF4-9E39EEE94BB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A497B09A-462E-4AAF-9C35-3A157C2302B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25F71E0-F41F-4E46-9D77-B2C14D3B893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6E1EA37-082E-4428-8E8B-00AB1B2FF0B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6B4A17-7B17-417B-A03E-D44B250BDF9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9C11A59-D6EF-4119-A89A-5F4C52860D6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18E51A3-F026-44E1-AEB6-753546EBFE3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2CA1545-A069-42B2-9085-68A86D5582E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50D88EC-C27F-4D76-BA8B-276750EE615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5C07148-B105-4431-83BB-C54718BDF70E}"/>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6CE3F5F-1D06-4451-B303-E3A876E3AAB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611156A-B0E4-4205-8E37-41082F71D09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Fix comparison models before opening the test set</a:t>
            </a:r>
          </a:p>
        </p:txBody>
      </p:sp>
      <p:sp>
        <p:nvSpPr>
          <p:cNvPr id="16" name="">
            <a:extLst xmlns:a="http://schemas.openxmlformats.org/drawingml/2006/main">
              <a:ext uri="{FF2B5EF4-FFF2-40B4-BE49-F238E27FC236}">
                <a16:creationId xmlns:a16="http://schemas.microsoft.com/office/drawing/2014/main" id="{546B44EB-F31A-44F1-9327-E9CB20794443}"/>
              </a:ext>
            </a:extLst>
          </p:cNvPr>
          <p:cNvSpPr>
            <a:spLocks xmlns:a="http://schemas.openxmlformats.org/drawingml/2006/main" noGrp="1"/>
          </p:cNvSpPr>
          <p:nvPr/>
        </p:nvSpPr>
        <p:spPr>
          <a:xfrm xmlns:a="http://schemas.openxmlformats.org/drawingml/2006/main">
            <a:off x="800100" y="19050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BASELINE</a:t>
            </a:r>
          </a:p>
        </p:txBody>
      </p:sp>
      <p:sp>
        <p:nvSpPr>
          <p:cNvPr id="17" name="">
            <a:extLst xmlns:a="http://schemas.openxmlformats.org/drawingml/2006/main">
              <a:ext uri="{FF2B5EF4-FFF2-40B4-BE49-F238E27FC236}">
                <a16:creationId xmlns:a16="http://schemas.microsoft.com/office/drawing/2014/main" id="{AB529D7A-30AC-4898-8836-D61F8A8796B6}"/>
              </a:ext>
            </a:extLst>
          </p:cNvPr>
          <p:cNvSpPr>
            <a:spLocks xmlns:a="http://schemas.openxmlformats.org/drawingml/2006/main" noGrp="1"/>
          </p:cNvSpPr>
          <p:nvPr/>
        </p:nvSpPr>
        <p:spPr>
          <a:xfrm xmlns:a="http://schemas.openxmlformats.org/drawingml/2006/main">
            <a:off x="4114800" y="1905000"/>
            <a:ext cx="676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 IT ANSWERS</a:t>
            </a:r>
          </a:p>
        </p:txBody>
      </p:sp>
      <p:sp>
        <p:nvSpPr>
          <p:cNvPr id="18" name="">
            <a:extLst xmlns:a="http://schemas.openxmlformats.org/drawingml/2006/main">
              <a:ext uri="{FF2B5EF4-FFF2-40B4-BE49-F238E27FC236}">
                <a16:creationId xmlns:a16="http://schemas.microsoft.com/office/drawing/2014/main" id="{131BFB0C-97E3-422F-8553-22D0B577AE46}"/>
              </a:ext>
            </a:extLst>
          </p:cNvPr>
          <p:cNvSpPr>
            <a:spLocks xmlns:a="http://schemas.openxmlformats.org/drawingml/2006/main" noGrp="1"/>
          </p:cNvSpPr>
          <p:nvPr/>
        </p:nvSpPr>
        <p:spPr>
          <a:xfrm xmlns:a="http://schemas.openxmlformats.org/drawingml/2006/main">
            <a:off x="800100" y="23241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Random probability</a:t>
            </a:r>
          </a:p>
        </p:txBody>
      </p:sp>
      <p:sp>
        <p:nvSpPr>
          <p:cNvPr id="19" name="">
            <a:extLst xmlns:a="http://schemas.openxmlformats.org/drawingml/2006/main">
              <a:ext uri="{FF2B5EF4-FFF2-40B4-BE49-F238E27FC236}">
                <a16:creationId xmlns:a16="http://schemas.microsoft.com/office/drawing/2014/main" id="{A3A36908-5E00-410F-A7F6-22826C28312C}"/>
              </a:ext>
            </a:extLst>
          </p:cNvPr>
          <p:cNvSpPr>
            <a:spLocks xmlns:a="http://schemas.openxmlformats.org/drawingml/2006/main" noGrp="1"/>
          </p:cNvSpPr>
          <p:nvPr/>
        </p:nvSpPr>
        <p:spPr>
          <a:xfrm xmlns:a="http://schemas.openxmlformats.org/drawingml/2006/main">
            <a:off x="4114800" y="23241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Can the workflow beat an uninformative 50/50 forecast?</a:t>
            </a:r>
          </a:p>
        </p:txBody>
      </p:sp>
      <p:sp>
        <p:nvSpPr>
          <p:cNvPr id="20" name="">
            <a:extLst xmlns:a="http://schemas.openxmlformats.org/drawingml/2006/main">
              <a:ext uri="{FF2B5EF4-FFF2-40B4-BE49-F238E27FC236}">
                <a16:creationId xmlns:a16="http://schemas.microsoft.com/office/drawing/2014/main" id="{B48AC484-C0EF-43DA-B1FC-DE1214133CD7}"/>
              </a:ext>
            </a:extLst>
          </p:cNvPr>
          <p:cNvSpPr>
            <a:spLocks xmlns:a="http://schemas.openxmlformats.org/drawingml/2006/main" noGrp="1"/>
          </p:cNvSpPr>
          <p:nvPr/>
        </p:nvSpPr>
        <p:spPr>
          <a:xfrm xmlns:a="http://schemas.openxmlformats.org/drawingml/2006/main">
            <a:off x="800100" y="28003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89FCDF3-DA85-4BC2-AEBD-6A0EC01683C6}"/>
              </a:ext>
            </a:extLst>
          </p:cNvPr>
          <p:cNvSpPr>
            <a:spLocks xmlns:a="http://schemas.openxmlformats.org/drawingml/2006/main" noGrp="1"/>
          </p:cNvSpPr>
          <p:nvPr/>
        </p:nvSpPr>
        <p:spPr>
          <a:xfrm xmlns:a="http://schemas.openxmlformats.org/drawingml/2006/main">
            <a:off x="800100" y="29527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Training choice rate</a:t>
            </a:r>
          </a:p>
        </p:txBody>
      </p:sp>
      <p:sp>
        <p:nvSpPr>
          <p:cNvPr id="22" name="">
            <a:extLst xmlns:a="http://schemas.openxmlformats.org/drawingml/2006/main">
              <a:ext uri="{FF2B5EF4-FFF2-40B4-BE49-F238E27FC236}">
                <a16:creationId xmlns:a16="http://schemas.microsoft.com/office/drawing/2014/main" id="{4B191E41-4F7B-4685-A829-884F44AFAC9A}"/>
              </a:ext>
            </a:extLst>
          </p:cNvPr>
          <p:cNvSpPr>
            <a:spLocks xmlns:a="http://schemas.openxmlformats.org/drawingml/2006/main" noGrp="1"/>
          </p:cNvSpPr>
          <p:nvPr/>
        </p:nvSpPr>
        <p:spPr>
          <a:xfrm xmlns:a="http://schemas.openxmlformats.org/drawingml/2006/main">
            <a:off x="4114800" y="295275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it beat a constant forecast based only on A/B prevalence?</a:t>
            </a:r>
          </a:p>
        </p:txBody>
      </p:sp>
      <p:sp>
        <p:nvSpPr>
          <p:cNvPr id="23" name="">
            <a:extLst xmlns:a="http://schemas.openxmlformats.org/drawingml/2006/main">
              <a:ext uri="{FF2B5EF4-FFF2-40B4-BE49-F238E27FC236}">
                <a16:creationId xmlns:a16="http://schemas.microsoft.com/office/drawing/2014/main" id="{03F077D6-7214-4F63-91CD-DB6A6CBAC245}"/>
              </a:ext>
            </a:extLst>
          </p:cNvPr>
          <p:cNvSpPr>
            <a:spLocks xmlns:a="http://schemas.openxmlformats.org/drawingml/2006/main" noGrp="1"/>
          </p:cNvSpPr>
          <p:nvPr/>
        </p:nvSpPr>
        <p:spPr>
          <a:xfrm xmlns:a="http://schemas.openxmlformats.org/drawingml/2006/main">
            <a:off x="800100" y="342900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D8A274C-C2C3-431C-94E2-FCDC117DF1C1}"/>
              </a:ext>
            </a:extLst>
          </p:cNvPr>
          <p:cNvSpPr>
            <a:spLocks xmlns:a="http://schemas.openxmlformats.org/drawingml/2006/main" noGrp="1"/>
          </p:cNvSpPr>
          <p:nvPr/>
        </p:nvSpPr>
        <p:spPr>
          <a:xfrm xmlns:a="http://schemas.openxmlformats.org/drawingml/2006/main">
            <a:off x="800100" y="35814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5" name="">
            <a:extLst xmlns:a="http://schemas.openxmlformats.org/drawingml/2006/main">
              <a:ext uri="{FF2B5EF4-FFF2-40B4-BE49-F238E27FC236}">
                <a16:creationId xmlns:a16="http://schemas.microsoft.com/office/drawing/2014/main" id="{06B1036A-61CE-4432-9D7E-6EBBECE1562E}"/>
              </a:ext>
            </a:extLst>
          </p:cNvPr>
          <p:cNvSpPr>
            <a:spLocks xmlns:a="http://schemas.openxmlformats.org/drawingml/2006/main" noGrp="1"/>
          </p:cNvSpPr>
          <p:nvPr/>
        </p:nvSpPr>
        <p:spPr>
          <a:xfrm xmlns:a="http://schemas.openxmlformats.org/drawingml/2006/main">
            <a:off x="4114800" y="35814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the discovered structure improve on a canonical decision rule?</a:t>
            </a:r>
          </a:p>
        </p:txBody>
      </p:sp>
      <p:sp>
        <p:nvSpPr>
          <p:cNvPr id="26" name="">
            <a:extLst xmlns:a="http://schemas.openxmlformats.org/drawingml/2006/main">
              <a:ext uri="{FF2B5EF4-FFF2-40B4-BE49-F238E27FC236}">
                <a16:creationId xmlns:a16="http://schemas.microsoft.com/office/drawing/2014/main" id="{9AC70CA3-FCBE-44F0-95B8-72D4C497DE3E}"/>
              </a:ext>
            </a:extLst>
          </p:cNvPr>
          <p:cNvSpPr>
            <a:spLocks xmlns:a="http://schemas.openxmlformats.org/drawingml/2006/main" noGrp="1"/>
          </p:cNvSpPr>
          <p:nvPr/>
        </p:nvSpPr>
        <p:spPr>
          <a:xfrm xmlns:a="http://schemas.openxmlformats.org/drawingml/2006/main">
            <a:off x="800100" y="40576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14630C0-A991-461E-97B5-A2A14B597192}"/>
              </a:ext>
            </a:extLst>
          </p:cNvPr>
          <p:cNvSpPr>
            <a:spLocks xmlns:a="http://schemas.openxmlformats.org/drawingml/2006/main" noGrp="1"/>
          </p:cNvSpPr>
          <p:nvPr/>
        </p:nvSpPr>
        <p:spPr>
          <a:xfrm xmlns:a="http://schemas.openxmlformats.org/drawingml/2006/main">
            <a:off x="800100" y="421005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Best single feature</a:t>
            </a:r>
          </a:p>
        </p:txBody>
      </p:sp>
      <p:sp>
        <p:nvSpPr>
          <p:cNvPr id="28" name="">
            <a:extLst xmlns:a="http://schemas.openxmlformats.org/drawingml/2006/main">
              <a:ext uri="{FF2B5EF4-FFF2-40B4-BE49-F238E27FC236}">
                <a16:creationId xmlns:a16="http://schemas.microsoft.com/office/drawing/2014/main" id="{46D11CF2-1567-4409-B3D3-236EE7D8C45D}"/>
              </a:ext>
            </a:extLst>
          </p:cNvPr>
          <p:cNvSpPr>
            <a:spLocks xmlns:a="http://schemas.openxmlformats.org/drawingml/2006/main" noGrp="1"/>
          </p:cNvSpPr>
          <p:nvPr/>
        </p:nvSpPr>
        <p:spPr>
          <a:xfrm xmlns:a="http://schemas.openxmlformats.org/drawingml/2006/main">
            <a:off x="4114800" y="421005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Does combining variables add value beyond one selected cue?</a:t>
            </a:r>
          </a:p>
        </p:txBody>
      </p:sp>
      <p:sp>
        <p:nvSpPr>
          <p:cNvPr id="29" name="">
            <a:extLst xmlns:a="http://schemas.openxmlformats.org/drawingml/2006/main">
              <a:ext uri="{FF2B5EF4-FFF2-40B4-BE49-F238E27FC236}">
                <a16:creationId xmlns:a16="http://schemas.microsoft.com/office/drawing/2014/main" id="{4D80CBB8-BCEF-414E-829B-1DDB1D8D90B3}"/>
              </a:ext>
            </a:extLst>
          </p:cNvPr>
          <p:cNvSpPr>
            <a:spLocks xmlns:a="http://schemas.openxmlformats.org/drawingml/2006/main" noGrp="1"/>
          </p:cNvSpPr>
          <p:nvPr/>
        </p:nvSpPr>
        <p:spPr>
          <a:xfrm xmlns:a="http://schemas.openxmlformats.org/drawingml/2006/main">
            <a:off x="800100" y="468630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42E46321-01E2-41A7-AB9E-BF7A9C0E2337}"/>
              </a:ext>
            </a:extLst>
          </p:cNvPr>
          <p:cNvSpPr>
            <a:spLocks xmlns:a="http://schemas.openxmlformats.org/drawingml/2006/main" noGrp="1"/>
          </p:cNvSpPr>
          <p:nvPr/>
        </p:nvSpPr>
        <p:spPr>
          <a:xfrm xmlns:a="http://schemas.openxmlformats.org/drawingml/2006/main">
            <a:off x="800100" y="48387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All approved features</a:t>
            </a:r>
          </a:p>
        </p:txBody>
      </p:sp>
      <p:sp>
        <p:nvSpPr>
          <p:cNvPr id="31" name="">
            <a:extLst xmlns:a="http://schemas.openxmlformats.org/drawingml/2006/main">
              <a:ext uri="{FF2B5EF4-FFF2-40B4-BE49-F238E27FC236}">
                <a16:creationId xmlns:a16="http://schemas.microsoft.com/office/drawing/2014/main" id="{BDFF5816-F458-4319-86BE-5D7DDA36D26B}"/>
              </a:ext>
            </a:extLst>
          </p:cNvPr>
          <p:cNvSpPr>
            <a:spLocks xmlns:a="http://schemas.openxmlformats.org/drawingml/2006/main" noGrp="1"/>
          </p:cNvSpPr>
          <p:nvPr/>
        </p:nvSpPr>
        <p:spPr>
          <a:xfrm xmlns:a="http://schemas.openxmlformats.org/drawingml/2006/main">
            <a:off x="4114800" y="4838700"/>
            <a:ext cx="676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How much prediction is lost by restricting the candidate language?</a:t>
            </a:r>
          </a:p>
        </p:txBody>
      </p:sp>
      <p:sp>
        <p:nvSpPr>
          <p:cNvPr id="32" name="">
            <a:extLst xmlns:a="http://schemas.openxmlformats.org/drawingml/2006/main">
              <a:ext uri="{FF2B5EF4-FFF2-40B4-BE49-F238E27FC236}">
                <a16:creationId xmlns:a16="http://schemas.microsoft.com/office/drawing/2014/main" id="{FA2D70B6-B958-4D20-A41F-FD1C2B0381F5}"/>
              </a:ext>
            </a:extLst>
          </p:cNvPr>
          <p:cNvSpPr>
            <a:spLocks xmlns:a="http://schemas.openxmlformats.org/drawingml/2006/main" noGrp="1"/>
          </p:cNvSpPr>
          <p:nvPr/>
        </p:nvSpPr>
        <p:spPr>
          <a:xfrm xmlns:a="http://schemas.openxmlformats.org/drawingml/2006/main">
            <a:off x="800100" y="5314950"/>
            <a:ext cx="100774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4BE0732-614C-4369-9946-B0D6BC8B35F5}"/>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878D9426-194A-498C-A085-5767EF4495A8}"/>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candidate is informative only if we know which simpler explanation it beats.</a:t>
            </a:r>
          </a:p>
        </p:txBody>
      </p:sp>
    </p:spTree>
    <p:extLst>
      <p:ext uri="{BB962C8B-B14F-4D97-AF65-F5344CB8AC3E}">
        <p14:creationId xmlns:p14="http://schemas.microsoft.com/office/powerpoint/2010/main" val="146790542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AF3F766A-4A0E-4F35-B355-CA9F1D011EB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More search rounds plateau before the test is opened</a:t>
            </a:r>
          </a:p>
        </p:txBody>
      </p:sp>
      <p:sp>
        <p:nvSpPr>
          <p:cNvPr id="2" name="">
            <a:extLst xmlns:a="http://schemas.openxmlformats.org/drawingml/2006/main">
              <a:ext uri="{FF2B5EF4-FFF2-40B4-BE49-F238E27FC236}">
                <a16:creationId xmlns:a16="http://schemas.microsoft.com/office/drawing/2014/main" id="{471D2A72-F413-46B1-BD67-2DC2F354E62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result</a:t>
            </a:r>
          </a:p>
        </p:txBody>
      </p:sp>
      <p:sp>
        <p:nvSpPr>
          <p:cNvPr id="3" name="">
            <a:extLst xmlns:a="http://schemas.openxmlformats.org/drawingml/2006/main">
              <a:ext uri="{FF2B5EF4-FFF2-40B4-BE49-F238E27FC236}">
                <a16:creationId xmlns:a16="http://schemas.microsoft.com/office/drawing/2014/main" id="{1119B1A4-A1FE-4863-8C18-C03129E81E7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4E2773E-32BD-452E-96D4-5CD75AEA07D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6C56168F-38F0-4A3E-9421-4755214C60B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9A39DB1-3E81-4FD9-931A-C26C875C7E0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857E0FB-EE67-43FD-8E38-5E462E49479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9B0364-0E16-4499-8DD1-4BDC913671B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194F5AC-7610-4556-BFD1-0FBB894A714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268E252-7B0C-45A6-B47E-FA2B65525B1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A4E9E92-CA50-4A41-AACB-C779EDBD819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32867C-530C-4896-B8CC-E5828898D2E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5AF2092-0996-4B10-8427-D886BB85B019}"/>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3EC8DA-11F8-45DE-BC70-D063F36B1B0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9E197E4-DB46-41EF-9710-2A9995FDED3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Cached DeepSeek V4 Pro run / four validation trials / four test trials</a:t>
            </a:r>
          </a:p>
        </p:txBody>
      </p:sp>
      <p:sp>
        <p:nvSpPr>
          <p:cNvPr id="16" name="">
            <a:extLst xmlns:a="http://schemas.openxmlformats.org/drawingml/2006/main">
              <a:ext uri="{FF2B5EF4-FFF2-40B4-BE49-F238E27FC236}">
                <a16:creationId xmlns:a16="http://schemas.microsoft.com/office/drawing/2014/main" id="{AC801F1A-DFB1-427A-9006-3FD9345B6720}"/>
              </a:ext>
            </a:extLst>
          </p:cNvPr>
          <p:cNvSpPr>
            <a:spLocks xmlns:a="http://schemas.openxmlformats.org/drawingml/2006/main" noGrp="1"/>
          </p:cNvSpPr>
          <p:nvPr/>
        </p:nvSpPr>
        <p:spPr>
          <a:xfrm xmlns:a="http://schemas.openxmlformats.org/drawingml/2006/main">
            <a:off x="800100" y="20002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Best validation log loss</a:t>
            </a:r>
          </a:p>
        </p:txBody>
      </p:sp>
      <p:sp>
        <p:nvSpPr>
          <p:cNvPr id="17" name="">
            <a:extLst xmlns:a="http://schemas.openxmlformats.org/drawingml/2006/main">
              <a:ext uri="{FF2B5EF4-FFF2-40B4-BE49-F238E27FC236}">
                <a16:creationId xmlns:a16="http://schemas.microsoft.com/office/drawing/2014/main" id="{386C5E22-E3BE-48F9-B406-ED6F4621F7B4}"/>
              </a:ext>
            </a:extLst>
          </p:cNvPr>
          <p:cNvSpPr>
            <a:spLocks xmlns:a="http://schemas.openxmlformats.org/drawingml/2006/main" noGrp="1"/>
          </p:cNvSpPr>
          <p:nvPr/>
        </p:nvSpPr>
        <p:spPr>
          <a:xfrm xmlns:a="http://schemas.openxmlformats.org/drawingml/2006/main">
            <a:off x="800100" y="24574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8000"/>
              </a:lnSpc>
              <a:buNone/>
              <a:defRPr sz="2100" b="1" i="0">
                <a:solidFill>
                  <a:srgbClr val="111827"/>
                </a:solidFill>
                <a:latin typeface="Arial"/>
                <a:ea typeface="Arial"/>
                <a:cs typeface="Arial"/>
              </a:defRPr>
            </a:pPr>
            <a:r>
              <a:rPr sz="2100" b="1" i="0">
                <a:solidFill>
                  <a:srgbClr val="111827"/>
                </a:solidFill>
                <a:latin typeface="Arial"/>
                <a:ea typeface="Arial"/>
                <a:cs typeface="Arial"/>
              </a:rPr>
              <a:t>0.663  -&gt;  0.663  -&gt;  0.663</a:t>
            </a:r>
          </a:p>
        </p:txBody>
      </p:sp>
      <p:sp>
        <p:nvSpPr>
          <p:cNvPr id="18" name="">
            <a:extLst xmlns:a="http://schemas.openxmlformats.org/drawingml/2006/main">
              <a:ext uri="{FF2B5EF4-FFF2-40B4-BE49-F238E27FC236}">
                <a16:creationId xmlns:a16="http://schemas.microsoft.com/office/drawing/2014/main" id="{C0F153E0-2908-4855-AEF2-727B80DE4C29}"/>
              </a:ext>
            </a:extLst>
          </p:cNvPr>
          <p:cNvSpPr>
            <a:spLocks xmlns:a="http://schemas.openxmlformats.org/drawingml/2006/main" noGrp="1"/>
          </p:cNvSpPr>
          <p:nvPr/>
        </p:nvSpPr>
        <p:spPr>
          <a:xfrm xmlns:a="http://schemas.openxmlformats.org/drawingml/2006/main">
            <a:off x="800100" y="29337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5A4B6E"/>
                </a:solidFill>
                <a:latin typeface="Consolas"/>
                <a:ea typeface="Consolas"/>
                <a:cs typeface="Consolas"/>
              </a:defRPr>
            </a:pPr>
            <a:r>
              <a:rPr sz="1650" b="0" i="0">
                <a:solidFill>
                  <a:srgbClr val="5A4B6E"/>
                </a:solidFill>
                <a:latin typeface="Consolas"/>
                <a:ea typeface="Consolas"/>
                <a:cs typeface="Consolas"/>
              </a:rPr>
              <a:t>ev_diff + p_zero_diff</a:t>
            </a:r>
          </a:p>
        </p:txBody>
      </p:sp>
      <p:sp>
        <p:nvSpPr>
          <p:cNvPr id="19" name="">
            <a:extLst xmlns:a="http://schemas.openxmlformats.org/drawingml/2006/main">
              <a:ext uri="{FF2B5EF4-FFF2-40B4-BE49-F238E27FC236}">
                <a16:creationId xmlns:a16="http://schemas.microsoft.com/office/drawing/2014/main" id="{E839739A-480C-4196-B44D-412A4A31F204}"/>
              </a:ext>
            </a:extLst>
          </p:cNvPr>
          <p:cNvSpPr>
            <a:spLocks xmlns:a="http://schemas.openxmlformats.org/drawingml/2006/main" noGrp="1"/>
          </p:cNvSpPr>
          <p:nvPr/>
        </p:nvSpPr>
        <p:spPr>
          <a:xfrm xmlns:a="http://schemas.openxmlformats.org/drawingml/2006/main">
            <a:off x="80010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Initial proposal</a:t>
            </a:r>
          </a:p>
        </p:txBody>
      </p:sp>
      <p:sp>
        <p:nvSpPr>
          <p:cNvPr id="20" name="">
            <a:extLst xmlns:a="http://schemas.openxmlformats.org/drawingml/2006/main">
              <a:ext uri="{FF2B5EF4-FFF2-40B4-BE49-F238E27FC236}">
                <a16:creationId xmlns:a16="http://schemas.microsoft.com/office/drawing/2014/main" id="{C47D164F-4688-429D-A59F-C8E4CF9107BC}"/>
              </a:ext>
            </a:extLst>
          </p:cNvPr>
          <p:cNvSpPr>
            <a:spLocks xmlns:a="http://schemas.openxmlformats.org/drawingml/2006/main" noGrp="1"/>
          </p:cNvSpPr>
          <p:nvPr/>
        </p:nvSpPr>
        <p:spPr>
          <a:xfrm xmlns:a="http://schemas.openxmlformats.org/drawingml/2006/main">
            <a:off x="245745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Revision 1</a:t>
            </a:r>
          </a:p>
        </p:txBody>
      </p:sp>
      <p:sp>
        <p:nvSpPr>
          <p:cNvPr id="21" name="">
            <a:extLst xmlns:a="http://schemas.openxmlformats.org/drawingml/2006/main">
              <a:ext uri="{FF2B5EF4-FFF2-40B4-BE49-F238E27FC236}">
                <a16:creationId xmlns:a16="http://schemas.microsoft.com/office/drawing/2014/main" id="{7967300E-050F-42E6-A717-237D9483CBB9}"/>
              </a:ext>
            </a:extLst>
          </p:cNvPr>
          <p:cNvSpPr>
            <a:spLocks xmlns:a="http://schemas.openxmlformats.org/drawingml/2006/main" noGrp="1"/>
          </p:cNvSpPr>
          <p:nvPr/>
        </p:nvSpPr>
        <p:spPr>
          <a:xfrm xmlns:a="http://schemas.openxmlformats.org/drawingml/2006/main">
            <a:off x="4114800" y="3524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Revision 2</a:t>
            </a:r>
          </a:p>
        </p:txBody>
      </p:sp>
      <p:sp>
        <p:nvSpPr>
          <p:cNvPr id="22" name="">
            <a:extLst xmlns:a="http://schemas.openxmlformats.org/drawingml/2006/main">
              <a:ext uri="{FF2B5EF4-FFF2-40B4-BE49-F238E27FC236}">
                <a16:creationId xmlns:a16="http://schemas.microsoft.com/office/drawing/2014/main" id="{4653B86F-EACA-47DC-B2E4-0393F41C4BE3}"/>
              </a:ext>
            </a:extLst>
          </p:cNvPr>
          <p:cNvSpPr>
            <a:spLocks xmlns:a="http://schemas.openxmlformats.org/drawingml/2006/main" noGrp="1"/>
          </p:cNvSpPr>
          <p:nvPr/>
        </p:nvSpPr>
        <p:spPr>
          <a:xfrm xmlns:a="http://schemas.openxmlformats.org/drawingml/2006/main">
            <a:off x="800100" y="40957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8A3B35"/>
                </a:solidFill>
                <a:latin typeface="Arial"/>
                <a:ea typeface="Arial"/>
                <a:cs typeface="Arial"/>
              </a:defRPr>
            </a:pPr>
            <a:r>
              <a:rPr sz="1725" b="1" i="0">
                <a:solidFill>
                  <a:srgbClr val="8A3B35"/>
                </a:solidFill>
                <a:latin typeface="Arial"/>
                <a:ea typeface="Arial"/>
                <a:cs typeface="Arial"/>
              </a:rPr>
              <a:t>Stop: no validation improvement</a:t>
            </a:r>
          </a:p>
        </p:txBody>
      </p:sp>
      <p:sp>
        <p:nvSpPr>
          <p:cNvPr id="23" name="">
            <a:extLst xmlns:a="http://schemas.openxmlformats.org/drawingml/2006/main">
              <a:ext uri="{FF2B5EF4-FFF2-40B4-BE49-F238E27FC236}">
                <a16:creationId xmlns:a16="http://schemas.microsoft.com/office/drawing/2014/main" id="{7C71AC0F-449D-48D3-93D2-5A109862C133}"/>
              </a:ext>
            </a:extLst>
          </p:cNvPr>
          <p:cNvSpPr>
            <a:spLocks xmlns:a="http://schemas.openxmlformats.org/drawingml/2006/main" noGrp="1"/>
          </p:cNvSpPr>
          <p:nvPr/>
        </p:nvSpPr>
        <p:spPr>
          <a:xfrm xmlns:a="http://schemas.openxmlformats.org/drawingml/2006/main">
            <a:off x="5905500" y="2000250"/>
            <a:ext cx="11906"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969AD52-935F-43B9-A4CC-52B6BCD02187}"/>
              </a:ext>
            </a:extLst>
          </p:cNvPr>
          <p:cNvSpPr>
            <a:spLocks xmlns:a="http://schemas.openxmlformats.org/drawingml/2006/main" noGrp="1"/>
          </p:cNvSpPr>
          <p:nvPr/>
        </p:nvSpPr>
        <p:spPr>
          <a:xfrm xmlns:a="http://schemas.openxmlformats.org/drawingml/2006/main">
            <a:off x="6362700" y="20002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Frozen test comparison</a:t>
            </a:r>
          </a:p>
        </p:txBody>
      </p:sp>
      <p:sp>
        <p:nvSpPr>
          <p:cNvPr id="25" name="">
            <a:extLst xmlns:a="http://schemas.openxmlformats.org/drawingml/2006/main">
              <a:ext uri="{FF2B5EF4-FFF2-40B4-BE49-F238E27FC236}">
                <a16:creationId xmlns:a16="http://schemas.microsoft.com/office/drawing/2014/main" id="{CB853F9E-90AF-4381-918D-AE31E2343B82}"/>
              </a:ext>
            </a:extLst>
          </p:cNvPr>
          <p:cNvSpPr>
            <a:spLocks xmlns:a="http://schemas.openxmlformats.org/drawingml/2006/main" noGrp="1"/>
          </p:cNvSpPr>
          <p:nvPr/>
        </p:nvSpPr>
        <p:spPr>
          <a:xfrm xmlns:a="http://schemas.openxmlformats.org/drawingml/2006/main">
            <a:off x="6362700" y="25336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a:t>
            </a:r>
          </a:p>
        </p:txBody>
      </p:sp>
      <p:sp>
        <p:nvSpPr>
          <p:cNvPr id="26" name="">
            <a:extLst xmlns:a="http://schemas.openxmlformats.org/drawingml/2006/main">
              <a:ext uri="{FF2B5EF4-FFF2-40B4-BE49-F238E27FC236}">
                <a16:creationId xmlns:a16="http://schemas.microsoft.com/office/drawing/2014/main" id="{B4FF8ADA-E48E-46AA-BEDA-D50F8C06904E}"/>
              </a:ext>
            </a:extLst>
          </p:cNvPr>
          <p:cNvSpPr>
            <a:spLocks xmlns:a="http://schemas.openxmlformats.org/drawingml/2006/main" noGrp="1"/>
          </p:cNvSpPr>
          <p:nvPr/>
        </p:nvSpPr>
        <p:spPr>
          <a:xfrm xmlns:a="http://schemas.openxmlformats.org/drawingml/2006/main">
            <a:off x="8877300" y="253365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27" name="">
            <a:extLst xmlns:a="http://schemas.openxmlformats.org/drawingml/2006/main">
              <a:ext uri="{FF2B5EF4-FFF2-40B4-BE49-F238E27FC236}">
                <a16:creationId xmlns:a16="http://schemas.microsoft.com/office/drawing/2014/main" id="{AD6890E6-FD5F-4E9F-88AB-1E9CE92279B8}"/>
              </a:ext>
            </a:extLst>
          </p:cNvPr>
          <p:cNvSpPr>
            <a:spLocks xmlns:a="http://schemas.openxmlformats.org/drawingml/2006/main" noGrp="1"/>
          </p:cNvSpPr>
          <p:nvPr/>
        </p:nvSpPr>
        <p:spPr>
          <a:xfrm xmlns:a="http://schemas.openxmlformats.org/drawingml/2006/main">
            <a:off x="10001250" y="2533650"/>
            <a:ext cx="1047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 acc.</a:t>
            </a:r>
          </a:p>
        </p:txBody>
      </p:sp>
      <p:sp>
        <p:nvSpPr>
          <p:cNvPr id="28" name="">
            <a:extLst xmlns:a="http://schemas.openxmlformats.org/drawingml/2006/main">
              <a:ext uri="{FF2B5EF4-FFF2-40B4-BE49-F238E27FC236}">
                <a16:creationId xmlns:a16="http://schemas.microsoft.com/office/drawing/2014/main" id="{D4E27100-4401-4CE6-B932-1BC390ED6EBF}"/>
              </a:ext>
            </a:extLst>
          </p:cNvPr>
          <p:cNvSpPr>
            <a:spLocks xmlns:a="http://schemas.openxmlformats.org/drawingml/2006/main" noGrp="1"/>
          </p:cNvSpPr>
          <p:nvPr/>
        </p:nvSpPr>
        <p:spPr>
          <a:xfrm xmlns:a="http://schemas.openxmlformats.org/drawingml/2006/main">
            <a:off x="6362700" y="2952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315F63"/>
                </a:solidFill>
                <a:latin typeface="Arial"/>
                <a:ea typeface="Arial"/>
                <a:cs typeface="Arial"/>
              </a:defRPr>
            </a:pPr>
            <a:r>
              <a:rPr sz="1275" b="0" i="0">
                <a:solidFill>
                  <a:srgbClr val="315F63"/>
                </a:solidFill>
                <a:latin typeface="Arial"/>
                <a:ea typeface="Arial"/>
                <a:cs typeface="Arial"/>
              </a:rPr>
              <a:t>All-feature baseline</a:t>
            </a:r>
          </a:p>
        </p:txBody>
      </p:sp>
      <p:sp>
        <p:nvSpPr>
          <p:cNvPr id="29" name="">
            <a:extLst xmlns:a="http://schemas.openxmlformats.org/drawingml/2006/main">
              <a:ext uri="{FF2B5EF4-FFF2-40B4-BE49-F238E27FC236}">
                <a16:creationId xmlns:a16="http://schemas.microsoft.com/office/drawing/2014/main" id="{A1093782-7803-4EB7-8E29-F8647C903CC7}"/>
              </a:ext>
            </a:extLst>
          </p:cNvPr>
          <p:cNvSpPr>
            <a:spLocks xmlns:a="http://schemas.openxmlformats.org/drawingml/2006/main" noGrp="1"/>
          </p:cNvSpPr>
          <p:nvPr/>
        </p:nvSpPr>
        <p:spPr>
          <a:xfrm xmlns:a="http://schemas.openxmlformats.org/drawingml/2006/main">
            <a:off x="8877300" y="29527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315F63"/>
                </a:solidFill>
                <a:latin typeface="Arial"/>
                <a:ea typeface="Arial"/>
                <a:cs typeface="Arial"/>
              </a:defRPr>
            </a:pPr>
            <a:r>
              <a:rPr sz="1425" b="1" i="0">
                <a:solidFill>
                  <a:srgbClr val="315F63"/>
                </a:solidFill>
                <a:latin typeface="Arial"/>
                <a:ea typeface="Arial"/>
                <a:cs typeface="Arial"/>
              </a:rPr>
              <a:t>0.248</a:t>
            </a:r>
          </a:p>
        </p:txBody>
      </p:sp>
      <p:sp>
        <p:nvSpPr>
          <p:cNvPr id="30" name="">
            <a:extLst xmlns:a="http://schemas.openxmlformats.org/drawingml/2006/main">
              <a:ext uri="{FF2B5EF4-FFF2-40B4-BE49-F238E27FC236}">
                <a16:creationId xmlns:a16="http://schemas.microsoft.com/office/drawing/2014/main" id="{9C195871-D688-4B34-9C3F-0DC849313C37}"/>
              </a:ext>
            </a:extLst>
          </p:cNvPr>
          <p:cNvSpPr>
            <a:spLocks xmlns:a="http://schemas.openxmlformats.org/drawingml/2006/main" noGrp="1"/>
          </p:cNvSpPr>
          <p:nvPr/>
        </p:nvSpPr>
        <p:spPr>
          <a:xfrm xmlns:a="http://schemas.openxmlformats.org/drawingml/2006/main">
            <a:off x="10001250" y="29527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315F63"/>
                </a:solidFill>
                <a:latin typeface="Arial"/>
                <a:ea typeface="Arial"/>
                <a:cs typeface="Arial"/>
              </a:defRPr>
            </a:pPr>
            <a:r>
              <a:rPr sz="1425" b="1" i="0">
                <a:solidFill>
                  <a:srgbClr val="315F63"/>
                </a:solidFill>
                <a:latin typeface="Arial"/>
                <a:ea typeface="Arial"/>
                <a:cs typeface="Arial"/>
              </a:rPr>
              <a:t>1.000</a:t>
            </a:r>
          </a:p>
        </p:txBody>
      </p:sp>
      <p:sp>
        <p:nvSpPr>
          <p:cNvPr id="31" name="">
            <a:extLst xmlns:a="http://schemas.openxmlformats.org/drawingml/2006/main">
              <a:ext uri="{FF2B5EF4-FFF2-40B4-BE49-F238E27FC236}">
                <a16:creationId xmlns:a16="http://schemas.microsoft.com/office/drawing/2014/main" id="{1AA13BA5-7693-473B-95CC-CD5024843F8A}"/>
              </a:ext>
            </a:extLst>
          </p:cNvPr>
          <p:cNvSpPr>
            <a:spLocks xmlns:a="http://schemas.openxmlformats.org/drawingml/2006/main" noGrp="1"/>
          </p:cNvSpPr>
          <p:nvPr/>
        </p:nvSpPr>
        <p:spPr>
          <a:xfrm xmlns:a="http://schemas.openxmlformats.org/drawingml/2006/main">
            <a:off x="6362700" y="329565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B13C6EF-C9F0-4CA4-86F6-DF533531AF91}"/>
              </a:ext>
            </a:extLst>
          </p:cNvPr>
          <p:cNvSpPr>
            <a:spLocks xmlns:a="http://schemas.openxmlformats.org/drawingml/2006/main" noGrp="1"/>
          </p:cNvSpPr>
          <p:nvPr/>
        </p:nvSpPr>
        <p:spPr>
          <a:xfrm xmlns:a="http://schemas.openxmlformats.org/drawingml/2006/main">
            <a:off x="6362700" y="338137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234E70"/>
                </a:solidFill>
                <a:latin typeface="Arial"/>
                <a:ea typeface="Arial"/>
                <a:cs typeface="Arial"/>
              </a:defRPr>
            </a:pPr>
            <a:r>
              <a:rPr sz="1275" b="0" i="0">
                <a:solidFill>
                  <a:srgbClr val="234E70"/>
                </a:solidFill>
                <a:latin typeface="Arial"/>
                <a:ea typeface="Arial"/>
                <a:cs typeface="Arial"/>
              </a:rPr>
              <a:t>Expected-value baseline</a:t>
            </a:r>
          </a:p>
        </p:txBody>
      </p:sp>
      <p:sp>
        <p:nvSpPr>
          <p:cNvPr id="33" name="">
            <a:extLst xmlns:a="http://schemas.openxmlformats.org/drawingml/2006/main">
              <a:ext uri="{FF2B5EF4-FFF2-40B4-BE49-F238E27FC236}">
                <a16:creationId xmlns:a16="http://schemas.microsoft.com/office/drawing/2014/main" id="{04A833C2-EE16-4C78-ACBC-B813BEFC82B2}"/>
              </a:ext>
            </a:extLst>
          </p:cNvPr>
          <p:cNvSpPr>
            <a:spLocks xmlns:a="http://schemas.openxmlformats.org/drawingml/2006/main" noGrp="1"/>
          </p:cNvSpPr>
          <p:nvPr/>
        </p:nvSpPr>
        <p:spPr>
          <a:xfrm xmlns:a="http://schemas.openxmlformats.org/drawingml/2006/main">
            <a:off x="8877300" y="338137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0.453</a:t>
            </a:r>
          </a:p>
        </p:txBody>
      </p:sp>
      <p:sp>
        <p:nvSpPr>
          <p:cNvPr id="34" name="">
            <a:extLst xmlns:a="http://schemas.openxmlformats.org/drawingml/2006/main">
              <a:ext uri="{FF2B5EF4-FFF2-40B4-BE49-F238E27FC236}">
                <a16:creationId xmlns:a16="http://schemas.microsoft.com/office/drawing/2014/main" id="{2147F15F-97C5-41D9-8A30-AA71A2F40D11}"/>
              </a:ext>
            </a:extLst>
          </p:cNvPr>
          <p:cNvSpPr>
            <a:spLocks xmlns:a="http://schemas.openxmlformats.org/drawingml/2006/main" noGrp="1"/>
          </p:cNvSpPr>
          <p:nvPr/>
        </p:nvSpPr>
        <p:spPr>
          <a:xfrm xmlns:a="http://schemas.openxmlformats.org/drawingml/2006/main">
            <a:off x="10001250" y="3381375"/>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0.750</a:t>
            </a:r>
          </a:p>
        </p:txBody>
      </p:sp>
      <p:sp>
        <p:nvSpPr>
          <p:cNvPr id="35" name="">
            <a:extLst xmlns:a="http://schemas.openxmlformats.org/drawingml/2006/main">
              <a:ext uri="{FF2B5EF4-FFF2-40B4-BE49-F238E27FC236}">
                <a16:creationId xmlns:a16="http://schemas.microsoft.com/office/drawing/2014/main" id="{DDF0F792-0F51-4404-849A-EAC0C1D784EC}"/>
              </a:ext>
            </a:extLst>
          </p:cNvPr>
          <p:cNvSpPr>
            <a:spLocks xmlns:a="http://schemas.openxmlformats.org/drawingml/2006/main" noGrp="1"/>
          </p:cNvSpPr>
          <p:nvPr/>
        </p:nvSpPr>
        <p:spPr>
          <a:xfrm xmlns:a="http://schemas.openxmlformats.org/drawingml/2006/main">
            <a:off x="6362700" y="3724275"/>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31D9B7C1-75CF-4E94-BFE4-DB86BBB681F7}"/>
              </a:ext>
            </a:extLst>
          </p:cNvPr>
          <p:cNvSpPr>
            <a:spLocks xmlns:a="http://schemas.openxmlformats.org/drawingml/2006/main" noGrp="1"/>
          </p:cNvSpPr>
          <p:nvPr/>
        </p:nvSpPr>
        <p:spPr>
          <a:xfrm xmlns:a="http://schemas.openxmlformats.org/drawingml/2006/main">
            <a:off x="6362700" y="38100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1" i="0">
                <a:solidFill>
                  <a:srgbClr val="8A3B35"/>
                </a:solidFill>
                <a:latin typeface="Arial"/>
                <a:ea typeface="Arial"/>
                <a:cs typeface="Arial"/>
              </a:defRPr>
            </a:pPr>
            <a:r>
              <a:rPr sz="1275" b="1" i="0">
                <a:solidFill>
                  <a:srgbClr val="8A3B35"/>
                </a:solidFill>
                <a:latin typeface="Arial"/>
                <a:ea typeface="Arial"/>
                <a:cs typeface="Arial"/>
              </a:rPr>
              <a:t>DeepSeek-selected</a:t>
            </a:r>
          </a:p>
        </p:txBody>
      </p:sp>
      <p:sp>
        <p:nvSpPr>
          <p:cNvPr id="37" name="">
            <a:extLst xmlns:a="http://schemas.openxmlformats.org/drawingml/2006/main">
              <a:ext uri="{FF2B5EF4-FFF2-40B4-BE49-F238E27FC236}">
                <a16:creationId xmlns:a16="http://schemas.microsoft.com/office/drawing/2014/main" id="{4368083B-861F-4752-ADBF-0C259399E1DD}"/>
              </a:ext>
            </a:extLst>
          </p:cNvPr>
          <p:cNvSpPr>
            <a:spLocks xmlns:a="http://schemas.openxmlformats.org/drawingml/2006/main" noGrp="1"/>
          </p:cNvSpPr>
          <p:nvPr/>
        </p:nvSpPr>
        <p:spPr>
          <a:xfrm xmlns:a="http://schemas.openxmlformats.org/drawingml/2006/main">
            <a:off x="8877300" y="38100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8A3B35"/>
                </a:solidFill>
                <a:latin typeface="Arial"/>
                <a:ea typeface="Arial"/>
                <a:cs typeface="Arial"/>
              </a:defRPr>
            </a:pPr>
            <a:r>
              <a:rPr sz="1425" b="1" i="0">
                <a:solidFill>
                  <a:srgbClr val="8A3B35"/>
                </a:solidFill>
                <a:latin typeface="Arial"/>
                <a:ea typeface="Arial"/>
                <a:cs typeface="Arial"/>
              </a:rPr>
              <a:t>0.534</a:t>
            </a:r>
          </a:p>
        </p:txBody>
      </p:sp>
      <p:sp>
        <p:nvSpPr>
          <p:cNvPr id="38" name="">
            <a:extLst xmlns:a="http://schemas.openxmlformats.org/drawingml/2006/main">
              <a:ext uri="{FF2B5EF4-FFF2-40B4-BE49-F238E27FC236}">
                <a16:creationId xmlns:a16="http://schemas.microsoft.com/office/drawing/2014/main" id="{750776E9-F541-4D2D-9288-27CC6096D15C}"/>
              </a:ext>
            </a:extLst>
          </p:cNvPr>
          <p:cNvSpPr>
            <a:spLocks xmlns:a="http://schemas.openxmlformats.org/drawingml/2006/main" noGrp="1"/>
          </p:cNvSpPr>
          <p:nvPr/>
        </p:nvSpPr>
        <p:spPr>
          <a:xfrm xmlns:a="http://schemas.openxmlformats.org/drawingml/2006/main">
            <a:off x="10001250" y="381000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8A3B35"/>
                </a:solidFill>
                <a:latin typeface="Arial"/>
                <a:ea typeface="Arial"/>
                <a:cs typeface="Arial"/>
              </a:defRPr>
            </a:pPr>
            <a:r>
              <a:rPr sz="1425" b="1" i="0">
                <a:solidFill>
                  <a:srgbClr val="8A3B35"/>
                </a:solidFill>
                <a:latin typeface="Arial"/>
                <a:ea typeface="Arial"/>
                <a:cs typeface="Arial"/>
              </a:rPr>
              <a:t>0.500</a:t>
            </a:r>
          </a:p>
        </p:txBody>
      </p:sp>
      <p:sp>
        <p:nvSpPr>
          <p:cNvPr id="39" name="">
            <a:extLst xmlns:a="http://schemas.openxmlformats.org/drawingml/2006/main">
              <a:ext uri="{FF2B5EF4-FFF2-40B4-BE49-F238E27FC236}">
                <a16:creationId xmlns:a16="http://schemas.microsoft.com/office/drawing/2014/main" id="{DD88F6DE-22F2-41A8-AA0C-EF98F765947F}"/>
              </a:ext>
            </a:extLst>
          </p:cNvPr>
          <p:cNvSpPr>
            <a:spLocks xmlns:a="http://schemas.openxmlformats.org/drawingml/2006/main" noGrp="1"/>
          </p:cNvSpPr>
          <p:nvPr/>
        </p:nvSpPr>
        <p:spPr>
          <a:xfrm xmlns:a="http://schemas.openxmlformats.org/drawingml/2006/main">
            <a:off x="6362700" y="415290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B7EF8EC0-9264-4437-9FD7-A5B0EEF28F3E}"/>
              </a:ext>
            </a:extLst>
          </p:cNvPr>
          <p:cNvSpPr>
            <a:spLocks xmlns:a="http://schemas.openxmlformats.org/drawingml/2006/main" noGrp="1"/>
          </p:cNvSpPr>
          <p:nvPr/>
        </p:nvSpPr>
        <p:spPr>
          <a:xfrm xmlns:a="http://schemas.openxmlformats.org/drawingml/2006/main">
            <a:off x="6362700" y="4238625"/>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5A4B6E"/>
                </a:solidFill>
                <a:latin typeface="Arial"/>
                <a:ea typeface="Arial"/>
                <a:cs typeface="Arial"/>
              </a:defRPr>
            </a:pPr>
            <a:r>
              <a:rPr sz="1275" b="0" i="0">
                <a:solidFill>
                  <a:srgbClr val="5A4B6E"/>
                </a:solidFill>
                <a:latin typeface="Arial"/>
                <a:ea typeface="Arial"/>
                <a:cs typeface="Arial"/>
              </a:rPr>
              <a:t>Best single feature</a:t>
            </a:r>
          </a:p>
        </p:txBody>
      </p:sp>
      <p:sp>
        <p:nvSpPr>
          <p:cNvPr id="41" name="">
            <a:extLst xmlns:a="http://schemas.openxmlformats.org/drawingml/2006/main">
              <a:ext uri="{FF2B5EF4-FFF2-40B4-BE49-F238E27FC236}">
                <a16:creationId xmlns:a16="http://schemas.microsoft.com/office/drawing/2014/main" id="{6F605517-CC9E-4233-897C-69BD1C418C4C}"/>
              </a:ext>
            </a:extLst>
          </p:cNvPr>
          <p:cNvSpPr>
            <a:spLocks xmlns:a="http://schemas.openxmlformats.org/drawingml/2006/main" noGrp="1"/>
          </p:cNvSpPr>
          <p:nvPr/>
        </p:nvSpPr>
        <p:spPr>
          <a:xfrm xmlns:a="http://schemas.openxmlformats.org/drawingml/2006/main">
            <a:off x="8877300" y="423862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0.607</a:t>
            </a:r>
          </a:p>
        </p:txBody>
      </p:sp>
      <p:sp>
        <p:nvSpPr>
          <p:cNvPr id="42" name="">
            <a:extLst xmlns:a="http://schemas.openxmlformats.org/drawingml/2006/main">
              <a:ext uri="{FF2B5EF4-FFF2-40B4-BE49-F238E27FC236}">
                <a16:creationId xmlns:a16="http://schemas.microsoft.com/office/drawing/2014/main" id="{791DA864-C728-48BC-8FFD-8B2A4E8D3F5E}"/>
              </a:ext>
            </a:extLst>
          </p:cNvPr>
          <p:cNvSpPr>
            <a:spLocks xmlns:a="http://schemas.openxmlformats.org/drawingml/2006/main" noGrp="1"/>
          </p:cNvSpPr>
          <p:nvPr/>
        </p:nvSpPr>
        <p:spPr>
          <a:xfrm xmlns:a="http://schemas.openxmlformats.org/drawingml/2006/main">
            <a:off x="10001250" y="4238625"/>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0.750</a:t>
            </a:r>
          </a:p>
        </p:txBody>
      </p:sp>
      <p:sp>
        <p:nvSpPr>
          <p:cNvPr id="43" name="">
            <a:extLst xmlns:a="http://schemas.openxmlformats.org/drawingml/2006/main">
              <a:ext uri="{FF2B5EF4-FFF2-40B4-BE49-F238E27FC236}">
                <a16:creationId xmlns:a16="http://schemas.microsoft.com/office/drawing/2014/main" id="{1ED954F5-5E4A-453B-A3D8-CC91FEB12EAF}"/>
              </a:ext>
            </a:extLst>
          </p:cNvPr>
          <p:cNvSpPr>
            <a:spLocks xmlns:a="http://schemas.openxmlformats.org/drawingml/2006/main" noGrp="1"/>
          </p:cNvSpPr>
          <p:nvPr/>
        </p:nvSpPr>
        <p:spPr>
          <a:xfrm xmlns:a="http://schemas.openxmlformats.org/drawingml/2006/main">
            <a:off x="6362700" y="4581525"/>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C925FC1B-7A58-4A49-9C74-A6F1BE3BC4BC}"/>
              </a:ext>
            </a:extLst>
          </p:cNvPr>
          <p:cNvSpPr>
            <a:spLocks xmlns:a="http://schemas.openxmlformats.org/drawingml/2006/main" noGrp="1"/>
          </p:cNvSpPr>
          <p:nvPr/>
        </p:nvSpPr>
        <p:spPr>
          <a:xfrm xmlns:a="http://schemas.openxmlformats.org/drawingml/2006/main">
            <a:off x="6362700" y="46672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108000"/>
              </a:lnSpc>
              <a:buNone/>
              <a:defRPr sz="1275" b="0" i="0">
                <a:solidFill>
                  <a:srgbClr val="667085"/>
                </a:solidFill>
                <a:latin typeface="Arial"/>
                <a:ea typeface="Arial"/>
                <a:cs typeface="Arial"/>
              </a:defRPr>
            </a:pPr>
            <a:r>
              <a:rPr sz="1275" b="0" i="0">
                <a:solidFill>
                  <a:srgbClr val="667085"/>
                </a:solidFill>
                <a:latin typeface="Arial"/>
                <a:ea typeface="Arial"/>
                <a:cs typeface="Arial"/>
              </a:rPr>
              <a:t>Random probability</a:t>
            </a:r>
          </a:p>
        </p:txBody>
      </p:sp>
      <p:sp>
        <p:nvSpPr>
          <p:cNvPr id="45" name="">
            <a:extLst xmlns:a="http://schemas.openxmlformats.org/drawingml/2006/main">
              <a:ext uri="{FF2B5EF4-FFF2-40B4-BE49-F238E27FC236}">
                <a16:creationId xmlns:a16="http://schemas.microsoft.com/office/drawing/2014/main" id="{A063FC77-E7B6-4C28-9937-F045A81D1677}"/>
              </a:ext>
            </a:extLst>
          </p:cNvPr>
          <p:cNvSpPr>
            <a:spLocks xmlns:a="http://schemas.openxmlformats.org/drawingml/2006/main" noGrp="1"/>
          </p:cNvSpPr>
          <p:nvPr/>
        </p:nvSpPr>
        <p:spPr>
          <a:xfrm xmlns:a="http://schemas.openxmlformats.org/drawingml/2006/main">
            <a:off x="8877300" y="4667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0.693</a:t>
            </a:r>
          </a:p>
        </p:txBody>
      </p:sp>
      <p:sp>
        <p:nvSpPr>
          <p:cNvPr id="46" name="">
            <a:extLst xmlns:a="http://schemas.openxmlformats.org/drawingml/2006/main">
              <a:ext uri="{FF2B5EF4-FFF2-40B4-BE49-F238E27FC236}">
                <a16:creationId xmlns:a16="http://schemas.microsoft.com/office/drawing/2014/main" id="{17F31C13-B677-483B-888B-4E937F7682B5}"/>
              </a:ext>
            </a:extLst>
          </p:cNvPr>
          <p:cNvSpPr>
            <a:spLocks xmlns:a="http://schemas.openxmlformats.org/drawingml/2006/main" noGrp="1"/>
          </p:cNvSpPr>
          <p:nvPr/>
        </p:nvSpPr>
        <p:spPr>
          <a:xfrm xmlns:a="http://schemas.openxmlformats.org/drawingml/2006/main">
            <a:off x="10001250" y="4667250"/>
            <a:ext cx="104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0.500</a:t>
            </a:r>
          </a:p>
        </p:txBody>
      </p:sp>
      <p:sp>
        <p:nvSpPr>
          <p:cNvPr id="47" name="">
            <a:extLst xmlns:a="http://schemas.openxmlformats.org/drawingml/2006/main">
              <a:ext uri="{FF2B5EF4-FFF2-40B4-BE49-F238E27FC236}">
                <a16:creationId xmlns:a16="http://schemas.microsoft.com/office/drawing/2014/main" id="{65F9B665-F760-48A8-97F6-10ABE3615633}"/>
              </a:ext>
            </a:extLst>
          </p:cNvPr>
          <p:cNvSpPr>
            <a:spLocks xmlns:a="http://schemas.openxmlformats.org/drawingml/2006/main" noGrp="1"/>
          </p:cNvSpPr>
          <p:nvPr/>
        </p:nvSpPr>
        <p:spPr>
          <a:xfrm xmlns:a="http://schemas.openxmlformats.org/drawingml/2006/main">
            <a:off x="6362700" y="5010150"/>
            <a:ext cx="4686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89BE2FB-8C56-4C1D-A76D-91DE23F8F20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3A26CFD-025C-4CCA-A5A7-A12F5C717D3C}"/>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More iterations did not improve validation, and the selected candidate still lost to expected value on test.</a:t>
            </a:r>
          </a:p>
        </p:txBody>
      </p:sp>
    </p:spTree>
    <p:extLst>
      <p:ext uri="{BB962C8B-B14F-4D97-AF65-F5344CB8AC3E}">
        <p14:creationId xmlns:p14="http://schemas.microsoft.com/office/powerpoint/2010/main" val="1290440746"/>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B3E1C92-BBB2-4F60-939C-702133BDC97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BF86FD23-87D5-4F7F-A3BB-1ADDA30793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B7F91C74-2DCF-49F4-BCC4-9D0F390A671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94BDE7-9552-4B6A-B655-CCA3D375430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87836C4F-5DCD-4F1E-B5CD-BC94DB134EF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CE6A34C-C962-4871-B020-67B320E61CF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6218AB3-CFEC-40D9-ABC9-E637AE27D39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86C81F7-A9F7-4440-B257-A34E82E2078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1CB0601-457A-443F-A577-C1C5E693C74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0F2448D-D526-4B36-AA4A-99C9E0F3A39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766ACF4-1D29-4ADB-AFFD-6C82EAC6889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C378B2A-62EB-4E6A-8112-07774879524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6061566-4D5D-4DDA-987C-980CD85E6091}"/>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B3D0704-C74A-4A10-8F9E-F0A7AB4336B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0D1A3E4-D1D7-4CF1-AF38-7EAF10AAC78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79894DA0-371C-4213-822D-8E082FDC2574}"/>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74FD4840-F84B-4624-9203-1DDC3B4A19DB}"/>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790DC2CA-3025-457F-BEA1-0901015C23DD}"/>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1AA076B-3B85-4E66-B51A-806FC76D71C9}"/>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D1AC975D-27BD-4925-BA07-934AB7CC9734}"/>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94F1BC38-1782-481C-BE2B-5F0AF4E74796}"/>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9C5501F0-3FFF-4E23-9FBE-A3A205CB20A9}"/>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26F0438B-EB59-41C9-9FB7-EA40580E70D3}"/>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28139070-EC23-415A-8C0E-5AAC4E02C799}"/>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831B5672-F64A-426D-B5FE-793E857699FE}"/>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143222F6-022A-4050-8C04-7C70D17D190A}"/>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9F4F05C4-8DEF-491A-96B0-B76967535947}"/>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6B2C5F8C-DA32-41F0-B24D-00259BE312C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841548E-ACB4-458E-9828-CC17CEC5D6A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190351995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EFB5E31-EB5B-49B1-B18E-EDFED2AF2E8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65E13B81-502E-4130-8D7E-F5320A27164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7D38B8D8-2D43-4A6A-846A-BA38C510EC3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C30CE4-CFCC-49A5-9A3B-FB42AA51060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4ECA0123-4489-4926-89D8-0BF5640D9FC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D7C17F6-DD37-40CF-85F1-31A268CB1C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FE1ED2A-DB79-4579-9874-995A30C5ED3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FB9DCC3-A94F-4EB3-8428-59D74ECA9A5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9ECC8DD-5E19-417B-81FE-3EA2E09E697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B48BBAB-DF38-4918-91B9-41EA3088BCB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EED0B61-35F0-4914-AF6B-0F57EEB9006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CA092BA-E705-4806-893D-1236FC1C81A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00EF398-41C2-4836-A3D1-CD33594055A0}"/>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245D48F-19C7-4E9B-830E-0D710909EC9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82939B4-D573-45BE-A4C7-9623FED56C3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F36CFF39-D61E-4966-83EE-99A63947DFB3}"/>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09258B4C-8EBE-4A20-9657-13028B6219B5}"/>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E43DD74A-C5E1-4653-A139-1CE2252F22D8}"/>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66E97109-CD0F-4E8C-9872-B064EFB73AB6}"/>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E58578BC-998E-4BCA-A42C-6504F4B0D46B}"/>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D3FC5643-19D7-4493-A6B2-4E944ECD0D22}"/>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F236C9D2-E46B-4153-8B9B-F5079A05A916}"/>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95496C9-29AE-4AEA-9F4B-AD931C63A93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30DE2F8-76B7-48D5-813C-615D7D5CFB0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15503904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19200DF-CA8D-48D6-9E9E-B11AF8323FC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314EB9D4-17D7-46FC-BCF5-D60D0FBF43D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6B8B3009-A3DD-4643-ADF0-71693B21A06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6DE43C6-C9E5-461F-BCE0-384EB7B919D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58E30D82-3875-4ADF-856B-A67E7C7DB65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140637F-2068-4030-A662-153C8BA28EC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FE64660-693F-4EB1-809C-A4BDC4857AE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7F15411-7D1B-4560-9636-C85755AF85A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DE7465C-E655-4842-8009-5328EB1A794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47751F-1AC3-46CE-9B66-346BFA7AFF3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E8CCF84-C65C-43B5-B9E1-DF0A272FCE9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78E7653-4F0F-4D40-A3C7-2F62B39B56E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7C49F75-F0DD-4FBB-9379-0C7A94A1D9A2}"/>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4696B64-7F86-4987-B9E4-707444CAC19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252AEAE-83D0-4994-8D33-68DA13E3CA1F}"/>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E63EE3EE-149B-4A27-A547-A1347FA4CCB6}"/>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299770DD-E04B-4211-8D84-73A9B4AE28E2}"/>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E812FDD-442A-4DA2-9301-92C98F6E7A15}"/>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64B9A660-4DCE-43B5-8B42-EF7722F32118}"/>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A8A04420-C424-47B0-AFE4-49D84843D703}"/>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82A542D-465A-4166-89F7-3BC50B0F3879}"/>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9DEB7948-B655-4800-A363-EF5FEBFC1AD0}"/>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B14D28C9-2FB9-48C7-8D69-E17F18380E88}"/>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16172AF-FDA1-423F-A555-DB0835405B67}"/>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9D99B465-A655-4228-B4C6-594DB0D24ED5}"/>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75F7AC5D-C851-4EBD-8160-36BA1AE4FB25}"/>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60C5BA5-0788-4B24-884A-1E569C4E201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9DF9FBF-9A09-4583-9D4A-473FEEB6534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700690319"/>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A4D9AB9-F816-4775-AA94-9ECD210AF09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079C5C15-61BC-442E-820F-D2FA30B637A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87567ADB-36E7-405F-A2DB-BA0498546DF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AD50AD-B26A-4492-A2BC-F93C62E34A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76</a:t>
            </a:r>
          </a:p>
        </p:txBody>
      </p:sp>
      <p:sp>
        <p:nvSpPr>
          <p:cNvPr id="5" name="">
            <a:extLst xmlns:a="http://schemas.openxmlformats.org/drawingml/2006/main">
              <a:ext uri="{FF2B5EF4-FFF2-40B4-BE49-F238E27FC236}">
                <a16:creationId xmlns:a16="http://schemas.microsoft.com/office/drawing/2014/main" id="{183008BB-2F77-45EA-83BE-4D15513674F6}"/>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A8AE9233-E5F2-4C87-8CC3-2392A82BD499}"/>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6F5BA612-36B1-4EDC-84AB-6E3043D37586}"/>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422A427-98ED-46DC-A7D8-43EB475B6C69}"/>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FE9D853F-5AD3-4DBC-ABDC-7816504DDC2A}"/>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82EF9EB4-F72B-4726-8C6F-7EC554C82362}"/>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BF28988-E131-4F4E-80E1-8D17B03C994C}"/>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A9599BB8-622C-4814-A1D7-236753E8E224}"/>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454668F6-3E5F-41DB-8A4A-CB1505AAA1DC}"/>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9A02A22-6113-456F-836B-D2DE0B044FA8}"/>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820A973-C9B8-49AB-9170-BFB433397632}"/>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8B6F43B1-E274-4957-A62B-015994723175}"/>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A0548FE-E973-4804-9615-1832E6596B76}"/>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5820E7A-D9B5-489C-A55B-617C81E2B362}"/>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10341235"/>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2A8270B-1025-4A71-9683-B3612DC7557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585D5AB9-B233-4C04-80EA-4D4E34A60A2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1220E67D-927F-43FF-8029-0D614AA8F01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3ED24CA-2AED-4A62-8855-8E9B422449F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01A091E2-5604-42EF-A282-615F9607C24A}"/>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AB041CFD-2CAA-4018-8D58-17D10F0DB06B}"/>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1A147CA1-CE3F-4E44-8B2D-52AC6F7A5957}"/>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3B6449-D692-4D0B-80B1-0B0AA5351B88}"/>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EA8180FD-9AD8-426B-9C6C-D23B2FBDF3BE}"/>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BE1435D6-EDD6-4443-958B-FA709C428EC3}"/>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7FA2961-B8FF-4E71-B624-64EDBB28F3F3}"/>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87BA79FB-3493-47D6-A5EB-F43BB8730959}"/>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9EB2FAF1-F874-40C7-AB4F-C9A6AB81DFD2}"/>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4B37052-8937-42AB-9B7F-3ACC82822E6C}"/>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243491D0-B9AD-4A47-AFCD-968BEA835992}"/>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1266864219"/>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79EE1AA-EDD1-4195-81F2-C4CEA72154EE}"/>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D2F859CC-F433-45F9-A617-31E2EB989F7B}"/>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3596FDB3-E3BE-49DC-8DBD-D1DC874A9374}"/>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2349715-3919-4D61-BD58-431952EA84C2}"/>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018667758"/>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8F174BE-C23F-4F4B-BF52-68E08C63856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F8AEDD8A-F633-4707-BAF5-0F61B7D02B1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D98F3751-F8E4-42EC-969C-6D1564AFED8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FA79B8-9554-403F-B9BE-94E204668C0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79</a:t>
            </a:r>
          </a:p>
        </p:txBody>
      </p:sp>
      <p:sp>
        <p:nvSpPr>
          <p:cNvPr id="5" name="">
            <a:extLst xmlns:a="http://schemas.openxmlformats.org/drawingml/2006/main">
              <a:ext uri="{FF2B5EF4-FFF2-40B4-BE49-F238E27FC236}">
                <a16:creationId xmlns:a16="http://schemas.microsoft.com/office/drawing/2014/main" id="{57FE42E8-534C-41C0-8A19-5D7D090CBEF4}"/>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15464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2026-08-13T03:21:57.4590000Z</dcterms:created>
  <dcterms:modified xsi:type="dcterms:W3CDTF">2026-08-13T03:21:57.4590000Z</dcterms:modified>
</coreProperties>
</file>