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6ad609e54674f1d" /><Relationship Type="http://schemas.openxmlformats.org/officeDocument/2006/relationships/extended-properties" Target="/docProps/app.xml" Id="R6f8935e294b34e19" /><Relationship Type="http://schemas.openxmlformats.org/officeDocument/2006/relationships/officeDocument" Target="/ppt/presentation.xml" Id="Rc34f73e11baa4911" /></Relationships>
</file>

<file path=ppt/presentation.xml><?xml version="1.0" encoding="utf-8"?>
<p:presentation xmlns:p="http://schemas.openxmlformats.org/presentationml/2006/main">
  <p:sldMasterIdLst>
    <p:sldMasterId xmlns:r="http://schemas.openxmlformats.org/officeDocument/2006/relationships" id="2147483648" r:id="R328ccfce65824327"/>
  </p:sldMasterIdLst>
  <p:notesMasterIdLst>
    <p:notesMasterId xmlns:r="http://schemas.openxmlformats.org/officeDocument/2006/relationships" r:id="R253be50ec6794348"/>
  </p:notesMasterIdLst>
  <p:sldIdLst>
    <p:sldId xmlns:r="http://schemas.openxmlformats.org/officeDocument/2006/relationships" id="256" r:id="Rbfaf5bd40a3148cf"/>
    <p:sldId xmlns:r="http://schemas.openxmlformats.org/officeDocument/2006/relationships" id="257" r:id="R26ab037d66d94a7f"/>
    <p:sldId xmlns:r="http://schemas.openxmlformats.org/officeDocument/2006/relationships" id="258" r:id="R061e4afaddd6456d"/>
    <p:sldId xmlns:r="http://schemas.openxmlformats.org/officeDocument/2006/relationships" id="259" r:id="R71df493bb65844df"/>
    <p:sldId xmlns:r="http://schemas.openxmlformats.org/officeDocument/2006/relationships" id="260" r:id="R71ba8554fed64fb5"/>
    <p:sldId xmlns:r="http://schemas.openxmlformats.org/officeDocument/2006/relationships" id="261" r:id="R15eccb166dc547d2"/>
    <p:sldId xmlns:r="http://schemas.openxmlformats.org/officeDocument/2006/relationships" id="262" r:id="R299320a85d874960"/>
    <p:sldId xmlns:r="http://schemas.openxmlformats.org/officeDocument/2006/relationships" id="263" r:id="R5257286aa11449e7"/>
    <p:sldId xmlns:r="http://schemas.openxmlformats.org/officeDocument/2006/relationships" id="264" r:id="R276983e35e934969"/>
    <p:sldId xmlns:r="http://schemas.openxmlformats.org/officeDocument/2006/relationships" id="265" r:id="R88923245a42c421e"/>
    <p:sldId xmlns:r="http://schemas.openxmlformats.org/officeDocument/2006/relationships" id="266" r:id="Rc8977a1843c14c7b"/>
    <p:sldId xmlns:r="http://schemas.openxmlformats.org/officeDocument/2006/relationships" id="267" r:id="R0eabcbccd97a4091"/>
    <p:sldId xmlns:r="http://schemas.openxmlformats.org/officeDocument/2006/relationships" id="268" r:id="R2469bda0bd4e442b"/>
    <p:sldId xmlns:r="http://schemas.openxmlformats.org/officeDocument/2006/relationships" id="269" r:id="R0cad4cf17f4641c7"/>
    <p:sldId xmlns:r="http://schemas.openxmlformats.org/officeDocument/2006/relationships" id="270" r:id="R16143c07acd04595"/>
    <p:sldId xmlns:r="http://schemas.openxmlformats.org/officeDocument/2006/relationships" id="271" r:id="R98b4d89d05904bf1"/>
    <p:sldId xmlns:r="http://schemas.openxmlformats.org/officeDocument/2006/relationships" id="272" r:id="Racb3d77def4d4d2a"/>
    <p:sldId xmlns:r="http://schemas.openxmlformats.org/officeDocument/2006/relationships" id="273" r:id="R32129abe85a8440d"/>
    <p:sldId xmlns:r="http://schemas.openxmlformats.org/officeDocument/2006/relationships" id="274" r:id="R6eb9c27daf7e4056"/>
    <p:sldId xmlns:r="http://schemas.openxmlformats.org/officeDocument/2006/relationships" id="275" r:id="R92a484c7a6874a92"/>
    <p:sldId xmlns:r="http://schemas.openxmlformats.org/officeDocument/2006/relationships" id="276" r:id="R145f4d08eb774d50"/>
    <p:sldId xmlns:r="http://schemas.openxmlformats.org/officeDocument/2006/relationships" id="277" r:id="Rbcda4b7d270344bd"/>
    <p:sldId xmlns:r="http://schemas.openxmlformats.org/officeDocument/2006/relationships" id="278" r:id="R2bb6424616614d21"/>
    <p:sldId xmlns:r="http://schemas.openxmlformats.org/officeDocument/2006/relationships" id="279" r:id="R2722bbdc03524055"/>
    <p:sldId xmlns:r="http://schemas.openxmlformats.org/officeDocument/2006/relationships" id="280" r:id="Rdb3a6d6e14bd4de2"/>
    <p:sldId xmlns:r="http://schemas.openxmlformats.org/officeDocument/2006/relationships" id="281" r:id="R1516ef38106543ab"/>
    <p:sldId xmlns:r="http://schemas.openxmlformats.org/officeDocument/2006/relationships" id="282" r:id="R359df0854ace4d4f"/>
    <p:sldId xmlns:r="http://schemas.openxmlformats.org/officeDocument/2006/relationships" id="283" r:id="R15e5d3886530474b"/>
    <p:sldId xmlns:r="http://schemas.openxmlformats.org/officeDocument/2006/relationships" id="284" r:id="R5c8ab30817964fb9"/>
    <p:sldId xmlns:r="http://schemas.openxmlformats.org/officeDocument/2006/relationships" id="285" r:id="R4d3e8bbd346242b9"/>
    <p:sldId xmlns:r="http://schemas.openxmlformats.org/officeDocument/2006/relationships" id="286" r:id="R3e97592e4f2f424a"/>
    <p:sldId xmlns:r="http://schemas.openxmlformats.org/officeDocument/2006/relationships" id="287" r:id="R74fdde9d12bc459b"/>
    <p:sldId xmlns:r="http://schemas.openxmlformats.org/officeDocument/2006/relationships" id="288" r:id="R63c46b7780694fea"/>
    <p:sldId xmlns:r="http://schemas.openxmlformats.org/officeDocument/2006/relationships" id="289" r:id="R45f28ef3d6244459"/>
    <p:sldId xmlns:r="http://schemas.openxmlformats.org/officeDocument/2006/relationships" id="290" r:id="R615b329c37544281"/>
    <p:sldId xmlns:r="http://schemas.openxmlformats.org/officeDocument/2006/relationships" id="291" r:id="R34607de6cebd41c1"/>
    <p:sldId xmlns:r="http://schemas.openxmlformats.org/officeDocument/2006/relationships" id="292" r:id="Rea93172ee3b443b4"/>
    <p:sldId xmlns:r="http://schemas.openxmlformats.org/officeDocument/2006/relationships" id="293" r:id="Rcfb493c8f78b4a7e"/>
    <p:sldId xmlns:r="http://schemas.openxmlformats.org/officeDocument/2006/relationships" id="294" r:id="Ra5a1c3efc32e449c"/>
    <p:sldId xmlns:r="http://schemas.openxmlformats.org/officeDocument/2006/relationships" id="295" r:id="R97ba48ba124c4c3e"/>
    <p:sldId xmlns:r="http://schemas.openxmlformats.org/officeDocument/2006/relationships" id="296" r:id="Re73573f955c3410e"/>
    <p:sldId xmlns:r="http://schemas.openxmlformats.org/officeDocument/2006/relationships" id="297" r:id="R4d8abd1c63434825"/>
    <p:sldId xmlns:r="http://schemas.openxmlformats.org/officeDocument/2006/relationships" id="298" r:id="R25e8e76a502e434b"/>
    <p:sldId xmlns:r="http://schemas.openxmlformats.org/officeDocument/2006/relationships" id="299" r:id="R91c7da524cae4585"/>
    <p:sldId xmlns:r="http://schemas.openxmlformats.org/officeDocument/2006/relationships" id="300" r:id="R6128a7f179c2476b"/>
    <p:sldId xmlns:r="http://schemas.openxmlformats.org/officeDocument/2006/relationships" id="301" r:id="R119c2918a3c441dc"/>
    <p:sldId xmlns:r="http://schemas.openxmlformats.org/officeDocument/2006/relationships" id="302" r:id="R1ce80d356db14ec3"/>
    <p:sldId xmlns:r="http://schemas.openxmlformats.org/officeDocument/2006/relationships" id="303" r:id="R45e25ab59c7e42d2"/>
    <p:sldId xmlns:r="http://schemas.openxmlformats.org/officeDocument/2006/relationships" id="304" r:id="R120f9a31005647a2"/>
    <p:sldId xmlns:r="http://schemas.openxmlformats.org/officeDocument/2006/relationships" id="305" r:id="R289020ecf2aa45b3"/>
    <p:sldId xmlns:r="http://schemas.openxmlformats.org/officeDocument/2006/relationships" id="306" r:id="R4835b7279c2c4038"/>
    <p:sldId xmlns:r="http://schemas.openxmlformats.org/officeDocument/2006/relationships" id="307" r:id="Raaa10867edef441d"/>
    <p:sldId xmlns:r="http://schemas.openxmlformats.org/officeDocument/2006/relationships" id="308" r:id="R0dd6060b296c460b"/>
    <p:sldId xmlns:r="http://schemas.openxmlformats.org/officeDocument/2006/relationships" id="309" r:id="R227e0e8aa2a946c1"/>
    <p:sldId xmlns:r="http://schemas.openxmlformats.org/officeDocument/2006/relationships" id="310" r:id="R865a85a8cceb45f4"/>
    <p:sldId xmlns:r="http://schemas.openxmlformats.org/officeDocument/2006/relationships" id="311" r:id="Re867bb5cc47643bd"/>
    <p:sldId xmlns:r="http://schemas.openxmlformats.org/officeDocument/2006/relationships" id="312" r:id="R8427c7144fa94d50"/>
    <p:sldId xmlns:r="http://schemas.openxmlformats.org/officeDocument/2006/relationships" id="313" r:id="R9b969e4c3d2e4c89"/>
    <p:sldId xmlns:r="http://schemas.openxmlformats.org/officeDocument/2006/relationships" id="314" r:id="R8a62c06a3872490d"/>
    <p:sldId xmlns:r="http://schemas.openxmlformats.org/officeDocument/2006/relationships" id="315" r:id="R5617793d77f74b6b"/>
    <p:sldId xmlns:r="http://schemas.openxmlformats.org/officeDocument/2006/relationships" id="316" r:id="R02163481e69a443b"/>
    <p:sldId xmlns:r="http://schemas.openxmlformats.org/officeDocument/2006/relationships" id="317" r:id="Rd8574240e5254198"/>
    <p:sldId xmlns:r="http://schemas.openxmlformats.org/officeDocument/2006/relationships" id="318" r:id="Rf7c7cf008a0f4f97"/>
    <p:sldId xmlns:r="http://schemas.openxmlformats.org/officeDocument/2006/relationships" id="319" r:id="R45fddb3631c04473"/>
    <p:sldId xmlns:r="http://schemas.openxmlformats.org/officeDocument/2006/relationships" id="320" r:id="R6213b4e7450b4392"/>
    <p:sldId xmlns:r="http://schemas.openxmlformats.org/officeDocument/2006/relationships" id="321" r:id="R5643d6bbf5ad461d"/>
    <p:sldId xmlns:r="http://schemas.openxmlformats.org/officeDocument/2006/relationships" id="322" r:id="Rb6e713acb05b4596"/>
    <p:sldId xmlns:r="http://schemas.openxmlformats.org/officeDocument/2006/relationships" id="323" r:id="Rb6e545460d4e4d3f"/>
    <p:sldId xmlns:r="http://schemas.openxmlformats.org/officeDocument/2006/relationships" id="324" r:id="Re5113b110cce422c"/>
    <p:sldId xmlns:r="http://schemas.openxmlformats.org/officeDocument/2006/relationships" id="325" r:id="R4b3a67dc3b0143d2"/>
    <p:sldId xmlns:r="http://schemas.openxmlformats.org/officeDocument/2006/relationships" id="326" r:id="Rdb3ee287ab3a40aa"/>
    <p:sldId xmlns:r="http://schemas.openxmlformats.org/officeDocument/2006/relationships" id="327" r:id="R5b26bcacb48f499c"/>
    <p:sldId xmlns:r="http://schemas.openxmlformats.org/officeDocument/2006/relationships" id="328" r:id="R2975e9ce614b4e85"/>
    <p:sldId xmlns:r="http://schemas.openxmlformats.org/officeDocument/2006/relationships" id="329" r:id="Ra6e1168055fd48d5"/>
    <p:sldId xmlns:r="http://schemas.openxmlformats.org/officeDocument/2006/relationships" id="330" r:id="Raa5f28eb7c114697"/>
    <p:sldId xmlns:r="http://schemas.openxmlformats.org/officeDocument/2006/relationships" id="331" r:id="R96aaa0876e9e408b"/>
    <p:sldId xmlns:r="http://schemas.openxmlformats.org/officeDocument/2006/relationships" id="332" r:id="Rcfd2394cca66481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1f94a7d1fe74f80" /><Relationship Type="http://schemas.openxmlformats.org/officeDocument/2006/relationships/slideMaster" Target="/ppt/slideMasters/slideMaster1.xml" Id="R328ccfce65824327" /><Relationship Type="http://schemas.openxmlformats.org/officeDocument/2006/relationships/notesMaster" Target="/ppt/notesMasters/notesMaster1.xml" Id="R253be50ec6794348" /><Relationship Type="http://schemas.openxmlformats.org/officeDocument/2006/relationships/presProps" Target="/ppt/presProps.xml" Id="Rd691a3bca2044889" /><Relationship Type="http://schemas.openxmlformats.org/officeDocument/2006/relationships/tableStyles" Target="/ppt/tableStyles.xml" Id="R5b6b2dc257334b94" /><Relationship Type="http://schemas.openxmlformats.org/officeDocument/2006/relationships/slide" Target="/ppt/slides/slide1.xml" Id="Rbfaf5bd40a3148cf" /><Relationship Type="http://schemas.openxmlformats.org/officeDocument/2006/relationships/slide" Target="/ppt/slides/slide2.xml" Id="R26ab037d66d94a7f" /><Relationship Type="http://schemas.openxmlformats.org/officeDocument/2006/relationships/slide" Target="/ppt/slides/slide3.xml" Id="R061e4afaddd6456d" /><Relationship Type="http://schemas.openxmlformats.org/officeDocument/2006/relationships/slide" Target="/ppt/slides/slide4.xml" Id="R71df493bb65844df" /><Relationship Type="http://schemas.openxmlformats.org/officeDocument/2006/relationships/slide" Target="/ppt/slides/slide5.xml" Id="R71ba8554fed64fb5" /><Relationship Type="http://schemas.openxmlformats.org/officeDocument/2006/relationships/slide" Target="/ppt/slides/slide6.xml" Id="R15eccb166dc547d2" /><Relationship Type="http://schemas.openxmlformats.org/officeDocument/2006/relationships/slide" Target="/ppt/slides/slide7.xml" Id="R299320a85d874960" /><Relationship Type="http://schemas.openxmlformats.org/officeDocument/2006/relationships/slide" Target="/ppt/slides/slide8.xml" Id="R5257286aa11449e7" /><Relationship Type="http://schemas.openxmlformats.org/officeDocument/2006/relationships/slide" Target="/ppt/slides/slide9.xml" Id="R276983e35e934969" /><Relationship Type="http://schemas.openxmlformats.org/officeDocument/2006/relationships/slide" Target="/ppt/slides/slide10.xml" Id="R88923245a42c421e" /><Relationship Type="http://schemas.openxmlformats.org/officeDocument/2006/relationships/slide" Target="/ppt/slides/slide11.xml" Id="Rc8977a1843c14c7b" /><Relationship Type="http://schemas.openxmlformats.org/officeDocument/2006/relationships/slide" Target="/ppt/slides/slide12.xml" Id="R0eabcbccd97a4091" /><Relationship Type="http://schemas.openxmlformats.org/officeDocument/2006/relationships/slide" Target="/ppt/slides/slide13.xml" Id="R2469bda0bd4e442b" /><Relationship Type="http://schemas.openxmlformats.org/officeDocument/2006/relationships/slide" Target="/ppt/slides/slide14.xml" Id="R0cad4cf17f4641c7" /><Relationship Type="http://schemas.openxmlformats.org/officeDocument/2006/relationships/slide" Target="/ppt/slides/slide15.xml" Id="R16143c07acd04595" /><Relationship Type="http://schemas.openxmlformats.org/officeDocument/2006/relationships/slide" Target="/ppt/slides/slide16.xml" Id="R98b4d89d05904bf1" /><Relationship Type="http://schemas.openxmlformats.org/officeDocument/2006/relationships/slide" Target="/ppt/slides/slide17.xml" Id="Racb3d77def4d4d2a" /><Relationship Type="http://schemas.openxmlformats.org/officeDocument/2006/relationships/slide" Target="/ppt/slides/slide18.xml" Id="R32129abe85a8440d" /><Relationship Type="http://schemas.openxmlformats.org/officeDocument/2006/relationships/slide" Target="/ppt/slides/slide19.xml" Id="R6eb9c27daf7e4056" /><Relationship Type="http://schemas.openxmlformats.org/officeDocument/2006/relationships/slide" Target="/ppt/slides/slide20.xml" Id="R92a484c7a6874a92" /><Relationship Type="http://schemas.openxmlformats.org/officeDocument/2006/relationships/slide" Target="/ppt/slides/slide21.xml" Id="R145f4d08eb774d50" /><Relationship Type="http://schemas.openxmlformats.org/officeDocument/2006/relationships/slide" Target="/ppt/slides/slide22.xml" Id="Rbcda4b7d270344bd" /><Relationship Type="http://schemas.openxmlformats.org/officeDocument/2006/relationships/slide" Target="/ppt/slides/slide23.xml" Id="R2bb6424616614d21" /><Relationship Type="http://schemas.openxmlformats.org/officeDocument/2006/relationships/slide" Target="/ppt/slides/slide24.xml" Id="R2722bbdc03524055" /><Relationship Type="http://schemas.openxmlformats.org/officeDocument/2006/relationships/slide" Target="/ppt/slides/slide25.xml" Id="Rdb3a6d6e14bd4de2" /><Relationship Type="http://schemas.openxmlformats.org/officeDocument/2006/relationships/slide" Target="/ppt/slides/slide26.xml" Id="R1516ef38106543ab" /><Relationship Type="http://schemas.openxmlformats.org/officeDocument/2006/relationships/slide" Target="/ppt/slides/slide27.xml" Id="R359df0854ace4d4f" /><Relationship Type="http://schemas.openxmlformats.org/officeDocument/2006/relationships/slide" Target="/ppt/slides/slide28.xml" Id="R15e5d3886530474b" /><Relationship Type="http://schemas.openxmlformats.org/officeDocument/2006/relationships/slide" Target="/ppt/slides/slide29.xml" Id="R5c8ab30817964fb9" /><Relationship Type="http://schemas.openxmlformats.org/officeDocument/2006/relationships/slide" Target="/ppt/slides/slide30.xml" Id="R4d3e8bbd346242b9" /><Relationship Type="http://schemas.openxmlformats.org/officeDocument/2006/relationships/slide" Target="/ppt/slides/slide31.xml" Id="R3e97592e4f2f424a" /><Relationship Type="http://schemas.openxmlformats.org/officeDocument/2006/relationships/slide" Target="/ppt/slides/slide32.xml" Id="R74fdde9d12bc459b" /><Relationship Type="http://schemas.openxmlformats.org/officeDocument/2006/relationships/slide" Target="/ppt/slides/slide33.xml" Id="R63c46b7780694fea" /><Relationship Type="http://schemas.openxmlformats.org/officeDocument/2006/relationships/slide" Target="/ppt/slides/slide34.xml" Id="R45f28ef3d6244459" /><Relationship Type="http://schemas.openxmlformats.org/officeDocument/2006/relationships/slide" Target="/ppt/slides/slide35.xml" Id="R615b329c37544281" /><Relationship Type="http://schemas.openxmlformats.org/officeDocument/2006/relationships/slide" Target="/ppt/slides/slide36.xml" Id="R34607de6cebd41c1" /><Relationship Type="http://schemas.openxmlformats.org/officeDocument/2006/relationships/slide" Target="/ppt/slides/slide37.xml" Id="Rea93172ee3b443b4" /><Relationship Type="http://schemas.openxmlformats.org/officeDocument/2006/relationships/slide" Target="/ppt/slides/slide38.xml" Id="Rcfb493c8f78b4a7e" /><Relationship Type="http://schemas.openxmlformats.org/officeDocument/2006/relationships/slide" Target="/ppt/slides/slide39.xml" Id="Ra5a1c3efc32e449c" /><Relationship Type="http://schemas.openxmlformats.org/officeDocument/2006/relationships/slide" Target="/ppt/slides/slide40.xml" Id="R97ba48ba124c4c3e" /><Relationship Type="http://schemas.openxmlformats.org/officeDocument/2006/relationships/slide" Target="/ppt/slides/slide41.xml" Id="Re73573f955c3410e" /><Relationship Type="http://schemas.openxmlformats.org/officeDocument/2006/relationships/slide" Target="/ppt/slides/slide42.xml" Id="R4d8abd1c63434825" /><Relationship Type="http://schemas.openxmlformats.org/officeDocument/2006/relationships/slide" Target="/ppt/slides/slide43.xml" Id="R25e8e76a502e434b" /><Relationship Type="http://schemas.openxmlformats.org/officeDocument/2006/relationships/slide" Target="/ppt/slides/slide44.xml" Id="R91c7da524cae4585" /><Relationship Type="http://schemas.openxmlformats.org/officeDocument/2006/relationships/slide" Target="/ppt/slides/slide45.xml" Id="R6128a7f179c2476b" /><Relationship Type="http://schemas.openxmlformats.org/officeDocument/2006/relationships/slide" Target="/ppt/slides/slide46.xml" Id="R119c2918a3c441dc" /><Relationship Type="http://schemas.openxmlformats.org/officeDocument/2006/relationships/slide" Target="/ppt/slides/slide47.xml" Id="R1ce80d356db14ec3" /><Relationship Type="http://schemas.openxmlformats.org/officeDocument/2006/relationships/slide" Target="/ppt/slides/slide48.xml" Id="R45e25ab59c7e42d2" /><Relationship Type="http://schemas.openxmlformats.org/officeDocument/2006/relationships/slide" Target="/ppt/slides/slide49.xml" Id="R120f9a31005647a2" /><Relationship Type="http://schemas.openxmlformats.org/officeDocument/2006/relationships/slide" Target="/ppt/slides/slide50.xml" Id="R289020ecf2aa45b3" /><Relationship Type="http://schemas.openxmlformats.org/officeDocument/2006/relationships/slide" Target="/ppt/slides/slide51.xml" Id="R4835b7279c2c4038" /><Relationship Type="http://schemas.openxmlformats.org/officeDocument/2006/relationships/slide" Target="/ppt/slides/slide52.xml" Id="Raaa10867edef441d" /><Relationship Type="http://schemas.openxmlformats.org/officeDocument/2006/relationships/slide" Target="/ppt/slides/slide53.xml" Id="R0dd6060b296c460b" /><Relationship Type="http://schemas.openxmlformats.org/officeDocument/2006/relationships/slide" Target="/ppt/slides/slide54.xml" Id="R227e0e8aa2a946c1" /><Relationship Type="http://schemas.openxmlformats.org/officeDocument/2006/relationships/slide" Target="/ppt/slides/slide55.xml" Id="R865a85a8cceb45f4" /><Relationship Type="http://schemas.openxmlformats.org/officeDocument/2006/relationships/slide" Target="/ppt/slides/slide56.xml" Id="Re867bb5cc47643bd" /><Relationship Type="http://schemas.openxmlformats.org/officeDocument/2006/relationships/slide" Target="/ppt/slides/slide57.xml" Id="R8427c7144fa94d50" /><Relationship Type="http://schemas.openxmlformats.org/officeDocument/2006/relationships/slide" Target="/ppt/slides/slide58.xml" Id="R9b969e4c3d2e4c89" /><Relationship Type="http://schemas.openxmlformats.org/officeDocument/2006/relationships/slide" Target="/ppt/slides/slide59.xml" Id="R8a62c06a3872490d" /><Relationship Type="http://schemas.openxmlformats.org/officeDocument/2006/relationships/slide" Target="/ppt/slides/slide60.xml" Id="R5617793d77f74b6b" /><Relationship Type="http://schemas.openxmlformats.org/officeDocument/2006/relationships/slide" Target="/ppt/slides/slide61.xml" Id="R02163481e69a443b" /><Relationship Type="http://schemas.openxmlformats.org/officeDocument/2006/relationships/slide" Target="/ppt/slides/slide62.xml" Id="Rd8574240e5254198" /><Relationship Type="http://schemas.openxmlformats.org/officeDocument/2006/relationships/slide" Target="/ppt/slides/slide63.xml" Id="Rf7c7cf008a0f4f97" /><Relationship Type="http://schemas.openxmlformats.org/officeDocument/2006/relationships/slide" Target="/ppt/slides/slide64.xml" Id="R45fddb3631c04473" /><Relationship Type="http://schemas.openxmlformats.org/officeDocument/2006/relationships/slide" Target="/ppt/slides/slide65.xml" Id="R6213b4e7450b4392" /><Relationship Type="http://schemas.openxmlformats.org/officeDocument/2006/relationships/slide" Target="/ppt/slides/slide66.xml" Id="R5643d6bbf5ad461d" /><Relationship Type="http://schemas.openxmlformats.org/officeDocument/2006/relationships/slide" Target="/ppt/slides/slide67.xml" Id="Rb6e713acb05b4596" /><Relationship Type="http://schemas.openxmlformats.org/officeDocument/2006/relationships/slide" Target="/ppt/slides/slide68.xml" Id="Rb6e545460d4e4d3f" /><Relationship Type="http://schemas.openxmlformats.org/officeDocument/2006/relationships/slide" Target="/ppt/slides/slide69.xml" Id="Re5113b110cce422c" /><Relationship Type="http://schemas.openxmlformats.org/officeDocument/2006/relationships/slide" Target="/ppt/slides/slide70.xml" Id="R4b3a67dc3b0143d2" /><Relationship Type="http://schemas.openxmlformats.org/officeDocument/2006/relationships/slide" Target="/ppt/slides/slide71.xml" Id="Rdb3ee287ab3a40aa" /><Relationship Type="http://schemas.openxmlformats.org/officeDocument/2006/relationships/slide" Target="/ppt/slides/slide72.xml" Id="R5b26bcacb48f499c" /><Relationship Type="http://schemas.openxmlformats.org/officeDocument/2006/relationships/slide" Target="/ppt/slides/slide73.xml" Id="R2975e9ce614b4e85" /><Relationship Type="http://schemas.openxmlformats.org/officeDocument/2006/relationships/slide" Target="/ppt/slides/slide74.xml" Id="Ra6e1168055fd48d5" /><Relationship Type="http://schemas.openxmlformats.org/officeDocument/2006/relationships/slide" Target="/ppt/slides/slide75.xml" Id="Raa5f28eb7c114697" /><Relationship Type="http://schemas.openxmlformats.org/officeDocument/2006/relationships/slide" Target="/ppt/slides/slide76.xml" Id="R96aaa0876e9e408b" /><Relationship Type="http://schemas.openxmlformats.org/officeDocument/2006/relationships/slide" Target="/ppt/slides/slide77.xml" Id="Rcfd2394cca6648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a6b4361d374b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d618efbf2540d0" /><Relationship Type="http://schemas.openxmlformats.org/officeDocument/2006/relationships/notesMaster" Target="/ppt/notesMasters/notesMaster1.xml" Id="R881cfd4f361e48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17976f8e5a4bb9" /><Relationship Type="http://schemas.openxmlformats.org/officeDocument/2006/relationships/notesMaster" Target="/ppt/notesMasters/notesMaster1.xml" Id="R3a42ca24f0ac43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bfb5f8deda54423" /><Relationship Type="http://schemas.openxmlformats.org/officeDocument/2006/relationships/notesMaster" Target="/ppt/notesMasters/notesMaster1.xml" Id="Rdbd29cdf145245f7"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b05e7a38b54eb1" /><Relationship Type="http://schemas.openxmlformats.org/officeDocument/2006/relationships/notesMaster" Target="/ppt/notesMasters/notesMaster1.xml" Id="R566cb802b3144725"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90f978032748f4" /><Relationship Type="http://schemas.openxmlformats.org/officeDocument/2006/relationships/notesMaster" Target="/ppt/notesMasters/notesMaster1.xml" Id="R6d20716a2d9a40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b99754649e9d4acd" /><Relationship Type="http://schemas.openxmlformats.org/officeDocument/2006/relationships/notesMaster" Target="/ppt/notesMasters/notesMaster1.xml" Id="Rc9369ee2fe1a43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94f9bcd31e8443bd" /><Relationship Type="http://schemas.openxmlformats.org/officeDocument/2006/relationships/notesMaster" Target="/ppt/notesMasters/notesMaster1.xml" Id="R400c53f60671493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6a5f7f290845e6" /><Relationship Type="http://schemas.openxmlformats.org/officeDocument/2006/relationships/notesMaster" Target="/ppt/notesMasters/notesMaster1.xml" Id="R30defce443c0444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20c3b133c64f96" /><Relationship Type="http://schemas.openxmlformats.org/officeDocument/2006/relationships/notesMaster" Target="/ppt/notesMasters/notesMaster1.xml" Id="Re6a602f999c048f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83d95ec02b42e4" /><Relationship Type="http://schemas.openxmlformats.org/officeDocument/2006/relationships/notesMaster" Target="/ppt/notesMasters/notesMaster1.xml" Id="Rcd6f16ef857c47b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41cc99fdd434572" /><Relationship Type="http://schemas.openxmlformats.org/officeDocument/2006/relationships/notesMaster" Target="/ppt/notesMasters/notesMaster1.xml" Id="R714bcf9f4aca4ac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211884466e4700" /><Relationship Type="http://schemas.openxmlformats.org/officeDocument/2006/relationships/notesMaster" Target="/ppt/notesMasters/notesMaster1.xml" Id="R6a1655fa5e2740d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ec8e3f896f04414" /><Relationship Type="http://schemas.openxmlformats.org/officeDocument/2006/relationships/notesMaster" Target="/ppt/notesMasters/notesMaster1.xml" Id="Rf2df9b01b5274e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ae79271c93431b" /><Relationship Type="http://schemas.openxmlformats.org/officeDocument/2006/relationships/notesMaster" Target="/ppt/notesMasters/notesMaster1.xml" Id="R4eb90e26586f41a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b7eaa42282d4682" /><Relationship Type="http://schemas.openxmlformats.org/officeDocument/2006/relationships/notesMaster" Target="/ppt/notesMasters/notesMaster1.xml" Id="Rbff3959c550749a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69c26ee326a4f09" /><Relationship Type="http://schemas.openxmlformats.org/officeDocument/2006/relationships/notesMaster" Target="/ppt/notesMasters/notesMaster1.xml" Id="R11a76544bc934da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573bf1635004f4a" /><Relationship Type="http://schemas.openxmlformats.org/officeDocument/2006/relationships/notesMaster" Target="/ppt/notesMasters/notesMaster1.xml" Id="Rb890023a931449b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6d4354833ea40a4" /><Relationship Type="http://schemas.openxmlformats.org/officeDocument/2006/relationships/notesMaster" Target="/ppt/notesMasters/notesMaster1.xml" Id="R139790edc488427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f1dafe28de64536" /><Relationship Type="http://schemas.openxmlformats.org/officeDocument/2006/relationships/notesMaster" Target="/ppt/notesMasters/notesMaster1.xml" Id="R37c6d0295ca2458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d9ef19c1f8f4e40" /><Relationship Type="http://schemas.openxmlformats.org/officeDocument/2006/relationships/notesMaster" Target="/ppt/notesMasters/notesMaster1.xml" Id="Re33d4fd17a68492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4d019a2d9194d37" /><Relationship Type="http://schemas.openxmlformats.org/officeDocument/2006/relationships/notesMaster" Target="/ppt/notesMasters/notesMaster1.xml" Id="Rb0f798369b4749a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b2ef468c94a48b5" /><Relationship Type="http://schemas.openxmlformats.org/officeDocument/2006/relationships/notesMaster" Target="/ppt/notesMasters/notesMaster1.xml" Id="R28ee51898c574b7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625abc607aa4087" /><Relationship Type="http://schemas.openxmlformats.org/officeDocument/2006/relationships/notesMaster" Target="/ppt/notesMasters/notesMaster1.xml" Id="R798f29a6266143a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29956b4593d4665" /><Relationship Type="http://schemas.openxmlformats.org/officeDocument/2006/relationships/notesMaster" Target="/ppt/notesMasters/notesMaster1.xml" Id="R773ebca7224d406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8d8a6795de14790" /><Relationship Type="http://schemas.openxmlformats.org/officeDocument/2006/relationships/notesMaster" Target="/ppt/notesMasters/notesMaster1.xml" Id="R17344bf30c46467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e722d622079498f" /><Relationship Type="http://schemas.openxmlformats.org/officeDocument/2006/relationships/notesMaster" Target="/ppt/notesMasters/notesMaster1.xml" Id="R29e2865b4742458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9e574224874405d" /><Relationship Type="http://schemas.openxmlformats.org/officeDocument/2006/relationships/notesMaster" Target="/ppt/notesMasters/notesMaster1.xml" Id="R38b0222a65c7444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caa38ecbac6494a" /><Relationship Type="http://schemas.openxmlformats.org/officeDocument/2006/relationships/notesMaster" Target="/ppt/notesMasters/notesMaster1.xml" Id="R8badb64d4d8b477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7ca65af75ec4732" /><Relationship Type="http://schemas.openxmlformats.org/officeDocument/2006/relationships/notesMaster" Target="/ppt/notesMasters/notesMaster1.xml" Id="Ra63e4da479aa47a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5989c6c2f8d42a4" /><Relationship Type="http://schemas.openxmlformats.org/officeDocument/2006/relationships/notesMaster" Target="/ppt/notesMasters/notesMaster1.xml" Id="R83d851cb7b144be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b930b4574a840c5" /><Relationship Type="http://schemas.openxmlformats.org/officeDocument/2006/relationships/notesMaster" Target="/ppt/notesMasters/notesMaster1.xml" Id="R1045c3fcf6054e4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d3a35ae3cdf4358" /><Relationship Type="http://schemas.openxmlformats.org/officeDocument/2006/relationships/notesMaster" Target="/ppt/notesMasters/notesMaster1.xml" Id="Rca39a02ec4224dc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f11f19092c147f5" /><Relationship Type="http://schemas.openxmlformats.org/officeDocument/2006/relationships/notesMaster" Target="/ppt/notesMasters/notesMaster1.xml" Id="Rc307c96038414d9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ecc36bad1c94962" /><Relationship Type="http://schemas.openxmlformats.org/officeDocument/2006/relationships/notesMaster" Target="/ppt/notesMasters/notesMaster1.xml" Id="R63bc1a9f97c54bc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2019a26125a4bf4" /><Relationship Type="http://schemas.openxmlformats.org/officeDocument/2006/relationships/notesMaster" Target="/ppt/notesMasters/notesMaster1.xml" Id="Rc24a7c9b989b46a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ccf6cd9afa140e5" /><Relationship Type="http://schemas.openxmlformats.org/officeDocument/2006/relationships/notesMaster" Target="/ppt/notesMasters/notesMaster1.xml" Id="R4985465f08eb46f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5575a8d76e44fae" /><Relationship Type="http://schemas.openxmlformats.org/officeDocument/2006/relationships/notesMaster" Target="/ppt/notesMasters/notesMaster1.xml" Id="Rb3eba9b1d2f24f0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d693fc45f7e4a98" /><Relationship Type="http://schemas.openxmlformats.org/officeDocument/2006/relationships/notesMaster" Target="/ppt/notesMasters/notesMaster1.xml" Id="Rf339e39dfcc2434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cee88bd707d4d6c" /><Relationship Type="http://schemas.openxmlformats.org/officeDocument/2006/relationships/notesMaster" Target="/ppt/notesMasters/notesMaster1.xml" Id="R2fc6ea0f89fa452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62078ea4ff245ee" /><Relationship Type="http://schemas.openxmlformats.org/officeDocument/2006/relationships/notesMaster" Target="/ppt/notesMasters/notesMaster1.xml" Id="R67bee9b2f9014bc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0c4461f3cc64be1" /><Relationship Type="http://schemas.openxmlformats.org/officeDocument/2006/relationships/notesMaster" Target="/ppt/notesMasters/notesMaster1.xml" Id="R92ac024b6dee4ad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2895119706744a1" /><Relationship Type="http://schemas.openxmlformats.org/officeDocument/2006/relationships/notesMaster" Target="/ppt/notesMasters/notesMaster1.xml" Id="R3f95e7ddd15f479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67ba1f343ee458c" /><Relationship Type="http://schemas.openxmlformats.org/officeDocument/2006/relationships/notesMaster" Target="/ppt/notesMasters/notesMaster1.xml" Id="Rb9ffac6eba4146b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da9a63ed4b243b2" /><Relationship Type="http://schemas.openxmlformats.org/officeDocument/2006/relationships/notesMaster" Target="/ppt/notesMasters/notesMaster1.xml" Id="Rbbe16a7e675a449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febb9af5a59417b" /><Relationship Type="http://schemas.openxmlformats.org/officeDocument/2006/relationships/notesMaster" Target="/ppt/notesMasters/notesMaster1.xml" Id="R254f8702b1dc4be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13e23c360f649e5" /><Relationship Type="http://schemas.openxmlformats.org/officeDocument/2006/relationships/notesMaster" Target="/ppt/notesMasters/notesMaster1.xml" Id="R858c9709893541b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4352c136997408a" /><Relationship Type="http://schemas.openxmlformats.org/officeDocument/2006/relationships/notesMaster" Target="/ppt/notesMasters/notesMaster1.xml" Id="R055f35aa13ee481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63097dcd19540e2" /><Relationship Type="http://schemas.openxmlformats.org/officeDocument/2006/relationships/notesMaster" Target="/ppt/notesMasters/notesMaster1.xml" Id="Rf94d4de37aff447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76ae0cd908a40e2" /><Relationship Type="http://schemas.openxmlformats.org/officeDocument/2006/relationships/notesMaster" Target="/ppt/notesMasters/notesMaster1.xml" Id="R57872526cacb4f6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1a148fcc90b4dd9" /><Relationship Type="http://schemas.openxmlformats.org/officeDocument/2006/relationships/notesMaster" Target="/ppt/notesMasters/notesMaster1.xml" Id="Rf49abe9af9df44f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61e394831e54b90" /><Relationship Type="http://schemas.openxmlformats.org/officeDocument/2006/relationships/notesMaster" Target="/ppt/notesMasters/notesMaster1.xml" Id="Rf223856ac117450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8bf17ccc1594bd1" /><Relationship Type="http://schemas.openxmlformats.org/officeDocument/2006/relationships/notesMaster" Target="/ppt/notesMasters/notesMaster1.xml" Id="Re735fb91e7e646d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1e828220a1d4ea6" /><Relationship Type="http://schemas.openxmlformats.org/officeDocument/2006/relationships/notesMaster" Target="/ppt/notesMasters/notesMaster1.xml" Id="R3632bb6ca4e545d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d509e9d590c41e7" /><Relationship Type="http://schemas.openxmlformats.org/officeDocument/2006/relationships/notesMaster" Target="/ppt/notesMasters/notesMaster1.xml" Id="R7d2faf4002124c4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a23acb872584f2a" /><Relationship Type="http://schemas.openxmlformats.org/officeDocument/2006/relationships/notesMaster" Target="/ppt/notesMasters/notesMaster1.xml" Id="R637f2474dfbe490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b55b9f2338144da" /><Relationship Type="http://schemas.openxmlformats.org/officeDocument/2006/relationships/notesMaster" Target="/ppt/notesMasters/notesMaster1.xml" Id="R590222ba3bd6489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f00316cc3ef4ee3" /><Relationship Type="http://schemas.openxmlformats.org/officeDocument/2006/relationships/notesMaster" Target="/ppt/notesMasters/notesMaster1.xml" Id="R417502856a0d437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7077f78d1334abb" /><Relationship Type="http://schemas.openxmlformats.org/officeDocument/2006/relationships/notesMaster" Target="/ppt/notesMasters/notesMaster1.xml" Id="R2c0cf6b9d6bc4b0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3458ca426b5469d" /><Relationship Type="http://schemas.openxmlformats.org/officeDocument/2006/relationships/notesMaster" Target="/ppt/notesMasters/notesMaster1.xml" Id="R3141ae0244e2408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b5d800454944a57" /><Relationship Type="http://schemas.openxmlformats.org/officeDocument/2006/relationships/notesMaster" Target="/ppt/notesMasters/notesMaster1.xml" Id="R2c2e119992d9430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2e67d1e8b644da0" /><Relationship Type="http://schemas.openxmlformats.org/officeDocument/2006/relationships/notesMaster" Target="/ppt/notesMasters/notesMaster1.xml" Id="Re037f614537441f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81bd623d5064e48" /><Relationship Type="http://schemas.openxmlformats.org/officeDocument/2006/relationships/notesMaster" Target="/ppt/notesMasters/notesMaster1.xml" Id="Rf5fe3183424b45a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336b8bd19fa4e36" /><Relationship Type="http://schemas.openxmlformats.org/officeDocument/2006/relationships/notesMaster" Target="/ppt/notesMasters/notesMaster1.xml" Id="Rca9d99dc4bf54f4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bb65008f3f14eff" /><Relationship Type="http://schemas.openxmlformats.org/officeDocument/2006/relationships/notesMaster" Target="/ppt/notesMasters/notesMaster1.xml" Id="Ra2015667b6084d9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3a16806961b4fa9" /><Relationship Type="http://schemas.openxmlformats.org/officeDocument/2006/relationships/notesMaster" Target="/ppt/notesMasters/notesMaster1.xml" Id="R5e1616d747c64d98"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404317786b94467" /><Relationship Type="http://schemas.openxmlformats.org/officeDocument/2006/relationships/notesMaster" Target="/ppt/notesMasters/notesMaster1.xml" Id="R4bcbfcdde0f9491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420997d4d72406c" /><Relationship Type="http://schemas.openxmlformats.org/officeDocument/2006/relationships/notesMaster" Target="/ppt/notesMasters/notesMaster1.xml" Id="Rc402dc795f6a442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ecb716f9a6d4fed" /><Relationship Type="http://schemas.openxmlformats.org/officeDocument/2006/relationships/notesMaster" Target="/ppt/notesMasters/notesMaster1.xml" Id="R0f18137bdd784df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21a0de84faa49a4" /><Relationship Type="http://schemas.openxmlformats.org/officeDocument/2006/relationships/notesMaster" Target="/ppt/notesMasters/notesMaster1.xml" Id="Rb9e5d0dcc483489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c9ba3b0ae3548a3" /><Relationship Type="http://schemas.openxmlformats.org/officeDocument/2006/relationships/notesMaster" Target="/ppt/notesMasters/notesMaster1.xml" Id="Rd0aa9069fd2c420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f9084d91b734891" /><Relationship Type="http://schemas.openxmlformats.org/officeDocument/2006/relationships/notesMaster" Target="/ppt/notesMasters/notesMaster1.xml" Id="Rd52f6816bd2d4e2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d60157dcc364f02" /><Relationship Type="http://schemas.openxmlformats.org/officeDocument/2006/relationships/notesMaster" Target="/ppt/notesMasters/notesMaster1.xml" Id="R1ece15789f9346a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21759a2678d48fc" /><Relationship Type="http://schemas.openxmlformats.org/officeDocument/2006/relationships/notesMaster" Target="/ppt/notesMasters/notesMaster1.xml" Id="R0865837235b4406f"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cea9491ec514efc" /><Relationship Type="http://schemas.openxmlformats.org/officeDocument/2006/relationships/notesMaster" Target="/ppt/notesMasters/notesMaster1.xml" Id="R306678479e7d494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c8eaf40ed434b38" /><Relationship Type="http://schemas.openxmlformats.org/officeDocument/2006/relationships/notesMaster" Target="/ppt/notesMasters/notesMaster1.xml" Id="R4603d2cd596144cc"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2005103d5b4a4a73" /><Relationship Type="http://schemas.openxmlformats.org/officeDocument/2006/relationships/notesMaster" Target="/ppt/notesMasters/notesMaster1.xml" Id="Rb32f483b0b9d4f1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9754e9bb3bf49e2" /><Relationship Type="http://schemas.openxmlformats.org/officeDocument/2006/relationships/notesMaster" Target="/ppt/notesMasters/notesMaster1.xml" Id="Rdd9a3488fa4844a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controlled repair keeps P025/P026 target trials 21-24 fixed and reuses the exact cached k=0 responses from the failed pilot.</a:t>
            </a:r>
          </a:p>
          <a:p xmlns:a="http://schemas.openxmlformats.org/drawingml/2006/main">
            <a:r>
              <a:t>Only the history selection changes: every non-zero context has k/2 A and k/2 B examples, sampled with three seeds and shown chronologically.</a:t>
            </a:r>
          </a:p>
          <a:p xmlns:a="http://schemas.openxmlformats.org/drawingml/2006/main">
            <a:r>
              <a:t>Zero-shot mean log loss remains 0.594. Balanced histories produce mean log loss between 3.139 and 3.448 and accuracy 0.125.</a:t>
            </a:r>
          </a:p>
          <a:p xmlns:a="http://schemas.openxmlformats.org/drawingml/2006/main">
            <a:r>
              <a:t>The error bars are standard deviations across three balanced history selections, not participant-level confidence intervals.</a:t>
            </a:r>
          </a:p>
          <a:p xmlns:a="http://schemas.openxmlformats.org/drawingml/2006/main">
            <a:r>
              <a:t>The next slide decomposes this average by participant.</a:t>
            </a:r>
          </a:p>
          <a:p xmlns:a="http://schemas.openxmlformats.org/drawingml/2006/main">
            <a:r>
              <a:t>[Sources]</a:t>
            </a:r>
          </a:p>
          <a:p xmlns:a="http://schemas.openxmlformats.org/drawingml/2006/main">
            <a:r>
              <a:t>- notebooks/results/fixed_eval_balanced_history/fixed_eval_balanced_summary.csv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has four B targets; P026 has three B targets and one A target. After balanced history is added, the model predicts A strongly for both people. The participant plots use the same fixed targets and average three balanced history selections at each non-zero k.
[Sources]
- notebooks/results/fixed_eval_balanced_history/fixed_eval_balanced_by_participant.csv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67e8e96ede4f6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37477f5837b47e2" /><Relationship Type="http://schemas.openxmlformats.org/officeDocument/2006/relationships/slideLayout" Target="/ppt/slideLayouts/slideLayout1.xml" Id="R891b506576574d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91b506576574d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3989d8a6d7d4de8" /><Relationship Type="http://schemas.openxmlformats.org/officeDocument/2006/relationships/notesSlide" Target="/ppt/notesSlides/notesSlide1.xml" Id="Rb316968eea3e49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3fbb084e05b4de6" /><Relationship Type="http://schemas.openxmlformats.org/officeDocument/2006/relationships/notesSlide" Target="/ppt/notesSlides/notesSlide2.xml" Id="Re20ad28851aa41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1ee1126bbd4cc1" /><Relationship Type="http://schemas.openxmlformats.org/officeDocument/2006/relationships/notesSlide" Target="/ppt/notesSlides/notesSlide3.xml" Id="Rd22479926fa1486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72fe9ac7bcd4753" /><Relationship Type="http://schemas.openxmlformats.org/officeDocument/2006/relationships/notesSlide" Target="/ppt/notesSlides/notesSlide4.xml" Id="R28797a285e1a45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954e434829545b4" /><Relationship Type="http://schemas.openxmlformats.org/officeDocument/2006/relationships/notesSlide" Target="/ppt/notesSlides/notesSlide5.xml" Id="R88ce3c135a4945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7d0dcde8bf2437e" /><Relationship Type="http://schemas.openxmlformats.org/officeDocument/2006/relationships/notesSlide" Target="/ppt/notesSlides/notesSlide6.xml" Id="R6791ca973b2344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f12b276c3124c24" /><Relationship Type="http://schemas.openxmlformats.org/officeDocument/2006/relationships/notesSlide" Target="/ppt/notesSlides/notesSlide7.xml" Id="R39cec36b2f674a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2a08b3cc16f4c12" /><Relationship Type="http://schemas.openxmlformats.org/officeDocument/2006/relationships/notesSlide" Target="/ppt/notesSlides/notesSlide8.xml" Id="Ra4270226301d46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566759944c44a17" /><Relationship Type="http://schemas.openxmlformats.org/officeDocument/2006/relationships/notesSlide" Target="/ppt/notesSlides/notesSlide9.xml" Id="Rb2450571156c44e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d30dbd3ee984269" /><Relationship Type="http://schemas.openxmlformats.org/officeDocument/2006/relationships/notesSlide" Target="/ppt/notesSlides/notesSlide10.xml" Id="R28c1990fad7745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897279563ea4e21" /><Relationship Type="http://schemas.openxmlformats.org/officeDocument/2006/relationships/notesSlide" Target="/ppt/notesSlides/notesSlide11.xml" Id="Rf6da96b647874e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441eb61fd264d9e" /><Relationship Type="http://schemas.openxmlformats.org/officeDocument/2006/relationships/notesSlide" Target="/ppt/notesSlides/notesSlide12.xml" Id="R2018333b10004de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694cef0afb14364" /><Relationship Type="http://schemas.openxmlformats.org/officeDocument/2006/relationships/notesSlide" Target="/ppt/notesSlides/notesSlide13.xml" Id="Rda300fa6682a440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415b75ef3804311" /><Relationship Type="http://schemas.openxmlformats.org/officeDocument/2006/relationships/notesSlide" Target="/ppt/notesSlides/notesSlide14.xml" Id="Reb36e74f75114ae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6eb9ea81fa34307" /><Relationship Type="http://schemas.openxmlformats.org/officeDocument/2006/relationships/notesSlide" Target="/ppt/notesSlides/notesSlide15.xml" Id="R8523379a53f14ad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e89519dfa1b470d" /><Relationship Type="http://schemas.openxmlformats.org/officeDocument/2006/relationships/notesSlide" Target="/ppt/notesSlides/notesSlide16.xml" Id="R7ea479f92b06478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0b5c6cf76f041f5" /><Relationship Type="http://schemas.openxmlformats.org/officeDocument/2006/relationships/notesSlide" Target="/ppt/notesSlides/notesSlide17.xml" Id="Reb4a979e277243b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643de628db04a9f" /><Relationship Type="http://schemas.openxmlformats.org/officeDocument/2006/relationships/notesSlide" Target="/ppt/notesSlides/notesSlide18.xml" Id="R4c6b2dfd4bfe43d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e05b49f7ee54a72" /><Relationship Type="http://schemas.openxmlformats.org/officeDocument/2006/relationships/notesSlide" Target="/ppt/notesSlides/notesSlide19.xml" Id="R50a8a4a40e8c43d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9f7bbc94f42428f" /><Relationship Type="http://schemas.openxmlformats.org/officeDocument/2006/relationships/notesSlide" Target="/ppt/notesSlides/notesSlide20.xml" Id="R49a530c6e754497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20baedd4b4b443c" /><Relationship Type="http://schemas.openxmlformats.org/officeDocument/2006/relationships/notesSlide" Target="/ppt/notesSlides/notesSlide21.xml" Id="Raef84d09c9ae48a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f79461cf39c402d" /><Relationship Type="http://schemas.openxmlformats.org/officeDocument/2006/relationships/notesSlide" Target="/ppt/notesSlides/notesSlide22.xml" Id="R89802a38aa4f48e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8dcaf012fe04014" /><Relationship Type="http://schemas.openxmlformats.org/officeDocument/2006/relationships/notesSlide" Target="/ppt/notesSlides/notesSlide23.xml" Id="R756ae8615e354b5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aa9caa37edc4300" /><Relationship Type="http://schemas.openxmlformats.org/officeDocument/2006/relationships/notesSlide" Target="/ppt/notesSlides/notesSlide24.xml" Id="R5b14ed86c0c24a2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9ae09ae34084917" /><Relationship Type="http://schemas.openxmlformats.org/officeDocument/2006/relationships/notesSlide" Target="/ppt/notesSlides/notesSlide25.xml" Id="R58ffc3cf9131462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6c50963f31943f5" /><Relationship Type="http://schemas.openxmlformats.org/officeDocument/2006/relationships/notesSlide" Target="/ppt/notesSlides/notesSlide26.xml" Id="R110dcf56ecfa4ed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90d25eb12554a4e" /><Relationship Type="http://schemas.openxmlformats.org/officeDocument/2006/relationships/notesSlide" Target="/ppt/notesSlides/notesSlide27.xml" Id="R3e625427332d411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e37ac1aabad4e56" /><Relationship Type="http://schemas.openxmlformats.org/officeDocument/2006/relationships/notesSlide" Target="/ppt/notesSlides/notesSlide28.xml" Id="R2fe164300f51430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51053991743458e" /><Relationship Type="http://schemas.openxmlformats.org/officeDocument/2006/relationships/notesSlide" Target="/ppt/notesSlides/notesSlide29.xml" Id="R9f4d967f605b4e6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aa686a410ba42a7" /><Relationship Type="http://schemas.openxmlformats.org/officeDocument/2006/relationships/notesSlide" Target="/ppt/notesSlides/notesSlide30.xml" Id="R6e48c0a335644da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d97ca213da74b49" /><Relationship Type="http://schemas.openxmlformats.org/officeDocument/2006/relationships/notesSlide" Target="/ppt/notesSlides/notesSlide31.xml" Id="R47dffd3dede341d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e5c407e9b674ab9" /><Relationship Type="http://schemas.openxmlformats.org/officeDocument/2006/relationships/image" Target="/ppt/media/image.png" Id="R6d60e1b252864cb2" /><Relationship Type="http://schemas.openxmlformats.org/officeDocument/2006/relationships/notesSlide" Target="/ppt/notesSlides/notesSlide32.xml" Id="Rcf1f2818b934433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536d5ddc8134d62" /><Relationship Type="http://schemas.openxmlformats.org/officeDocument/2006/relationships/image" Target="/ppt/media/image2.png" Id="R13460ace03b04e4c" /><Relationship Type="http://schemas.openxmlformats.org/officeDocument/2006/relationships/notesSlide" Target="/ppt/notesSlides/notesSlide33.xml" Id="R97d7ce8d8b274ad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0dc66847559b43cc" /><Relationship Type="http://schemas.openxmlformats.org/officeDocument/2006/relationships/image" Target="/ppt/media/image3.png" Id="Rb24eb2a92a27480f" /><Relationship Type="http://schemas.openxmlformats.org/officeDocument/2006/relationships/image" Target="/ppt/media/image4.png" Id="R59303e05b09442f6" /><Relationship Type="http://schemas.openxmlformats.org/officeDocument/2006/relationships/notesSlide" Target="/ppt/notesSlides/notesSlide34.xml" Id="R5280fb25b53c40a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a680a14e18a415c" /><Relationship Type="http://schemas.openxmlformats.org/officeDocument/2006/relationships/notesSlide" Target="/ppt/notesSlides/notesSlide35.xml" Id="Rc7c23f607f77420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d0b0e5ede704757" /><Relationship Type="http://schemas.openxmlformats.org/officeDocument/2006/relationships/notesSlide" Target="/ppt/notesSlides/notesSlide36.xml" Id="Rca3e0992c6a549d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cea0a2e78f04c2c" /><Relationship Type="http://schemas.openxmlformats.org/officeDocument/2006/relationships/notesSlide" Target="/ppt/notesSlides/notesSlide37.xml" Id="Ra88e8824cc104a0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92dd07617674041" /><Relationship Type="http://schemas.openxmlformats.org/officeDocument/2006/relationships/notesSlide" Target="/ppt/notesSlides/notesSlide38.xml" Id="R3031c97f7866411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cd4cfbc78ab4bff" /><Relationship Type="http://schemas.openxmlformats.org/officeDocument/2006/relationships/notesSlide" Target="/ppt/notesSlides/notesSlide39.xml" Id="R80ab580aa65144c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f435cba8b1d4d97" /><Relationship Type="http://schemas.openxmlformats.org/officeDocument/2006/relationships/notesSlide" Target="/ppt/notesSlides/notesSlide40.xml" Id="Rd10531894945479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f83df07c67684f42" /><Relationship Type="http://schemas.openxmlformats.org/officeDocument/2006/relationships/notesSlide" Target="/ppt/notesSlides/notesSlide41.xml" Id="Rf5faad45937a477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e8985e216fa481c" /><Relationship Type="http://schemas.openxmlformats.org/officeDocument/2006/relationships/notesSlide" Target="/ppt/notesSlides/notesSlide42.xml" Id="Rfff267568d0e457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1fc9ccba4d14ba2" /><Relationship Type="http://schemas.openxmlformats.org/officeDocument/2006/relationships/notesSlide" Target="/ppt/notesSlides/notesSlide43.xml" Id="R9bfe4d49750748a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fbccf2048524702" /><Relationship Type="http://schemas.openxmlformats.org/officeDocument/2006/relationships/notesSlide" Target="/ppt/notesSlides/notesSlide44.xml" Id="Rc4392faee933472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6d541693edbd4ca0" /><Relationship Type="http://schemas.openxmlformats.org/officeDocument/2006/relationships/notesSlide" Target="/ppt/notesSlides/notesSlide45.xml" Id="Re1c5f68a593846c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1f3fcb4a5584f01" /><Relationship Type="http://schemas.openxmlformats.org/officeDocument/2006/relationships/notesSlide" Target="/ppt/notesSlides/notesSlide46.xml" Id="Rce0101f96fc4416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549f4c0c661c4886" /><Relationship Type="http://schemas.openxmlformats.org/officeDocument/2006/relationships/notesSlide" Target="/ppt/notesSlides/notesSlide47.xml" Id="Rd323565178db4ae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5d403be9dc44602" /><Relationship Type="http://schemas.openxmlformats.org/officeDocument/2006/relationships/notesSlide" Target="/ppt/notesSlides/notesSlide48.xml" Id="R9c8e3394a22a424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0bdcc0dbb964aa8" /><Relationship Type="http://schemas.openxmlformats.org/officeDocument/2006/relationships/notesSlide" Target="/ppt/notesSlides/notesSlide49.xml" Id="R72cb1bafbebe497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418672c4ec349a4" /><Relationship Type="http://schemas.openxmlformats.org/officeDocument/2006/relationships/image" Target="/ppt/media/image5.png" Id="R414fdbd2408f40d8" /><Relationship Type="http://schemas.openxmlformats.org/officeDocument/2006/relationships/notesSlide" Target="/ppt/notesSlides/notesSlide50.xml" Id="R56fd7e34b697454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dd6280e0cc824e12" /><Relationship Type="http://schemas.openxmlformats.org/officeDocument/2006/relationships/notesSlide" Target="/ppt/notesSlides/notesSlide51.xml" Id="R6d101af01f984ff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2f636c7dd92e4d0a" /><Relationship Type="http://schemas.openxmlformats.org/officeDocument/2006/relationships/image" Target="/ppt/media/image6.png" Id="R1c2a132ac9de4e2b" /><Relationship Type="http://schemas.openxmlformats.org/officeDocument/2006/relationships/notesSlide" Target="/ppt/notesSlides/notesSlide52.xml" Id="R56230bb34331417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ff111711d8a410b" /><Relationship Type="http://schemas.openxmlformats.org/officeDocument/2006/relationships/image" Target="/ppt/media/image7.png" Id="Re41a4fd01d504985" /><Relationship Type="http://schemas.openxmlformats.org/officeDocument/2006/relationships/notesSlide" Target="/ppt/notesSlides/notesSlide53.xml" Id="Raef4fa5e3470406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e74fd462b1d438d" /><Relationship Type="http://schemas.openxmlformats.org/officeDocument/2006/relationships/notesSlide" Target="/ppt/notesSlides/notesSlide54.xml" Id="R073961cf447743a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042fc8a24add48ce" /><Relationship Type="http://schemas.openxmlformats.org/officeDocument/2006/relationships/notesSlide" Target="/ppt/notesSlides/notesSlide55.xml" Id="Rb8531bbfb5c64b1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16637c4f06474873" /><Relationship Type="http://schemas.openxmlformats.org/officeDocument/2006/relationships/notesSlide" Target="/ppt/notesSlides/notesSlide56.xml" Id="R788bb7c5fd8d458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3d4c4cc034084a36" /><Relationship Type="http://schemas.openxmlformats.org/officeDocument/2006/relationships/image" Target="/ppt/media/image8.png" Id="Rae56a1c6fc984cc3" /><Relationship Type="http://schemas.openxmlformats.org/officeDocument/2006/relationships/notesSlide" Target="/ppt/notesSlides/notesSlide57.xml" Id="R118a45e6e03843e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2c9c55f76cc2448e" /><Relationship Type="http://schemas.openxmlformats.org/officeDocument/2006/relationships/notesSlide" Target="/ppt/notesSlides/notesSlide58.xml" Id="R7ec142e8ccd5468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d7531ce6bee643fd" /><Relationship Type="http://schemas.openxmlformats.org/officeDocument/2006/relationships/notesSlide" Target="/ppt/notesSlides/notesSlide59.xml" Id="Rb687b4d85d9b491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42993c76d8a484b" /><Relationship Type="http://schemas.openxmlformats.org/officeDocument/2006/relationships/notesSlide" Target="/ppt/notesSlides/notesSlide60.xml" Id="R6d0f3819606b4c8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67fefb37f5645b6" /><Relationship Type="http://schemas.openxmlformats.org/officeDocument/2006/relationships/notesSlide" Target="/ppt/notesSlides/notesSlide61.xml" Id="R0e388e0363e4482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01995841cca34501" /><Relationship Type="http://schemas.openxmlformats.org/officeDocument/2006/relationships/notesSlide" Target="/ppt/notesSlides/notesSlide62.xml" Id="R5495e25956924db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55565d56d3db4e1a" /><Relationship Type="http://schemas.openxmlformats.org/officeDocument/2006/relationships/notesSlide" Target="/ppt/notesSlides/notesSlide63.xml" Id="R977bc730395e495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b6123d0ec9744cd" /><Relationship Type="http://schemas.openxmlformats.org/officeDocument/2006/relationships/notesSlide" Target="/ppt/notesSlides/notesSlide64.xml" Id="R4f2440439bd4499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7df3d0abbe647ef" /><Relationship Type="http://schemas.openxmlformats.org/officeDocument/2006/relationships/notesSlide" Target="/ppt/notesSlides/notesSlide65.xml" Id="Rc39f97071967456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188a42fdd2914464" /><Relationship Type="http://schemas.openxmlformats.org/officeDocument/2006/relationships/notesSlide" Target="/ppt/notesSlides/notesSlide66.xml" Id="R5a09092c88a24a31"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a00496f9fc84629" /><Relationship Type="http://schemas.openxmlformats.org/officeDocument/2006/relationships/notesSlide" Target="/ppt/notesSlides/notesSlide67.xml" Id="Rd328d0c0dc554bb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a59748bb03c4d4b" /><Relationship Type="http://schemas.openxmlformats.org/officeDocument/2006/relationships/notesSlide" Target="/ppt/notesSlides/notesSlide68.xml" Id="R0105fa215c6f4cc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5bbd11570044118" /><Relationship Type="http://schemas.openxmlformats.org/officeDocument/2006/relationships/notesSlide" Target="/ppt/notesSlides/notesSlide69.xml" Id="R1e8891e05182427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cb06d4acfb1845fa" /><Relationship Type="http://schemas.openxmlformats.org/officeDocument/2006/relationships/notesSlide" Target="/ppt/notesSlides/notesSlide70.xml" Id="Re710a841b3c64fb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b58a495058b94f64" /><Relationship Type="http://schemas.openxmlformats.org/officeDocument/2006/relationships/notesSlide" Target="/ppt/notesSlides/notesSlide71.xml" Id="R25cf0eae5e214da8"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4860e2376e3547ed" /><Relationship Type="http://schemas.openxmlformats.org/officeDocument/2006/relationships/notesSlide" Target="/ppt/notesSlides/notesSlide72.xml" Id="R39ef687d21344e8d"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b327bdbcbad34914" /><Relationship Type="http://schemas.openxmlformats.org/officeDocument/2006/relationships/notesSlide" Target="/ppt/notesSlides/notesSlide73.xml" Id="Recf8e22a980549d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8cb0aab833494ca5" /><Relationship Type="http://schemas.openxmlformats.org/officeDocument/2006/relationships/notesSlide" Target="/ppt/notesSlides/notesSlide74.xml" Id="R4c6755f1b1e141e0"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d0b850e895f34f0e" /><Relationship Type="http://schemas.openxmlformats.org/officeDocument/2006/relationships/notesSlide" Target="/ppt/notesSlides/notesSlide75.xml" Id="R890fdcbd173e48a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e81ffc4b4c534370" /><Relationship Type="http://schemas.openxmlformats.org/officeDocument/2006/relationships/notesSlide" Target="/ppt/notesSlides/notesSlide76.xml" Id="R522190f80c3a494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322b2acca13422d" /><Relationship Type="http://schemas.openxmlformats.org/officeDocument/2006/relationships/notesSlide" Target="/ppt/notesSlides/notesSlide77.xml" Id="Rc22de1c84c68413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B02961-775B-4D65-A4EE-76E24D91AE9B}"/>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26284F31-5E3D-403C-8BC9-B06545E704B2}"/>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85DD2CCF-31D5-4EA8-981D-B3CB7CBE38B8}"/>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1AE1203E-FC16-4083-9AA6-1DE185FC4B6A}"/>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083B204-696F-43BB-B2EA-E9672BA7267A}"/>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C30B17ED-108D-450E-ACCA-88EE0948766C}"/>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C41F0296-74F0-498A-92F7-090D884704DE}"/>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120916583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E2F16C8-5510-4E6B-9925-53D02E1444E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36E5FF80-7DE2-4FDF-98F9-53DD80ED898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C1894719-220D-450A-ABE3-0CA593FB608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5C0262F-8E8B-4C2E-B3CE-E32F391F3EC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258AEFCD-80AA-4262-997D-19616803776A}"/>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5EB11C13-4177-4C27-BF14-DCE8B2623D6C}"/>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8DCBCB1F-6E53-47DB-9E43-B184697AEBB5}"/>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47D23713-BF71-4A94-B1FD-01332194B454}"/>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F109713B-FDCF-49E6-B6AA-55DD4D1C894A}"/>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2241052D-01CE-4FF8-87A5-52ADAA503169}"/>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7620AD98-FD16-410E-865D-1E1C82D31A5B}"/>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133F3F8-5FFE-49F1-8DCA-2FB06049B9FC}"/>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15BE4216-731E-44AF-A56D-DBC56218A3C4}"/>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3C28D8E7-3F6A-4EE0-A495-A9FE8F283176}"/>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350CBE8B-0C9D-4136-8B96-4384D2C14D41}"/>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2D43472E-DDC3-4EC5-B663-87590837C017}"/>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59B5CD20-C374-4A68-938D-59BF375683F4}"/>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09ADFF27-35DF-47C5-BB46-0F984EB89413}"/>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3BF270CE-AF35-4A7F-BA42-4E6CAF7F0889}"/>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42CE294E-2D3A-4BCE-B297-AD28B0E54DFA}"/>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C5B8910A-6257-4F2A-82BD-D01776692F45}"/>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5CF5DE14-4335-4577-B65A-8F6A83B2DF56}"/>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4595BD20-EC80-469A-AEFA-92C79EECFE11}"/>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C0C2C685-210B-4949-8799-BBBF8A14236D}"/>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3129510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237778-11B6-4DC7-BF45-133806FFAAEA}"/>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B2184D5A-D113-49BC-ADEE-A993904CD6CA}"/>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FF7FAE7E-CAE8-44C7-BA02-D3C9214BF251}"/>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3ADBD33C-CC71-459E-BF4F-0213A4E33A64}"/>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B2152732-0DEB-4917-A54A-694F5F471CB6}"/>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469406B6-E1A6-47BC-B171-027418CBA927}"/>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2EF5E961-5A5F-4BA1-A173-408DCF3DB727}"/>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EF0A644F-630D-40C9-89D6-5350E189374A}"/>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8963529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B2154D4-ADAA-44F9-A0C2-34B46F4BF72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002C1946-960D-4083-9A65-1531F644861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2A5ECB8B-5533-4D5C-B50B-5EBF4719447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DD33DA-B7AA-4766-9C10-E57EFDD8B28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2107E638-D3C9-4D87-9B75-F6DF16288319}"/>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00401CAA-5329-4FD2-946B-4B47C6DBE50C}"/>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F66EC2CB-1832-4C17-A600-6DE5A956DF36}"/>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20A67E6F-CCFF-4AEC-ADDC-596DEC1DD498}"/>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17D7B73-BAE1-43D3-B989-3BDE16F529F0}"/>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4B189A50-12F5-439B-8ECD-18F01BD8EF21}"/>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3F0744F5-2A92-4441-BECF-D5BB9E1700A8}"/>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959A2B98-1F97-425B-B54E-ACF7EF3D2307}"/>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43B06F4-8D23-49D6-9F4D-009DA5295542}"/>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8FFECD2F-6500-46CB-8537-AC119A671E69}"/>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6C4824DA-EA1C-4865-851B-5513E2112BA8}"/>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75666678-AFFE-4BC9-82F7-57F0F3F79386}"/>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B12300E-045A-4D46-A6A5-204ED8AD77A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E31DF13-E53A-441E-9683-472E2AE49E8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10102899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230960C-3FE9-4E3C-B89F-16EA3DF3AB1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094CB6AB-D980-4D49-B5DD-8E234E8C83B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A4D130E5-87E3-4030-8088-46FCA44D6C8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7F226A-7FCE-4C22-A526-9BABAFE4077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BBCC58BF-3F2D-4ABE-83AA-A5018B979575}"/>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7C1735A6-CE08-4DD0-9CA7-BB9D656DDE8E}"/>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B5C8AA7F-AA1A-4391-BE81-E279DB4B4296}"/>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C0631382-394D-4518-9F57-FD3387110624}"/>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3B5C01F-3C8A-45FA-94E7-8FBB98D60391}"/>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F3B75918-6090-4FEC-B701-272DF5B8FCB6}"/>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E4D66E21-F555-46FE-89B6-E019E3F7E51F}"/>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F27DAA02-6E55-4733-8A96-1A503C4EF14E}"/>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0288963-EC74-4971-A2E4-25A8EBDAB175}"/>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C35BD737-B640-454D-912D-6B282803494E}"/>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D021A1F0-7BEE-4550-85EC-D39F4ACCD08D}"/>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63015D0B-F3EF-4541-934E-3E2F41E83444}"/>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629C900-C9DB-40A9-8E77-44212CEBBEB7}"/>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F9AE6729-0980-49FF-80FD-28826A4CDD8A}"/>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476DD09E-714E-4530-B201-905863AB5C29}"/>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DDE5B7B2-0C5C-4F7F-99E5-B48F8673B282}"/>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518B400-8AE7-471D-A6BE-245AA4A2980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EA484F2-F44F-4650-836C-F0EAA246803E}"/>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205379069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1F50A556-4B9C-4EEB-8ED4-D2CE9CB4796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1344D4C8-DC20-49E9-BCB8-7C7A383BE69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B4881E05-E250-41DF-A600-EE1B8881AD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098A68C-6055-4D53-A315-F740E4ED87B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F45E0459-0202-48D2-A0ED-D616B964D126}"/>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EBE4B74C-ABD6-46BB-91B4-A3137A1B23AF}"/>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C2F9170E-1E4C-4719-AA9A-1BBA182B8675}"/>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3F1C0538-C5FA-4905-AB1F-DBE38586BBC7}"/>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2BBA60B7-8AB9-45CF-9312-2568CFB881B5}"/>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10C4E069-FDCB-4367-ACBF-084598E19648}"/>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64D9E78E-8116-4177-9913-1BA71B1ED437}"/>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EEC5CF89-7F84-46D1-A7FF-049DE6D632D9}"/>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0A08B8A-BC04-4152-B7D5-457BB48E41C4}"/>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1EE26CF5-E7CE-4695-9C90-DE6A1945AE58}"/>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FBE468C4-521A-4374-9935-F9DD8A62C8A4}"/>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F106F2ED-479F-46F8-A701-39B4444771E2}"/>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35C2B714-2807-41F8-8A24-D479D84E20B3}"/>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0D5F82C-9E76-4004-9011-28E9AC06E0AF}"/>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6711A2C1-CBDD-4A7F-88F5-6B50ABD0A6FC}"/>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478B2162-3914-49C1-A038-D0CACD4976CD}"/>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CDCAC371-A328-4021-A55B-BAF26B475D05}"/>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2CBAEBBD-4234-4782-AA3E-F4DA084BD389}"/>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1B56FC1-6F3C-40F9-9565-1C0E544651CF}"/>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CCBEB0D5-3063-43DB-97E6-6A516E197C2C}"/>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FBF89A4B-60D7-44CC-A523-467C218137A2}"/>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D27349C5-356A-4292-85A6-5B41014933CA}"/>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2648667C-E2C8-42F5-94E8-8D997F972D21}"/>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66A973A-6809-453F-9277-54A74C7C6BD4}"/>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8134C7CE-593B-4C5B-A753-88D0C3250CB1}"/>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81F545CA-6059-4285-870F-21024F15502E}"/>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E261F2A9-2FC3-4010-BC62-E7F68BE32A0A}"/>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493466D8-8C62-45AE-A407-F464B0EDA76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87BB4A2-40A1-4E72-B9FD-97653FD1AB53}"/>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49162923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9426312-CF48-4174-87C0-DDE45930427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FF1CE36E-B46D-4252-9CD5-E95586E5A9B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0068147E-FD1A-466C-B14A-5B9050E8710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CBC572C-A1AD-4981-91B3-D016B82785F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792AA7F0-291F-450A-B0B6-ABD14D68B99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737E8C82-0E82-41CF-8B6F-831E240F8E3D}"/>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08D4FCFF-10CE-46E6-BB9E-1045CFA1729C}"/>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5417F711-0A4E-4A94-A97F-6509715DDFED}"/>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2D96FB49-C190-439D-89DC-921B45913086}"/>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00AC62C2-6258-4DEE-A564-DCAED7DC248C}"/>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823CF0FF-2320-4A3E-9C96-CB48EA48F452}"/>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614BC402-C680-4443-9D66-D84EF0FDDFC4}"/>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6904D60C-915A-4E73-A171-E0532044D854}"/>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D7617ECD-E99C-43C4-9D75-2AAE84327CBC}"/>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14D58D06-3829-48BD-A021-8E4050349FC3}"/>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74E9C52-3807-4F12-91DC-653D2C1FFD95}"/>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7121E561-49E8-4F17-989E-58AB87142F2D}"/>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B32AA38E-3B81-4FC3-8FA6-80FB8D489690}"/>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921BE32-93BE-4871-A572-F91B7F9DAB09}"/>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2990B65-1FAC-4186-AAB6-B34AB7764023}"/>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C38CAC97-CBCB-4CF4-BC04-8F49D6E7D91F}"/>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8A09DD46-A0B7-4975-A96E-78CFE87538A9}"/>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237EABD-619E-402F-98AC-2EEFE09F77C2}"/>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F2541C2-E6D9-4F85-A935-0EDA97FA72CD}"/>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E76F0736-1268-41FD-9AA3-789418C8E167}"/>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52359191-67C5-4661-A9C6-2C5668E46E0B}"/>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60D23E4-FFCA-464C-9E6C-0EB3BDC2C0FE}"/>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BD72A85-7C2A-4D31-B352-AA2F16A4176A}"/>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47DDB124-7D39-4D11-8EB2-293BBE7CDBE3}"/>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13004086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D35D874-444C-46EA-BD90-F1D111B6C54B}"/>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9F0744F5-24DC-45B3-8FCC-313A6015F875}"/>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491820CB-02ED-4F94-9B40-C3F72CC52BFB}"/>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352844-DA96-403E-A03E-6CA07CDA43F8}"/>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4AE63ACC-5500-47A6-ADD9-CD5B6DE3305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3727192-51D6-4F3F-9939-21AB10FB29D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1EC56FD-27C3-4BF2-9788-F4C43D307C6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DFC3515-0D5E-473C-B215-9825D4E826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25341B5-1849-49C1-9749-4F72769A121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EEC7404-8398-4A97-BD4D-C9C53DED4D1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6362488-9EF3-4DA0-93EE-3C7EE2F40C7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ABBB22E-ECDE-48E9-BA6A-4B1E4B46082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768D7A-84B2-416E-81FF-41D6843047C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BD1F40-8A1F-4DFB-85AC-15C38B5083A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120203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2C4D79D4-FF28-4C26-B5EF-C2D33A6DCEC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12187E26-1BB7-4CA8-BBAE-7FB9AB0FF4C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85DBEF0-F149-43A7-AA24-91DBCFA0BA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EC5ED3-C36C-49E3-A851-391ECE02432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7929FB89-B345-4885-8503-E4458046845A}"/>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27AC9FF-89CB-4FCD-ADBA-1BC1DA09AE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E22ECAC-49B5-4C8B-8E94-3E9B5F9E67B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159B943-ECDF-4FE7-85D6-A53DF49057A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DF4F6FB-12AE-40D3-BDBA-599DA1B1765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B0F4852-2A51-4615-96B8-EB895AC36D5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8DDA8E8-B59A-4831-95F3-47C44986872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701A6B-62F8-47DE-AF15-C593C6FC479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C443721-BA8C-47D3-97E9-CD4500EB113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765D66D-0796-4D6A-B712-8FED56B08F8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E5AA97-8916-48FA-97AD-9C035048466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E323FE02-9FDC-4303-8807-63BD309AA647}"/>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C4516E0-506E-444E-A21B-ABC119D73062}"/>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5997B14-F09D-4FBC-80D9-34CDA31A869E}"/>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36C8C3-85DB-4108-96CC-0E7535CE8642}"/>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7C06A22-E677-456F-A6C0-A252F8058DB1}"/>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865C955-BC11-4F1A-A5F5-C32B5BA1521D}"/>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5299226B-9A25-4C39-9386-85FF7F0BB208}"/>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18309E0-F885-4780-8705-727797B61030}"/>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5BFCB8CB-CA53-4B5F-BCC5-5292DAB67A73}"/>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C2461BD2-BB7B-4034-85F0-B1050AE6A276}"/>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C3455921-68A3-4E1F-A7C1-B15F864CB367}"/>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B4D7EB5-232B-45D8-A35C-E2081EC30718}"/>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5D7BE8D7-7037-4DCE-B137-ED0F3FEC5B0A}"/>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C33A6A57-E256-4E51-B262-C55FE23171AE}"/>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0547444D-A0E0-4C57-8EF0-2C56B77402B0}"/>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227F99D-A142-433E-9D00-C7EEFA7D5D2D}"/>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E96769D3-0816-4016-9BE6-7C38144B721C}"/>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33BC59E5-C5A2-419C-83C1-F5924186D277}"/>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C653B32B-7F27-44B0-8467-2D9616887ACE}"/>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CC9F73BF-EA87-4214-8093-D44926DECD1A}"/>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90ADB199-A7DE-4EC6-BC65-27E302C0D01D}"/>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538343D8-5C72-4416-AAFB-CCEF944C91C3}"/>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6F435CFE-2842-4E61-9C79-DFF65CA9FD08}"/>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EBF6BBD-C02E-4B68-AC79-7B71AB90DDDC}"/>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D5580514-7EC4-4609-8B1E-B0C4FA7EAFE7}"/>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013AC92B-F7B8-4996-9186-EA8FF78D6211}"/>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68BA648F-3C9E-4549-9AD7-9EDCD2B9D6ED}"/>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26E8D4B0-1C7B-40C0-B925-4885A93006E4}"/>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869CCB1D-51ED-4B13-89E2-B2A9C8BB0E3A}"/>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8D084675-DCDF-4FDB-9294-4A24E1AE948D}"/>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2B5ED1AA-A97F-4C6C-979E-D117104A4AD4}"/>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78331096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DD23070C-41F7-4153-A992-C7101C41663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6CB02911-0758-4DFE-9F33-298C287EF06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29022E8A-070D-460B-8F4D-867A2AE0FBD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88E3EE-4832-450C-A887-07DA4FE2A57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82C707E9-4679-4649-8886-FAAB034D88E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58A7AAE-2C35-4A6E-B72A-0B124F60138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9721520-5711-4D62-8BA9-1AB64AFA63C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A47BAE2-A9D1-441B-9782-F9E694501C0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477E289-83EC-44FF-9D72-C9674C7628C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7FFF8F9-560E-464D-B192-F912280472E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D8A80B1-87E6-4E5C-9CFA-88E9E736CA3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478AD71-BB8F-4DC4-B6B7-0B845BDE9BF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EF13CE4-E405-404F-B4D0-775AA79CC95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1BC616D-4AAB-4F7D-A299-D97AD310911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989908F-06F8-485B-892A-108DCEAA9B3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A399C978-7371-43E0-9D80-FD652633F96A}"/>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B311B54-2A70-4C38-97B1-E0F3458E1C7E}"/>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A16B695-85F0-456E-A01A-657DB9D8BD7D}"/>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E79E454-1DEA-439D-9D69-5D27BC67687C}"/>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8E6E394-82B2-46A4-9B66-476FEE0272E4}"/>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4249046-24CB-4DD2-A662-A1FD3187AC45}"/>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1BCDD670-6894-4C51-B9EC-353D3A6A5423}"/>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C605C27-C9A4-497F-A0C4-C4F3FEA679A9}"/>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C19C1C3A-B7F1-44E3-BF49-4DCF6A15C637}"/>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DA5C7896-FD25-4CB0-9FBB-369BB5DD4F14}"/>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B00E220C-0055-4509-9340-34C18879A989}"/>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E35CB45-BC8C-49EF-8CD9-861A1F1E5AA5}"/>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B0502B15-3538-41FF-A6B9-932CC819605B}"/>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B491D61B-CD5E-4984-9647-0E89B79C1B59}"/>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2ED6F9EB-0BF9-4917-9C0E-B1EFF53B5D4F}"/>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C3659C2-49BE-4702-A1F4-EB0E2423CD5A}"/>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7ABB84D6-AE83-45BD-B92C-3CB2756B9526}"/>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CBA65F9E-3BDA-4A28-9E5C-6931E0636110}"/>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DAEB9CFD-C7CA-4D66-953F-65B4D1530964}"/>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1CF303A9-BA26-488C-8E2D-250CAF04E613}"/>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998764FB-57FB-4E14-99AA-4EA725FBEFE4}"/>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42B4065C-7618-4797-AD92-444B877B6553}"/>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606C8857-322C-47A6-B715-2689B5683DCD}"/>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6E189FE6-9999-412A-9599-CD8485C15F3B}"/>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37A16144-2E9F-4385-BB25-F4102E24CCD1}"/>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19CF7329-829C-484A-8CE5-BB3FE1D7DB9E}"/>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3D5D2328-1816-4BEE-A2C8-30839BDAF728}"/>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29423B0-6871-4955-94D2-15ECDADDE5E9}"/>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AB4A3342-9804-4E21-A480-4346F15CE8A3}"/>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ADEB564D-5589-47E1-8B8C-E0154B0CB987}"/>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7B6C4E06-C8BC-4B35-AEDE-BAB0C18918A3}"/>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265DB2B7-2BCB-4A0A-B46B-677248FC5AF1}"/>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1316076D-2E98-4873-ADDD-6338EB2ACDDB}"/>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032BF75E-6DC3-4C36-9690-376BD82A8C00}"/>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552A2E9B-07F0-43B5-A299-44CC633124F5}"/>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4DA92B32-ED1B-436E-8B35-A6AD4C89FABA}"/>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D919324B-ACD1-48B6-B34B-C9F1BBD3AF77}"/>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F045CDC7-F6F2-4A53-8550-2898D6C3E64F}"/>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6D0022F2-51BB-4604-B670-9F2C09C345E2}"/>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D51BCF0F-72D3-4376-A9D0-DFD81561868D}"/>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E586E94E-2F6C-4DB6-B5D6-71AC79492D1A}"/>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F8F4AE47-4739-45E4-9512-F4B3420DA3C4}"/>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EF83A1F1-01F7-4B65-8819-4EE350B57AAB}"/>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91EF4DC5-006B-4409-AB1C-5A0A0DF614F2}"/>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6C77786B-848F-4595-ADC3-9D6E109DC7B2}"/>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D3111BC0-5F68-42E0-A2B8-8E4937B8937D}"/>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EDAE36D6-C1AD-4EAB-8F4F-BC4B937EE10D}"/>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80120245-17F1-4BA5-9757-976881F3C1CB}"/>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408C73B0-D847-464F-8CF7-A5FF3CE3910E}"/>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7F4287A3-E7EA-4A2B-AA48-7B60D1331EC5}"/>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8493519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62C76B4E-DAC7-49F3-A2A5-7B3E07A1558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3CFBAC1F-B404-4686-8CF2-723D03BA25C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DF6018D-2C41-416B-BF4F-2586FC1D743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62D169-B2DD-47F1-84F3-EBAD1F063DD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C679E6C9-B76C-4B70-9C0D-CEC2D7C24BCA}"/>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0B9CF52-573B-4D0D-8CB8-F4D8036ADB1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274F0E7-8B97-4FCB-AC07-B40F62D95FF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B6C376-97D9-40B8-9A7D-0BB31367463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EA44150-61E2-4C64-917A-56419787164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6887F8-1531-4C44-903E-1D885C3B5EA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1E0E4CA-FF1D-446B-AC4F-DFAC2858C14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11615F-BBD7-4EAC-9034-9744FFBF741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9A28DE7-82A6-4EA3-BD7C-4B9500BFA87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35D29C6-6256-459D-B77B-D8D7261E875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4DF5BD6-46EC-4B8B-A79A-11AA3998F5F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2D6929FB-0937-43C7-B13C-EE0EDCE6096F}"/>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508A13B8-3F58-48E5-991D-F7DAD6BF3D22}"/>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8414BB92-8BDA-487E-8991-23DF16706B79}"/>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58ABE3E-C62F-4C09-890A-96ACC84A9A67}"/>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2853CB2A-4947-4CF5-863B-3B7CC756AB76}"/>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1E2C55D3-13FC-4D21-AAA7-C08BCAA361EF}"/>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5C4EEAED-A6E1-47A8-A0C9-3BF6DB738CA4}"/>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511D0D0D-5C79-4310-9E77-3A71BD568E74}"/>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8220F301-2BC3-4F15-BF8A-258F2DDDB2F2}"/>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23A4C4AC-82CE-4DDA-AE6E-B647B1D00E24}"/>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B5908B43-6EBC-4A4D-8980-F0CFFF85B096}"/>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ED214D1F-7762-4963-8723-0569DF7B8D3C}"/>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2C74E982-956F-4ED5-8A3D-4C85DE1E61F2}"/>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5BD3E30B-F592-4585-B144-23A3D5730EFE}"/>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55C2DF39-45EC-40F5-849E-0263BA5771E1}"/>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DC3DAA02-D489-411D-BD01-77C329E861EE}"/>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AD0D7D31-31F6-44FD-890F-E5B1D298A8A0}"/>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3897DC64-04CE-48DF-9073-A6DAF3D4D5E7}"/>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4BCFC22F-5A3D-4280-9B3F-97FE9EE2923E}"/>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AD1630A5-40E3-4F96-BFBE-6176441C59CE}"/>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D09D22D4-1DDD-43BA-ABC6-32472B59B25E}"/>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72FF691B-4282-459E-BB77-97CAB5E85794}"/>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77B38541-E850-42C6-A908-7DE841B6B62F}"/>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42B773A7-5B56-41C4-8069-B50EAEBB63FC}"/>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D6611094-0B24-4612-A066-F82434373E3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7526575E-1E93-475D-B04A-8526D541FEF6}"/>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5478377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4B17750C-B578-4B43-8849-6D750AA6EDE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A5799D40-60C5-4B13-8121-0CDCC9A331D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E0F8CA67-D50B-4106-B6B5-6ABF8054A6F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0A6C299-AAB8-4BA9-8F84-AC4AFE0E895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72E2AD32-9F4E-4EDC-A868-DE466A64CAD7}"/>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95E3F7A-88E3-4745-AAFD-2F257822C74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67C982E-BE57-4022-A15D-E4E7FD7B100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87054CB-D7F3-4735-8962-2F751DD35DB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04CF0FD-BCE8-413D-B3D3-1FC3483B1D2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DEB2C9-5B25-40DD-BB98-56C26566053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1307AAA-AF8C-456B-AFAE-8798EDA3DA0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38CD5F4-959F-4ABB-8389-8E182FD4C2E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869D825-6302-47C1-8ABF-63B35646AB3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DDF91DD-2EC3-40A1-A863-E6C8612B6E4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740FB6F-8577-4EE4-912B-ACEADCFDA81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53DCB270-B82B-4942-A811-351DCA4349D6}"/>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846222B4-31D5-40B7-AA98-7909441FB429}"/>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80CEB2B0-29B2-466B-9716-06E8EB747343}"/>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B076F72A-078F-44FD-9191-58367543378C}"/>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C69FCB1-5EA1-4D8D-A048-21963E277406}"/>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DAD13152-DD11-4632-A152-8661360FDF6A}"/>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DCCCE012-14B8-4D52-801A-BB7FA19DD180}"/>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BE84BF8A-B981-46F0-B8FB-B5FADED55D0B}"/>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1E35876-8775-45A6-A2DA-613B27C16B1B}"/>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0CA871C6-A166-4F8D-9D4C-9AA68467AD8B}"/>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6795E67-E9E5-4811-AEE2-7FD9FBFD6F24}"/>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429455AC-E456-40A8-BCEC-C5C3F4E18148}"/>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9C64E1D-23AD-4DA8-81B3-06489099E16E}"/>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F7B8F196-65B2-4683-9B67-D9D54D61BE58}"/>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59F7E880-842B-4181-B150-6E2D39AED14A}"/>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3A8C98AF-8A3B-4967-A088-BB9688074949}"/>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718DC99-02B5-4AEA-9FB2-9BB6A866FD68}"/>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BB80F92A-6AE9-4242-AC63-61F6891E2BB3}"/>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FA509404-B76D-4698-8076-56898FEF0A4A}"/>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DD8190A2-77FC-42D4-8508-25C26789BC9A}"/>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5BCCAB63-C75A-4CF3-9EE9-2E4D93265E6E}"/>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60039A21-1E09-4195-B8ED-5CD669ACE181}"/>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55FC4429-3111-470B-A129-410A35174BB3}"/>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DEBC990F-C991-42AC-ACF9-0F34E17B0C05}"/>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DEBA587A-F277-4FA6-AED3-E82D9ED2CE4D}"/>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389655EC-34CB-4F97-BE9A-CC8F57C74A82}"/>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1319953F-1D2C-4E7B-9AD5-4B10F5B2AEB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3B0FEDE-1C6E-46CA-AD17-D8E42ADFB9DA}"/>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2366260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5B4A2DF8-D091-4AB2-AD5E-795398757D1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9B9773C0-5D5F-40AF-9F32-006EBDDB6FD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1C183FED-79F3-4D31-9506-D8B262B4FC9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4953EE-E17F-4FAB-B7F8-7E5F557BBDE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B7675413-29EE-4024-AB5D-5E0DDCB251C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D044687-DC29-433A-9EEB-2AEE3F6C537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309D445-D6A5-44D0-8206-A8C9A90F879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83BD05-E964-4EB2-BBF1-2CF2110CF1B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C231456-1F3D-469B-96A2-EA2910F81D6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1645EDD-E7B1-42D3-9278-28B932DAFD7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6D1E885-F7CC-435E-B3A3-4F730C86BFE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ED308F1-F946-4094-8B52-610EC1B03C7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4C198D-51B6-4E3F-BDE3-3FE4CA32976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76308F-0A77-4ADC-A55C-70A4AC3AE68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88E9FAC-9551-4F57-AACF-C5C724DCAE1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66A66826-1084-4075-B2EB-317D843F791F}"/>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C601DFAF-E5AD-41DB-A102-512AAFAEAD4E}"/>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23124DB-414F-4676-81AE-97453E3A658E}"/>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B564857-2192-4DB7-8D76-D7D26554BA98}"/>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D500738-B85F-4E98-9BB6-039404113AE7}"/>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ED7A97B2-25D0-499F-BD5A-2685A0725473}"/>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FCF57496-F6B4-49E6-96FC-5F8700E9F5BC}"/>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C68BE78E-3D30-4AC4-921F-C69C01A62A94}"/>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FF2A52B4-DA97-44C7-A81B-17C057125AB8}"/>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55B73102-07A1-44D4-8E87-140D9BC206ED}"/>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825D80F0-82CB-488F-AB37-AB5028A58B21}"/>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FE603E69-0D7C-40CD-97D2-22C1DC639211}"/>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F0D2D751-511A-4F5A-8EA2-BC370978872D}"/>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45A9B8C5-503C-416E-B56D-EC7D0A9C04AC}"/>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521EF688-304A-4741-AE86-35275FA210C3}"/>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4274F0C5-0218-4916-B1C6-E95EB31FA500}"/>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DEC87B6B-F7A3-4368-8901-DD8034094AA5}"/>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166573C3-522F-498C-8D0C-4DBB7B7421E4}"/>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BEF178D2-B94B-4353-AD5A-782A2818998D}"/>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C04F0E28-F539-4F1E-83E0-658351A053C0}"/>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96590151-AB01-43AA-8D68-DFD3D1944E4F}"/>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E66EFBEA-F1ED-4D4B-8251-7C4A61A365E3}"/>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135132828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2351B5C-816C-4D19-9067-362A6B77440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FD48DD82-8290-4DD0-BD04-13323291A03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842953C-24F7-44F3-BAE4-1772D2B52A0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C04DE1-4FEA-44EB-BC3B-C645658328D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72535E33-99C8-484A-B739-52B4D7A9605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525532D-7D1E-4C2C-9975-4D2E360C6AE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DAEDDD8-8598-407E-B1EF-4BB4604D797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993266D-EE8B-4640-A7AE-D20B3C374E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788FAA1-E553-4C47-BBD5-D872EA57FD3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A36E1E-39A3-41AB-9B1D-40B1207E65B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F11681D-CAE4-44C0-A564-E7A862C0F25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A19E06B-E778-4975-B192-DE4C4A92C03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DC8A7B4-3258-424A-B133-272D7E5DAEC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757E1B3-7740-4368-BA68-221CF5D737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8A43145-D440-44C8-8315-98FA8526B02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48A375B8-6341-454A-A17F-DBA6A967A66B}"/>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9A1116F-42A0-47B8-9A18-F839EDA9280B}"/>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C3FCAE3C-0D65-4065-BB54-A3EA8939A414}"/>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3D9DFD5-F11A-4C86-9E7A-ECC85A977A58}"/>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003D4F5A-5C2D-4518-A7EA-4E5F9B78F909}"/>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29A35918-55BD-465F-93BC-6E885E9C7E60}"/>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5FCC07B5-EFD8-4D4E-A137-610957227BE6}"/>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7D700631-39F4-4CB9-B3BF-EA08A4315800}"/>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D08C14CC-94CE-48AA-B9FF-5A212A4B8CC9}"/>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5B2B7B61-38B9-4306-A565-979E708CC21E}"/>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431D0FC8-C248-4339-BC04-010EE9BA6821}"/>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9AE2FC46-0C09-499E-842C-BC4F69341561}"/>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33ED7E70-9679-440B-8F51-11D866A6FA29}"/>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F5C8A9EB-A604-4858-9158-28F8C1AECA6C}"/>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C70368B7-AED8-4532-8592-C4A6970DCA12}"/>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5FDEE871-8B00-499B-B020-F43EDBA236E5}"/>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85416ADA-09EB-42C8-99D3-14C7A5ED9139}"/>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DC130EB-2740-4027-AE50-E94BAC3F43A8}"/>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7016268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B7B3BA35-7B1C-4E18-A0E1-D9C3D397E44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44F6ADE9-D235-4D68-B097-A97C542C097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D754847F-F5F1-44CF-9343-66ED1A791C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F478D45-2EC0-479B-B0DA-5F9790BF9C0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D69B408A-E09A-419C-9893-ABE93FA8895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15A9FB9-1CC5-417B-B746-3F3C312257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2AF5028-11EC-48A1-AF53-41B39234C51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71E2459-637E-45D1-B338-B063AE41E14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3AD0E5E-2B27-446B-A498-9C9D3098E01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102E192-FDD6-4937-9119-D5F77F25424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EDD04A7-5DEE-425A-8BDC-7635D1292BA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B7D40BC-E130-4E65-A1D7-16AB007C231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313D63B-CCA2-42AE-816D-F712E895298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89F6AD7-0B70-4089-A0FE-D81B96BD062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1D79C44-0EEE-4493-A3E4-E1116D7A079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D2045A32-7020-4379-A65C-CD8139BAA3D6}"/>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4885B7C4-03CD-4B16-831B-5CD5951D9795}"/>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0319765D-70BE-4978-9A75-57BE1F88B08A}"/>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31A4B6AB-9B70-418F-BF63-1A0A7B739C12}"/>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9467FC7-58EA-455A-BCC3-6A8E343AD5F4}"/>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1545063D-D101-4D2F-A070-DC84E527C0BD}"/>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9F62031-C4BC-40D8-A792-F3E2F83E66EC}"/>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1D13466F-0B49-43CB-9794-611B97235A49}"/>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317A8A2-02D7-438B-B28B-95B7EA631E95}"/>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2EE66E7D-CC0F-4F52-8281-482D2A78975B}"/>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06F56C5F-ECBD-438C-9810-D8DAF2841F10}"/>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34E16552-3314-47CF-8EA6-2BCBFD734348}"/>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5F26641-307C-470B-891B-DDEEBB0EDEF7}"/>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BD36DD5F-8423-4B44-9C99-81DD7FA91B3E}"/>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B1EFD43-02DE-4F97-A10D-52544A849FE9}"/>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22598D66-8A8E-481B-825E-91A5A09E5649}"/>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1A289B3-848E-433E-9010-1AA216BC1AD9}"/>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E9005592-C5CF-4861-9717-852F3D35DBF6}"/>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8B0FBA72-D537-451B-B194-20A04BEDBA7A}"/>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582EB7B9-4DF9-4955-826A-809A105685EC}"/>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FA8BFC3A-D6A8-4986-8115-AA942B87A059}"/>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56E7C016-D0A4-431F-9B7C-59E0A6159D34}"/>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D14A3EE1-9719-4B9C-95A4-29B3B92ACF74}"/>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69DC43CC-C1F8-4545-836C-A537ED778C28}"/>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D88FE56-FE12-423F-AA39-F941B853F583}"/>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13F1F012-FC71-4FA8-8627-F1C36C72DC11}"/>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ECCEC584-CE9A-4A0E-AF95-2A2620C72991}"/>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BFCD2D39-A5F9-4551-89CC-2D0BE996AD8C}"/>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D04313BE-7526-4091-8F22-89A715B1D6FF}"/>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6941F0E6-AEFC-41CB-A8A3-B3F435A4931C}"/>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4F864434-9FD8-4591-ADC0-0E03EB2C7459}"/>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F7FFF0A-441A-45E2-B560-4576AA02A43A}"/>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5353474D-91D7-4588-AAE4-2CBE0127077A}"/>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F5C45530-03C1-4CD7-B648-F9FA744DC5B0}"/>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9912E2E-B043-4CBD-B4B0-690279F60CB6}"/>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C2C7C695-DEC3-459C-8BE6-8D4D1E4F2918}"/>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F4E35D69-2C24-4CCA-8EDD-55A3ECF0D214}"/>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BE3B764C-F325-4463-A966-00F019A980C1}"/>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3D52353B-4356-412F-9135-E944DEACB797}"/>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59CCC937-75FD-4BA0-BAD0-22368B75E787}"/>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259BEC96-421A-4859-AD32-C2C95D2B312A}"/>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1489732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DBF8EE9-E4B6-4D3C-8275-FC198F839FB3}"/>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E99B6176-2159-4C34-8CE9-1333179B9AD8}"/>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9C8E842D-2180-4404-9C1B-AC723E336C99}"/>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38B830-16F5-4A64-B2AF-FF115AF62C56}"/>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704EAB40-9F06-497B-B37F-227624204FF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379A04D-9E87-46AD-BCD8-465A6C9F1E1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CE53D45-2003-406F-8B7A-515C2A674AF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E0A11EF-E72C-406B-AAF5-B41612E914C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0C9383C-25B3-4712-9BAA-8898C15DCE9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3872ED1-3BA7-4246-B4AE-C5F76A1E4C7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0CB5B23-742A-400C-BFBA-AB362670C50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53AC4-BC9E-4255-8DCA-BAAC02B2C7E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D98500F-8BC8-482D-90B6-863DBA3D5D0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B8D312F-9B0A-4F74-A00F-4226781BBE2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5384695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EF1E4535-221E-4D2D-99DD-B7279EC67BF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E4EF8BB4-75E6-408D-BEB9-C2BB4AAA84A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83D544E3-9868-4D24-B91F-F2F8774DC3C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ED2F427-8E87-4AEE-BD05-FEAD7CB4781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25EC0554-3C34-4F38-88C4-781C4E61FB3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817390B-117D-432D-A0D6-D9D86937944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DFC9748-8B96-4328-8A47-1AA54341758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89E24A0-E564-418F-B6EB-AAEB649BB3A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244EA93-2939-426F-AB13-AD506649CC4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6DC818-A0EC-488E-9019-DBA5D8C143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1CFDC74-7A70-4B37-AEF3-61CC3D0B82A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C9D1F1-AFD3-4D10-9529-0B6FC2DF693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0BF7CF5-A668-448E-BB47-5B12ED75DAF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F082EB2-ADA4-4C6D-A49C-A4ABCAF26FC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4059AB2-6C58-441F-8A64-6D482EA8772E}"/>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8B0DDA80-46AF-4416-A905-23E1DCABD1B9}"/>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4ADF03BC-F8ED-49D5-ADCD-DE2C818AB914}"/>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580100BF-3885-4931-A04F-95B74CEC0A5C}"/>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C6F179F1-FC3C-415E-8F6C-2750B771626E}"/>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699B953-2706-43B1-A429-0EED22190FC4}"/>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D9F6247-C869-46A8-8710-A5DDF0EA63C6}"/>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9ED542C2-7ED9-4C38-AA3B-2BE52C117187}"/>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25FA49CE-3DE1-4C73-A5AF-E93D388E62B6}"/>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CF00C68A-6AC2-4168-8680-FE074AB98ABA}"/>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4D921F4B-2360-4A3E-82A1-94FD6862A5EA}"/>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4442A5C-4059-4E3E-A33E-3B4C5499B75B}"/>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DC49E52-8C15-414B-B099-762C8EF3C2B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8519479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BB15D16D-AE4F-4706-84CB-D4DCE1D6D05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AC886FE5-6523-4C9F-971F-276AC8B6058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0027AEEE-D46E-4E78-87F1-5D6DAC546B3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1A2AD4-F2FC-4464-82BC-1A33BAB834C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9B96192D-7862-4D5C-A5ED-312889137CF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89A3349-2DA8-4FE8-B0B6-6ABF4704FB8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DA65C42-9626-4D1A-864B-17FE74BB875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0E5B6F-9494-4282-8ECD-04A08685F8C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A2FD4DB-F4B9-4F5C-A18C-EF489BA8F17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1A38616-D933-45F4-92B9-C38A2CBE806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0FD2D8F-B79F-4805-9ED3-C7576B01A84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27B451E-F360-42F9-B83D-C0009503F8B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45EF10D-516F-41E2-9A6C-A523148CE77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39F9C03-BCF3-4651-B170-B62AA08FC53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5F5FB17-5FE9-4F4D-93BB-3F53C7844D4F}"/>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9FD176C1-F6EF-436B-A7BB-23002746FC23}"/>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954DED11-5B7D-43F1-914C-202D5DF8B56C}"/>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E00968DB-D264-49B4-9036-A6326BFFE998}"/>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08862191-ADDD-44CE-8EA0-10339B690E50}"/>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8F31E29-C6C9-4D4A-AA4E-A18FCB35498F}"/>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6BFF605-2591-4479-B802-748CA3973184}"/>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48597ECC-1378-4D3C-9D22-3BB8BA9EAC27}"/>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BDA880F2-8F29-4232-B563-716250A007D1}"/>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96F1B3C4-6B33-4D95-8839-118E1B9F8FD6}"/>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1867DCD7-42A3-4074-993E-592CA3149C86}"/>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7F2B808-32FC-4217-8FA9-D904A2C6A58A}"/>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0D3667D-7237-4374-B80C-BBE54AF0563A}"/>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AB391B0E-55C0-4100-BE42-5E8E8AD0CD55}"/>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A8185125-0222-40C8-A1A7-801C1EE39946}"/>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3497D821-F9D1-4FDD-BA62-CD7E8E40284C}"/>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F079B1ED-6070-4E7A-8C5A-7F0FFE8DDC99}"/>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0394CD8-50E9-4683-B5ED-4C36365BFB7A}"/>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2EBB077-1311-448C-802E-3C46E50FEF12}"/>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269C2B2D-C153-427C-8CAC-EACDF645A09C}"/>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F719BB75-90C0-4789-A96C-B5B0893DE0AC}"/>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14D44F29-B2D0-437F-B1CB-0833D17600A4}"/>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49B72582-277E-4FC3-BCC0-2A31C321D8A9}"/>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9CF009BA-2BDB-449C-B610-0595A8B3BB97}"/>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D05B0B09-76D0-4BE4-85E7-EE63A351FD7C}"/>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32379199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96DD94D-CFB5-4E2E-9E40-70AB83DD3C5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CB3BF294-6E39-4384-9584-67F1B51DE3A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DE03B5E4-F4A7-4274-B624-7D3855FBC48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30D945-63C0-4962-9DBA-7725D8E45A6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5B148639-9895-4B6A-A315-572606FC2EC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3372EFE-8EDA-49B1-9F6D-3A6D80A2F7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CED8C7A-8F2D-431F-863E-69E73F6AF90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1526B8-83CC-4920-8A4A-110F8963D3D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C071FD7-E40F-4ECB-843D-40CA1F96B0C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0D8B0FF-22DE-446C-90AC-FA051F257B7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367E853-293E-4480-9F1D-3F01E53AA5F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688C176-BF17-446C-A124-FC7EF660D31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BE01437-501E-4230-BCC6-F02B561424B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9F3F850-D1FE-4DC2-AB83-A531DDD9DBF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BE6D560-9E4D-4454-A394-30D23AA0C7C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47279601-8CB3-4045-85C4-38168E0078C2}"/>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A9745A8F-0A56-4BD0-8253-8B110486BF29}"/>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E2043767-41C5-43E5-BC6A-434DACCD7FD5}"/>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B02B2B8-765A-4C0E-B73E-746CD2691D9D}"/>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83A8B092-9334-4C8F-B6C3-5AF92F4D5CA5}"/>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991058DD-99C8-4E6E-A9C6-B2534AC62F0C}"/>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826F2DC2-AD14-4002-852A-35984685A1F7}"/>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30CC4EC-C363-4E4A-8EB5-5AEE99CD4E8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35493881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3C3802EC-8B85-4318-A5F1-4E37A142BF7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C629E242-FE37-42B9-9F58-226778D6A1D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45D93F55-0D1B-4DBF-B393-ABC6DCC2403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10448F0-F5FE-48DE-B4F9-3213BC083A6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9D89C5DD-A3C9-4EE3-B96B-260D99DF6B6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F2F41A6-B0D9-43EF-9678-2D27465B535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B25DA11-08EE-4800-850E-BF691EC5448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A13E473-94D6-478E-B712-31CD02B2D66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FE4423E-05D3-43EE-A7E7-4AF64487661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31CAA34-BA93-4400-BA35-5FF55BB8347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84A50B9-8884-46D8-A725-5F9762FBEE0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475575-389C-41FF-A40D-E8DEF6CECE3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3DACA91-747B-42A0-BFED-68A5F64CF9C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6A2D31-73AC-458D-B40C-3EF1E705BC3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CD708C3-914D-47C5-B102-E045E8839FE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A4ABCD1D-B15A-4BCB-A8BE-29C556592116}"/>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F6E35209-5E79-401A-ACE4-A2C3EAB7DA85}"/>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FF9BD1CF-69C6-4074-BF36-E28C8CA8ABB9}"/>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E3F3029B-96C5-48BA-9B9B-1E2DC4F6C7A7}"/>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8BC5AEEB-36DE-44CC-BD42-AFA35AFBA451}"/>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2E41FA9B-DE7A-4562-BEC1-E1DB70F79D6E}"/>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F7A6A3B8-0511-4FBD-BE5C-1D4E0041232D}"/>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FB8471B3-AD79-4F05-89BA-3DD1BA550FD9}"/>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959B0846-14A7-4402-B7E8-79CF6C5797BD}"/>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390CF565-75C4-4BF2-9ABC-9D9A3EF70C2B}"/>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F940B7A-894A-4E10-8274-EB1AABDC2CD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64027710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77C3DDF-A487-489D-8009-1E50C1457C1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58F631F7-0AD3-489A-AF1F-8E4EDB49885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636BA7DA-5A65-4D0C-BC40-0F52A426B31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BFD416-6A00-4642-95D7-D1B30398673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F1EF7CF6-E574-4DCD-BE6F-4953F394DC0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32AF150-C811-4437-81BB-C61249B5C6C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90AC54F-50A2-42CC-A466-4673786B34D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9D25533-24EA-4736-85C9-DB3A88E02C0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F54B27B-2558-4543-86C1-102D49E2C59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335FD3-39DA-4A1E-8FBB-60C5A091785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ED67EB7-4EFD-466E-BF8B-C0F0D17D1E8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B577A0B-163A-4897-8FAE-48B2D7787E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F45A7BF-EB7E-48FE-A16D-A01F4EE9C0C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118C9DD-E2A9-4B1F-8237-BE8EA242311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112F098-FF70-4824-96C4-54075AD4B263}"/>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AA83C701-BA31-49A7-8E33-DB814F5F4969}"/>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CE37BE4F-B9A8-44C6-8AD8-D6F1240436B0}"/>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DDB3965-6A03-477B-81D7-ACB564CD4806}"/>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4F58B775-A1BE-4CEE-B98F-349BD327B6F7}"/>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3E78556C-34D5-4F94-87F8-446AD47DCAB2}"/>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42DE826-15ED-4F2F-8140-42F243E6A183}"/>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1F7B64CB-2325-4EBD-BEF4-587697476FB3}"/>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0588B1D3-4C65-4250-AEA6-CDA5AA4778E2}"/>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E05CB57-461E-4212-BD5F-8F86AC8BEA87}"/>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09D4FBA1-F32C-46A8-916C-EC06ADB13EE3}"/>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85441E45-D316-4386-A510-1C373F5D738A}"/>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6F4FA2C-70F3-4064-9350-8B1607D0708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C174AAF-B7E3-4939-9D19-148333F23DC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08451261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E0AF8EA-6B4B-4625-B8AD-1D498260AF09}"/>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CF8F8589-8261-4195-B298-63483CD0F0EE}"/>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4F930A62-B131-4424-A015-0845EB4C8601}"/>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458D60C-72E2-4BD8-8CBC-D64A673AC1FA}"/>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0B31398A-DA8B-4681-B78A-C33D370F735F}"/>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AEB4DFF3-213C-455A-A776-8A04BD584F66}"/>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FF50EE61-A037-45DD-A789-C5988D1133EA}"/>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DFFC5E3C-B46A-4510-82DA-613ACC1E7529}"/>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302B067-4B30-41E7-A20A-13F66D230438}"/>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A61825E2-4398-4DAF-AC6B-0B0D49A5FB60}"/>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6123F681-FB92-42F5-A3C2-62099778B50A}"/>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1798E2FF-FBC9-40D5-990C-038306AF4595}"/>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2FD1C183-EF61-411C-8997-1B5946AA2173}"/>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2F155AA1-B06E-48B8-ACD6-04D93232BF92}"/>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37E4CB5A-1FDA-4E43-98F1-354F24237744}"/>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17C85E65-F539-44A2-885A-4712C81D9F01}"/>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21829450-E957-4ECD-BA2B-711CD004B179}"/>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FC4FDD93-8FC6-4EC9-AD98-2FDD0357AE65}"/>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FBA15F5F-46D5-4E6F-B958-E820D0674AB9}"/>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60AE27A2-E09A-4249-88E0-B0F1462141E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53219D5-7ADC-449D-9EF1-5C2DC14F67A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3C0E4DE4-6899-4A3C-883D-8D2A7159678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5551A4C-4611-41F6-B7ED-CCF567D9CB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8469A965-E9A8-4515-A846-CFE1FC5514A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4D6BD93-2A8C-4EDE-A0CD-6897E499F6B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151DA675-F25D-44C0-9308-C428B4107A8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237CA98-B263-459D-B837-5053A03FDFC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5A8A10E3-2DDF-464A-A4C5-89BFFFA2118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0F01953-8D4D-4F2E-919E-0E3A7A0EAC2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C726093E-3440-4877-B981-6B4AB725DAB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B2CCED0-3C93-40BA-9327-B3169632906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05855007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A6F6DDC-E841-4DA6-9C30-320E458968D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C215C04B-1B70-4F0D-8730-355330B97C7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58DEF28D-DCBD-4199-A9FE-7C3156AD68B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92D2BC-3009-44D6-929C-2B6770FAE92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EE34AA0C-C4F1-4C80-8298-F3716EFBEAE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0E7F0A-E25B-4D19-BD92-B3CE4859C85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421CD60-1ECA-49F4-A1BA-71B2E12C341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90B83C8-6E79-4B10-A26F-ECB347B4C15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AAFD376-F0D2-4C04-9CA1-2E100DCE04E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F9F8E6-A51F-48CE-822C-EB28B339510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D371A78-23AB-4488-89BD-F6F6FA40FE0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90CA8C3-2BE1-4AFD-A5A3-33D451D0795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E53653F-1A74-49AB-ABF5-3F9E374EF16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C33E77F-F5AF-49A4-A3F0-8E9BFA7FB0F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EDCE579-AABE-4016-B2F4-CA943D27CEC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6D59C36B-0D94-4B28-9541-F32CA0060716}"/>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6EB5E8AC-CD4D-4951-BEAF-3027ADAA60EB}"/>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7A9C1EBC-4986-4B62-98DF-41341E573364}"/>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8685BA80-69C9-4F7B-BA99-6006997C9633}"/>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526A50A-2375-478E-BAF7-E910684D9E8D}"/>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D52E1D8D-C809-43A0-AFB0-BBF2833AFED3}"/>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563C7681-C802-41FA-9654-5214894C8172}"/>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DF1F295-4FB1-4476-8935-61375223DFAA}"/>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3AEA75BD-069D-442D-A462-CF7A07071A78}"/>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80668B46-C65D-4F57-AEAF-B1A33B8D8BC4}"/>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C7B4338-4FBC-4210-9A0F-7DB53DFFD04E}"/>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ABF6FADB-3EBB-446B-85B5-CFC496AF41AD}"/>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8E9BEC5-FC0D-4F43-8028-4479BD0BDADF}"/>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9C8A6276-4285-4E1F-B094-8D8AF39CDCDA}"/>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94987994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942C14F-DBDF-4781-BB65-CA726DD5635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4AA58D31-CC60-4982-AAD4-0FDD0D99F93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2817147B-0CFA-4EC9-9853-83C5858C652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83E78A5-9FF4-413D-AFC8-DCA8175A8B1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CB9D6344-355C-4147-BF2C-A3FE3EF1E82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2304E7E-94C4-46F2-B683-65813A13650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0CCBB65-8C0F-4A91-A8F3-32B2A76E08F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A37F0C0-C209-4345-AAE5-94BEED4F33E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5A6E047-3F1F-401B-B1FE-1A7D25411AA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9D2D02D-3A27-4771-9904-5A25CB0E68D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48B0263-0BFF-4A2B-AE92-B8906E11C4F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EEEE088-DF3B-4F56-9757-E7998775E2F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F129155-C157-4B87-A937-4831C6397F6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005DD3E-0CC4-48BC-95A8-43C6EC3F42F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5322B07-B8BA-4AA5-A138-AB528A31F58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88F85577-FB68-4EB9-839A-55CA9854DCCF}"/>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349C3339-12CD-4180-8A8A-B0E94DF37125}"/>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E86783B1-B7D1-4B8D-910F-30085D1E30BB}"/>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FF1F507-30BE-4319-9972-C96111C1958E}"/>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093272A5-CC29-4353-A014-B5CFF82C7DBA}"/>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FBE63965-753C-407D-B1FC-A8E0A6439384}"/>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1347FBC-EDE3-4C88-A5DA-C2100592474B}"/>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E3AEF838-C4F3-4D29-A065-5AB7DE2EAE3C}"/>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F3D7249F-3ECB-4826-87CC-7757B4456962}"/>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9EE5703-F175-439B-A7CE-C70910B8C906}"/>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114804493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4F83F66-D2DB-4B4C-9CB5-D24FE98FF9E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D8B0CFBC-D46F-4910-A874-491394A7B3C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D37B45FB-60CB-44AB-A3A0-CCEFF4121BC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D462E5-CA15-4751-A0C8-356873B9879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498E2783-A6C4-4F14-838A-2A472B94AC2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B14C68B-C715-445B-A5E6-AD5D900D573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3DD901B-DFCA-4B76-85A3-8CBBD88FBC2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26DFBA-C5C6-4BA7-B4FA-5EDA4D952E9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766D4D1-E698-4EA6-8BA3-A7874E74A46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094718-0AB5-4517-B7E3-BAA81B87979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4BA74C0-345A-4CDA-99C2-912FC4BA703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3F15F06-8F12-4998-8FC0-E4667ED2CFC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2059377-89DE-4F17-96FF-0A12E63FEC5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363CAE1-9F02-4F09-BC09-AC334A0650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31B1F45-BE48-4991-BBA2-1698D05FB0A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6CE07F60-BD37-4EA6-8C97-569C05C1E040}"/>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F3083125-0831-4916-AA07-1FC461CE11FD}"/>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6D698FEC-1FAE-479A-85C5-1BE57EF84053}"/>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CCCA4F6-FEB7-4982-90C1-07D7DD6A6246}"/>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3FD52FD3-B0AC-4624-999E-FEECACF784B7}"/>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522A564A-2564-4810-ADBA-BC7F0791803A}"/>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718A9DB-952C-42EC-97FD-38601B23AAAD}"/>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193260726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AA8C618-3894-4711-A3DB-080AE6E9A6A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7C3F5046-71B3-4E13-9EC6-691E9ACD990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AE9EBBE3-D758-470C-9900-87DACF54880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5D33B0-AE85-4633-A92D-ED482A158AE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E43952A2-1DC9-4C51-811F-31736ED7BBA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5AA1CDC-0DE5-4312-85B9-46C701A63E5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F27F40-BEE6-4751-B95B-8657ECBA1C9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AD21078-392B-4DB0-A242-150947F9BC3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582553C-D3BF-4555-A885-09FA63E4AA1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0B1617E-0F3C-4DC7-B363-3DC32F01485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61F84EF-29F7-43C0-8F85-4A7E1EC7762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3A96491-335E-48B3-8CA3-4B2DE53DE80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AD7C223-CB19-47B3-AA20-E11E52744EF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7B7273-76BC-4EF6-9E11-297E361E3BB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A8BE32-9CE8-431C-98C2-5C399C6C073C}"/>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32436AEF-51FB-41FC-BD63-D39D3986CD6D}"/>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37F1AF9F-C677-4F68-9CB4-1F91ED967A9E}"/>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4A343C00-90D1-41B7-AA26-120542FEA71F}"/>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2659082-4A54-4210-9CB3-37EED32382DC}"/>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FC1D8F17-B234-4E4D-928D-A24D7BA4A5C8}"/>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D54F6161-F6C5-4E10-A481-62818B830A37}"/>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5509D2AF-41CF-4E99-A56A-C0575356EF91}"/>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9D488F4-486E-492D-9422-D9E5DA4CBA05}"/>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171C3B5A-272F-444E-8D03-C638E3591FEC}"/>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CDE8E3C2-6F3F-43AF-B9A7-FD946985C9D3}"/>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2694EBE3-D626-455A-947D-CB74D77ACB06}"/>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D044AED-B283-4916-9F8F-7B67A0F5A765}"/>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7BACCC92-107D-45CF-A3BF-E50B80543F44}"/>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7A3218F4-9E3A-4E5F-B88E-18FA1DCDC516}"/>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3EC9ABD6-C99A-45DE-B325-49DD2BC59A54}"/>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EB6CCA0-F98C-47BC-9F5C-6C9BEF2AFF81}"/>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958A9EE-DE8A-4479-BFB8-C554BFDA1D12}"/>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29830014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5AC7141-B090-4359-A1FB-7CB0368AB19D}"/>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D0D87BE1-B944-4453-833D-424BE7618D5E}"/>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2D2BB8DE-877E-4C6E-BD8E-28C675F20DB2}"/>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D4C3975-72DC-4648-8E40-D7FC4EC51F6D}"/>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F25216D4-E11F-43BF-9416-BAA3489F148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4E070A-82D6-4E38-89B0-839828D537A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BD81697-D8BA-4AC2-8807-0D51AF94E47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0DDAAF2-7646-4168-AEC3-261A0DE9A00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99E6660-49A6-4578-97DD-C920B5FC902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59EB83C-5456-4403-BBAB-ADCAA31307E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4E3FA9F-89EE-4CBA-93DB-CBC686F4710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E11FCFD-E255-4873-930F-564448E155C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F7A1271-82B9-4ABF-B838-F309EC60818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49ABC80-0D03-4E87-8B4A-F3734156709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5184145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B299E815-17AC-4A8F-B17F-38057805043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A5CFDAEA-E58C-4DB4-968A-BCD81FE0D7B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1B5F8942-D4AD-48E5-A4D3-762636975EA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48A4DE-89F6-4229-B4E2-0707422A90A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70ADA705-47F4-4157-9885-158F9EE9E97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19452D-DB46-4F1D-AA43-ED7795A86B8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58E37EC-45E9-477F-BFA9-5951BD42C15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DEB06BF-CCBE-4F4D-9755-48C8A6D6155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38132D1-CA88-4EDD-A3E6-DFD6EEBBF00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FBA946-EE4D-4A49-95A5-C21A7F9E5A9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D977F95-72D6-425F-98B1-824E650E7D5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071E50-FB55-487B-8199-D87E3DA931F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88C5E42-503F-4958-B085-D02141C5CBA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F5CB1F5-5049-4695-9A92-FDFBF92827F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CA01CCD-16D6-4318-A7E3-06C43D186EA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861CD72B-F611-4A81-99B7-5912745DAB94}"/>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E13C4710-64F0-4FF4-9069-1D477361927C}"/>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B183D357-54FF-47C4-A929-F81B3DF32A29}"/>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E9CC7B97-5D28-41B6-9037-9F37DF27A508}"/>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7A7891A4-9693-4F9E-82FC-9D933DE54EED}"/>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52ED422F-5601-42CC-8F75-55356AB07869}"/>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32779AD3-5E9D-4D90-B326-6D1BF4221C28}"/>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7D3C4FD-316D-4827-9F41-39B8AB8ED383}"/>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71B64178-B0E6-4096-82D0-FC7B573C3D9E}"/>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3C059F5C-2738-403A-BBB8-4D93006826C4}"/>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3A0D008F-217C-4CB7-9B52-026DF891197E}"/>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1E68619-288A-465C-98BD-D04BB5287975}"/>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9C2C5F35-2B9D-4691-838E-6D7746527212}"/>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718E3CC9-7582-4295-8296-276815FD51B7}"/>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9FE92211-90A4-479D-A797-34D92958A681}"/>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A40ECA0-7939-465B-B496-2E437193350E}"/>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893FF8D8-AF2A-404B-984A-80A7CA4A6150}"/>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692FB4ED-0A19-4E96-B9C0-DAE8E3CBCE14}"/>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7357FD50-CF3E-4F1C-9D2E-C3D20B7C5E32}"/>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AB326EB-1560-4F09-8F80-18B6A86D40C4}"/>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506C6DEC-CADB-4CE3-972E-BA57F2638818}"/>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29421133-A84E-4B3B-98E8-55FCE595DB9D}"/>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2700E01E-A238-4B8E-BB15-C28F059FF124}"/>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3A8BBB66-C745-45EB-ACC3-7DA70CB2739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EC800594-59E6-4A7A-A166-C059515984F8}"/>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99248349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F7A16819-6FAD-4520-B536-F68EDBB4D46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5C7EBA1F-39F2-4D04-93F8-D654D5A16E2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4BDB4C2A-CCC6-41A7-A7BA-9E13169602A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0D830BE-50EA-42FE-927D-CC4D12FBBA6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3DECECA3-0A74-4922-A936-42BF39F7A64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536B0CA-8145-4093-862C-78CBE4431F5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E68C361-11CA-40FB-AE55-5EEDEAD0B9A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B7DA446-B52E-4563-9542-3E95545AD31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3F83AB4-56FB-4389-8482-F7090770DAE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523BD65-E989-4207-BFB3-A3DED9FFC7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D1E685D-271F-411A-8CA7-9E26AD116EB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87149CF-2767-4046-9ABF-0E286C3A6F1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DA9CF09-117C-48FE-8C6D-2C83569673C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57DE9DF-6144-4219-930C-08E69675CAA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2E0461B-964B-432C-833E-1253761CF11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3C1B1F93-4A06-46AC-9EF2-F302BF7BEB44}"/>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553FCDF1-F3F7-4139-86AC-E35B4B7EB51A}"/>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A59EEF48-4B0B-4807-A54C-635F5647F61A}"/>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19E7C569-5AD1-4C62-B1C1-DE3B9B12711E}"/>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B7E898B8-FF67-4C3B-BB5C-429FD9EA2A9D}"/>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D35A4CB-9317-4E40-AA03-5122A701DCBB}"/>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B5E5D73-3797-422A-B1B5-AD774531B996}"/>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EEFF844-4660-43CA-BBE9-F891E7AD3F39}"/>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83AF227-7E04-4CC5-8987-6E132A987C05}"/>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1498139-444F-4D55-A8B0-7098AFE8485A}"/>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C020A2F-7497-4641-9E1B-90902A2C8978}"/>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8FBBFF34-176B-437C-BA94-96C2F4DE710A}"/>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8FAB24D6-0D61-40E7-AB73-E3783087B490}"/>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C737DF1A-187C-4095-9961-BFBC17B5C5D5}"/>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BDE70B16-F893-4581-8B54-F79C5205041A}"/>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ED0CEDB7-929A-461B-8B9D-5A292D6A8B99}"/>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A6650B87-B874-4195-BAB2-C5E62E05641B}"/>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FB117C1-94C5-4EF0-A8F5-6C55DB6FCDEC}"/>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98C81B8E-5AC4-4AB3-BCF1-EF23D66C0DDF}"/>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134555535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996D469-D426-4AC5-BAC8-6AD011793FA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850B7BF5-E5B5-4860-A7D4-55EA8115164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73F0DADF-8599-451D-B4EB-F2E5FF95303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91C7766-881C-4AF7-B9BF-922AC0EB82B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0CFC7B60-83F4-428A-9AEC-B57F0AD9515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9135461-952A-4502-A2A0-1D32C905035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5170D04-7EE8-48F3-B2C3-CE0C8873F75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BEABD19-AFE6-4AAF-B247-DB9CCAED920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99A307A-412E-469A-B7F8-8421A059D37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A2106FB-E87F-4BBF-8D8C-DBEE7A8B4C9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FB96E87-95A4-4000-A476-DECA24B188C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1593933-5CA9-4EB4-BE85-2DEE41D0887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71199CF-8232-4B04-9B62-3CF72E77813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4C4458-F3C5-4E0B-A91C-E6B339DCC3F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105D438-0F82-4BC5-840D-0EBD11102652}"/>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3F8F3868-2F18-421C-A97E-4C0B6D149A75}"/>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DCFCD49F-0736-4E23-8D5F-D8B69C6962F3}"/>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C4265B1-DD0E-42CB-B46B-5F61E4A0E029}"/>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8D493050-EF7C-4391-8331-444BDC5C6335}"/>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3FAC3C11-3F84-4D28-8A97-939B427691C1}"/>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1BC6855-EC4D-4356-9614-13E7E40115D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CDC7FDED-0814-4B68-A79E-5A3A863B4B4F}"/>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5706B7C8-283E-4965-93D1-E86EA2719F5C}"/>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06A8B35-BA33-4200-9B80-228B65CD94B0}"/>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8879EF5A-5733-46B5-AF74-896639F17B6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DCA9DF59-C599-4447-9EA6-D419FD9F9FE0}"/>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C8BA078-4D6E-4C71-81D9-79AFD6C9116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DD49694-31E1-4387-9815-1F7EC1EACE3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69156559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49E9502-CC24-41D3-8060-22D7AA8D4C87}"/>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40520931-995F-4F00-BD02-0410276CDA99}"/>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95046DFE-6763-46DA-B857-6FF474325D97}"/>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4987CF-9A16-41A6-833C-04FDDC97ABD5}"/>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B58CE46F-15B9-4951-8078-148B167C3F6C}"/>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87D9CD9C-794D-4009-80DC-6503AB8CC133}"/>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46E30E57-45F4-4BAB-AF4B-C74700FAA773}"/>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C93E52BE-BCCA-4DCD-9508-77C040E075FA}"/>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D32DD0C-BA1C-4EF2-9E8B-1858E661803C}"/>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FE8BFA23-B77E-4C67-BFE1-A7014AA5DDB3}"/>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5DE21853-C007-4759-9A7D-14FD9BD33BD5}"/>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37A6D97B-375F-4B20-BB7B-63E44AD7F4E9}"/>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F0F16AC7-4699-4A9D-8B3B-556E592AFC86}"/>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F4734E41-F4EE-4D97-A39D-BDB8FAAA9CAF}"/>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ABC0CCE9-45C4-4C2F-81C3-F74992BD7439}"/>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Lock the eight targets; balance history only</a:t>
            </a:r>
          </a:p>
        </p:txBody>
      </p:sp>
      <p:sp>
        <p:nvSpPr>
          <p:cNvPr id="16" name="">
            <a:extLst xmlns:a="http://schemas.openxmlformats.org/drawingml/2006/main">
              <a:ext uri="{FF2B5EF4-FFF2-40B4-BE49-F238E27FC236}">
                <a16:creationId xmlns:a16="http://schemas.microsoft.com/office/drawing/2014/main" id="{E1696F2F-D263-4B2A-A0A6-342986C5E71B}"/>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08707F95-D436-4D1A-99EB-6D5D4E238CB9}"/>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two participant-level failures</a:t>
            </a:r>
          </a:p>
        </p:txBody>
      </p:sp>
      <p:sp>
        <p:nvSpPr>
          <p:cNvPr id="18" name="">
            <a:extLst xmlns:a="http://schemas.openxmlformats.org/drawingml/2006/main">
              <a:ext uri="{FF2B5EF4-FFF2-40B4-BE49-F238E27FC236}">
                <a16:creationId xmlns:a16="http://schemas.microsoft.com/office/drawing/2014/main" id="{17A41F2B-1AE3-49DB-B3D1-68B9084253B6}"/>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13FB7EF9-DA78-4229-AA31-70199D49B207}"/>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fixed-target failure appears for both participants</a:t>
            </a:r>
          </a:p>
        </p:txBody>
      </p:sp>
      <p:sp>
        <p:nvSpPr>
          <p:cNvPr id="20" name="">
            <a:extLst xmlns:a="http://schemas.openxmlformats.org/drawingml/2006/main">
              <a:ext uri="{FF2B5EF4-FFF2-40B4-BE49-F238E27FC236}">
                <a16:creationId xmlns:a16="http://schemas.microsoft.com/office/drawing/2014/main" id="{A691925E-8E39-4217-8894-B8639C1689A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9070B03-A1B6-44E3-A741-A63B70A83BF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64618B4C-59E3-4B06-B87D-2386E982D92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A3FA03D-3ABD-4B6D-B0C8-BAFCBADA4FD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78926C50-0C3D-4FF8-85DC-46EC6D2EFB8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746E5F-683F-43E2-971E-692C30697C5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EC0E5A76-BAFD-43A5-8F2F-C35C9830DE1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E7950C5-C54B-413C-8CDF-145B74672F4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43FBBB06-7B8F-4FA8-AA3D-28E9584A17E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AA5AA2B-711A-46C1-B561-D2449F3B0E4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7F013CC7-ED65-4EF8-8113-B1DF100DDA6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F7B0D52-DF7E-44E1-B7E1-B0305E8DE0B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1490492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B5FBFDF-6BAE-4854-A72D-966834207C1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BC7FB1CA-ACC3-4755-942F-23833E03ED8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68DD93D9-56FF-46F0-9C18-3A403274BEB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F469141-025B-4153-8382-9E3A094265B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C503BAFC-F8AC-40E8-BD04-83824D7DB60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548C768-1047-49C0-983C-082A419C98B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101270F-DED6-4ADE-92C9-635C1C914BC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276E1A-3F4E-47B3-AB15-3FD1F3E2731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BE45871-62C9-4566-B45C-44608DFF0AB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942A95C-DF74-4DCE-81B7-629FF0F9A1E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373E4A6-DC9E-41B2-950A-D842E1E32DC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31C2D52-2604-42C5-A26A-DDFF811B2FE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1EBEE9F-6637-4C7C-917D-3BA98770842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FF9ECC7-7539-4805-B52E-C62E99A3A8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AB66151-9D19-4ED2-A4DF-CDCEAD19EEF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E3FAE97B-61B7-48D3-BDCF-A1710054DAC0}"/>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6d60e1b252864cb2"/>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78CCEFB-7430-466D-A3D4-99051D1EAFFD}"/>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CDA6D93-06E5-4BA2-B1A1-DE86F64AA702}"/>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C70AB2BB-B243-41E4-A1D1-7E7912CC4EA1}"/>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ADCF714B-A9E6-4FC1-9E92-59EFEB2CFD25}"/>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04680E0F-415A-4ED1-8B6E-44C29C23D14C}"/>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B42A89A-1797-478F-87CC-5DD253521EF7}"/>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48042233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5810E47-4B3F-4499-94DE-D4B69DEAFCD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history alone does not repair the fixed-target failure</a:t>
            </a:r>
          </a:p>
        </p:txBody>
      </p:sp>
      <p:sp>
        <p:nvSpPr>
          <p:cNvPr id="2" name="">
            <a:extLst xmlns:a="http://schemas.openxmlformats.org/drawingml/2006/main">
              <a:ext uri="{FF2B5EF4-FFF2-40B4-BE49-F238E27FC236}">
                <a16:creationId xmlns:a16="http://schemas.microsoft.com/office/drawing/2014/main" id="{5DE8A4C1-7634-4502-A060-66411955353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controlled repair</a:t>
            </a:r>
          </a:p>
        </p:txBody>
      </p:sp>
      <p:sp>
        <p:nvSpPr>
          <p:cNvPr id="3" name="">
            <a:extLst xmlns:a="http://schemas.openxmlformats.org/drawingml/2006/main">
              <a:ext uri="{FF2B5EF4-FFF2-40B4-BE49-F238E27FC236}">
                <a16:creationId xmlns:a16="http://schemas.microsoft.com/office/drawing/2014/main" id="{9FFA5267-0582-48B4-B3B5-1F4B993B8FD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1AA0228-B08A-4393-90B0-484A3559620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7498F612-3C0E-43C9-A0AD-1A57F38E2F8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26E631-2879-41EB-AF29-65408BF1D42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78D631-52C9-493F-8381-A146280740B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2C47A3-F48E-4D66-9732-27D8CCEB73D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A2F4174-544F-4BC8-AA4F-9EF484B2E17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2D66562-C6DA-4EF5-8251-4FEF1EAB657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C8BD8F3-30B3-4BB6-A7E4-323ADBE4378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3D0D52-C075-45E1-89E8-2E5B76F4A1A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06226C4-A8ED-40A4-8DEC-33918BA2A89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4B370A3-C15D-4132-ABA0-A807CC5EDD2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06158D5-59DF-4A31-94E1-02D73D60339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Same P025/P026 targets as the failed pilot / 8 choices: 1 A, 7 B</a:t>
            </a:r>
          </a:p>
        </p:txBody>
      </p:sp>
      <p:sp>
        <p:nvSpPr>
          <p:cNvPr id="16" name="">
            <a:extLst xmlns:a="http://schemas.openxmlformats.org/drawingml/2006/main">
              <a:ext uri="{FF2B5EF4-FFF2-40B4-BE49-F238E27FC236}">
                <a16:creationId xmlns:a16="http://schemas.microsoft.com/office/drawing/2014/main" id="{AD151250-71DF-4EDC-9076-C6EC66F6E78C}"/>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sp>
        <p:nvSpPr>
          <p:cNvPr id="17" name="">
            <a:extLst xmlns:a="http://schemas.openxmlformats.org/drawingml/2006/main">
              <a:ext uri="{FF2B5EF4-FFF2-40B4-BE49-F238E27FC236}">
                <a16:creationId xmlns:a16="http://schemas.microsoft.com/office/drawing/2014/main" id="{8DB4A4B1-01FE-45AA-927A-77BB51F773BC}"/>
              </a:ext>
            </a:extLst>
          </p:cNvPr>
          <p:cNvSpPr>
            <a:spLocks xmlns:a="http://schemas.openxmlformats.org/drawingml/2006/main" noGrp="1"/>
          </p:cNvSpPr>
          <p:nvPr/>
        </p:nvSpPr>
        <p:spPr>
          <a:xfrm xmlns:a="http://schemas.openxmlformats.org/drawingml/2006/main">
            <a:off x="800100" y="2362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Error bars: standard deviation across three balanced history selections</a:t>
            </a:r>
          </a:p>
        </p:txBody>
      </p:sp>
      <p:sp>
        <p:nvSpPr>
          <p:cNvPr id="18" name="">
            <a:extLst xmlns:a="http://schemas.openxmlformats.org/drawingml/2006/main">
              <a:ext uri="{FF2B5EF4-FFF2-40B4-BE49-F238E27FC236}">
                <a16:creationId xmlns:a16="http://schemas.microsoft.com/office/drawing/2014/main" id="{D101C1F0-46A2-458F-9E97-FBEBF1D46209}"/>
              </a:ext>
            </a:extLst>
          </p:cNvPr>
          <p:cNvSpPr>
            <a:spLocks xmlns:a="http://schemas.openxmlformats.org/drawingml/2006/main" noGrp="1"/>
          </p:cNvSpPr>
          <p:nvPr/>
        </p:nvSpPr>
        <p:spPr>
          <a:xfrm xmlns:a="http://schemas.openxmlformats.org/drawingml/2006/main">
            <a:off x="7486650" y="2038350"/>
            <a:ext cx="3562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EVALUATION LOCKED</a:t>
            </a:r>
          </a:p>
        </p:txBody>
      </p:sp>
      <p:sp>
        <p:nvSpPr>
          <p:cNvPr id="19" name="">
            <a:extLst xmlns:a="http://schemas.openxmlformats.org/drawingml/2006/main">
              <a:ext uri="{FF2B5EF4-FFF2-40B4-BE49-F238E27FC236}">
                <a16:creationId xmlns:a16="http://schemas.microsoft.com/office/drawing/2014/main" id="{7B60C650-8E74-4FB4-9B8C-DAA373DCFB3C}"/>
              </a:ext>
            </a:extLst>
          </p:cNvPr>
          <p:cNvSpPr>
            <a:spLocks xmlns:a="http://schemas.openxmlformats.org/drawingml/2006/main" noGrp="1"/>
          </p:cNvSpPr>
          <p:nvPr/>
        </p:nvSpPr>
        <p:spPr>
          <a:xfrm xmlns:a="http://schemas.openxmlformats.org/drawingml/2006/main">
            <a:off x="7486650" y="22669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Same 8 targets; same k=0 responses</a:t>
            </a:r>
          </a:p>
          <a:p xmlns:a="http://schemas.openxmlformats.org/drawingml/2006/main">
            <a:pPr algn="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Only history sampling changes</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13460ace03b04e4c"/>
          <a:stretch xmlns:a="http://schemas.openxmlformats.org/drawingml/2006/main"/>
        </p:blipFill>
        <p:spPr>
          <a:xfrm xmlns:a="http://schemas.openxmlformats.org/drawingml/2006/main">
            <a:off x="781050" y="2647950"/>
            <a:ext cx="10267950" cy="26479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9AA88799-1798-4E9F-AEC0-1250D7E69AAD}"/>
              </a:ext>
            </a:extLst>
          </p:cNvPr>
          <p:cNvSpPr>
            <a:spLocks xmlns:a="http://schemas.openxmlformats.org/drawingml/2006/main" noGrp="1"/>
          </p:cNvSpPr>
          <p:nvPr/>
        </p:nvSpPr>
        <p:spPr>
          <a:xfrm xmlns:a="http://schemas.openxmlformats.org/drawingml/2006/main">
            <a:off x="3638550" y="52578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2" name="">
            <a:extLst xmlns:a="http://schemas.openxmlformats.org/drawingml/2006/main">
              <a:ext uri="{FF2B5EF4-FFF2-40B4-BE49-F238E27FC236}">
                <a16:creationId xmlns:a16="http://schemas.microsoft.com/office/drawing/2014/main" id="{DECA3CE6-6351-4A33-BBBB-F4876DB27E86}"/>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C65DBF1-55DF-4B83-948D-AB17C15FD0C6}"/>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With targets fixed, balanced history shifts the model toward A and creates confident errors on the 7B / 1A target slice.</a:t>
            </a:r>
          </a:p>
        </p:txBody>
      </p:sp>
    </p:spTree>
    <p:extLst>
      <p:ext uri="{BB962C8B-B14F-4D97-AF65-F5344CB8AC3E}">
        <p14:creationId xmlns:p14="http://schemas.microsoft.com/office/powerpoint/2010/main" val="75817722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0F52BE8-325F-41F3-8BE9-8609FCF63D0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fixed-target failure appears for both participants</a:t>
            </a:r>
          </a:p>
        </p:txBody>
      </p:sp>
      <p:sp>
        <p:nvSpPr>
          <p:cNvPr id="2" name="">
            <a:extLst xmlns:a="http://schemas.openxmlformats.org/drawingml/2006/main">
              <a:ext uri="{FF2B5EF4-FFF2-40B4-BE49-F238E27FC236}">
                <a16:creationId xmlns:a16="http://schemas.microsoft.com/office/drawing/2014/main" id="{7010C2DA-7EB2-46A5-A00C-4721B041660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diagnosis</a:t>
            </a:r>
          </a:p>
        </p:txBody>
      </p:sp>
      <p:sp>
        <p:nvSpPr>
          <p:cNvPr id="3" name="">
            <a:extLst xmlns:a="http://schemas.openxmlformats.org/drawingml/2006/main">
              <a:ext uri="{FF2B5EF4-FFF2-40B4-BE49-F238E27FC236}">
                <a16:creationId xmlns:a16="http://schemas.microsoft.com/office/drawing/2014/main" id="{2C879B15-65C3-4795-9D2B-32F3FAFEA66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5D1FCD-A973-481C-9FF0-A2A3D92E128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7AAAFD67-1BFA-4C15-BDC8-559D4876F46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3070C81-B723-44F7-996D-FD1BF7DC4ED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9388656-2D18-4836-8DEF-CE01FA8DB9E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5DBA38-C1A7-45C1-816A-04BA1537CBF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913C7C4-D0FC-4993-8D30-D3F8344CEA9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7762AAC-7C06-47B8-9F69-AFB22D96C68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450194B-12D3-4344-B780-D1BAB77366D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A8648CE-2BC7-426B-B65F-06CDECABE3D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0CB7A5D-C90E-4795-B242-0F44C11F278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F65AFCA-D79C-4FB4-93E9-EF682F67853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59F14C7-C8F4-40E9-BCCB-7C6DF1FCF5D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P025 and P026 / same four targets each / 3 balanced histories per non-zero k</a:t>
            </a:r>
          </a:p>
        </p:txBody>
      </p:sp>
      <p:sp>
        <p:nvSpPr>
          <p:cNvPr id="16" name="">
            <a:extLst xmlns:a="http://schemas.openxmlformats.org/drawingml/2006/main">
              <a:ext uri="{FF2B5EF4-FFF2-40B4-BE49-F238E27FC236}">
                <a16:creationId xmlns:a16="http://schemas.microsoft.com/office/drawing/2014/main" id="{F461C874-D136-43CF-A5D0-BFCACC66FD9F}"/>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E2E5477A-073B-452C-86DC-CE9B4882D50B}"/>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0E2BEDBA-E67C-4AF7-A528-43A94A4E16C0}"/>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CAD0A6BF-5CAA-415C-9AF7-06606DB9DE17}"/>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b24eb2a92a27480f"/>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59303e05b09442f6"/>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73A6D2DA-ADC4-4443-81C9-3200FE9DCC8A}"/>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575E5342-300F-4552-9D72-77397475AC8E}"/>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AB187C16-5551-40DA-A387-6557C19336AB}"/>
              </a:ext>
            </a:extLst>
          </p:cNvPr>
          <p:cNvSpPr>
            <a:spLocks xmlns:a="http://schemas.openxmlformats.org/drawingml/2006/main" noGrp="1"/>
          </p:cNvSpPr>
          <p:nvPr/>
        </p:nvSpPr>
        <p:spPr>
          <a:xfrm xmlns:a="http://schemas.openxmlformats.org/drawingml/2006/main">
            <a:off x="826770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ABCCC6C-733E-45BC-BF13-6993B6AFD8EE}"/>
              </a:ext>
            </a:extLst>
          </p:cNvPr>
          <p:cNvSpPr>
            <a:spLocks xmlns:a="http://schemas.openxmlformats.org/drawingml/2006/main" noGrp="1"/>
          </p:cNvSpPr>
          <p:nvPr/>
        </p:nvSpPr>
        <p:spPr>
          <a:xfrm xmlns:a="http://schemas.openxmlformats.org/drawingml/2006/main">
            <a:off x="861060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P025</a:t>
            </a:r>
          </a:p>
        </p:txBody>
      </p:sp>
      <p:sp>
        <p:nvSpPr>
          <p:cNvPr id="26" name="">
            <a:extLst xmlns:a="http://schemas.openxmlformats.org/drawingml/2006/main">
              <a:ext uri="{FF2B5EF4-FFF2-40B4-BE49-F238E27FC236}">
                <a16:creationId xmlns:a16="http://schemas.microsoft.com/office/drawing/2014/main" id="{23EFA910-F5CF-44BC-A0B3-7850C1CBD432}"/>
              </a:ext>
            </a:extLst>
          </p:cNvPr>
          <p:cNvSpPr>
            <a:spLocks xmlns:a="http://schemas.openxmlformats.org/drawingml/2006/main" noGrp="1"/>
          </p:cNvSpPr>
          <p:nvPr/>
        </p:nvSpPr>
        <p:spPr>
          <a:xfrm xmlns:a="http://schemas.openxmlformats.org/drawingml/2006/main">
            <a:off x="937260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919DE90-B054-41EC-B7A2-7DD90B59D2A0}"/>
              </a:ext>
            </a:extLst>
          </p:cNvPr>
          <p:cNvSpPr>
            <a:spLocks xmlns:a="http://schemas.openxmlformats.org/drawingml/2006/main" noGrp="1"/>
          </p:cNvSpPr>
          <p:nvPr/>
        </p:nvSpPr>
        <p:spPr>
          <a:xfrm xmlns:a="http://schemas.openxmlformats.org/drawingml/2006/main">
            <a:off x="971550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P026</a:t>
            </a:r>
          </a:p>
        </p:txBody>
      </p:sp>
      <p:sp>
        <p:nvSpPr>
          <p:cNvPr id="28" name="">
            <a:extLst xmlns:a="http://schemas.openxmlformats.org/drawingml/2006/main">
              <a:ext uri="{FF2B5EF4-FFF2-40B4-BE49-F238E27FC236}">
                <a16:creationId xmlns:a16="http://schemas.microsoft.com/office/drawing/2014/main" id="{A9B22A36-868A-48DF-B10D-2C2239A775DB}"/>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C9B7F06-7D59-4203-AF2A-A08F8083D725}"/>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Balanced history induces an A shift: P025 misses all four B targets; P026 retains only its single A target.</a:t>
            </a:r>
          </a:p>
        </p:txBody>
      </p:sp>
    </p:spTree>
    <p:extLst>
      <p:ext uri="{BB962C8B-B14F-4D97-AF65-F5344CB8AC3E}">
        <p14:creationId xmlns:p14="http://schemas.microsoft.com/office/powerpoint/2010/main" val="108791984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F6EB923-D191-4663-AA0B-780AE0AA1C29}"/>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F4ECE7C9-43A0-49BD-B21A-21C891748AAB}"/>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562E9A96-931D-4C98-8AD0-F2E4756A3C35}"/>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62C684-EC47-4FE8-A592-0D4EA8AD3EA8}"/>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B2330F9C-19CB-4F5A-BFE6-B7DDC3171C7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C4DC144-968B-4012-AA83-0E0EC1A5BB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E585FD3-F804-4C8B-9EE3-9D486ECDB0E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365C45-7E11-49B8-8370-976F1EBB282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EAA1600-E2BD-418B-90EA-922BA80D254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41B738-8306-4F9B-B3DB-3EB78E702EC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2F5ED9A-72CF-46FB-A8D5-E32E82F3CE8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5CDF141-E927-460C-BE20-118514ED5A2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FAA9F12-F753-4349-85D1-60E2DC53FB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559558-10F7-402A-93A3-19DE09D9A0A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1444410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FC09065-CD8D-448C-8454-F859CA70796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B5AD86C1-687B-44DA-AC68-4B3182799B2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3CE5F412-FCEE-466A-BE56-631D9AC25EB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BC88EC-C78E-46AC-AFA4-5ED3916D155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F0E2847C-EB4B-460D-90A3-18F13247F97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752C626-C33A-49D6-B0AE-B059E2CEBD8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1A1FDD5-C4F1-4246-9DAF-E62E65277FC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33334C9-32D0-4617-AA1C-83111963D0A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D94A38E-8A8B-4ECC-A9CB-C71350A4315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F99F115-785E-4017-A226-45B217CFB7D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6D29C4-AD97-44C6-A34E-D39109E26AF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C1B921D-6871-44F1-B098-EC86485F6FA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970B94B-F45D-4514-83FF-2678C5B5F46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5C9262E-DDAD-4A05-9ECD-B6FD8D109BE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A3CE3BA-524A-4878-9C77-43212C40B1E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E8A76DFA-FFA8-4D29-90F1-CE1BD3696B44}"/>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2C6640C9-7E39-483F-B4EE-6AF0BB07F58C}"/>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2A0D2C5A-3C7E-43DB-BC4D-3253C628EA12}"/>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F4EC621C-3C0F-4053-9044-3B47C751D82C}"/>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6BF481C-2CC4-45FB-A5DA-0AED8AD18B6B}"/>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81F50C39-8372-434D-B17C-7BA2FD21A160}"/>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CDDF779C-C309-43DD-81F4-E2E76A1F6875}"/>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FC2800AE-43F0-45CA-8EF4-BC0B8FFA9887}"/>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D37F728-D093-4074-9DFA-8E4E3FDDC10A}"/>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F5E675BB-5873-4948-BC1B-F246E8093703}"/>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87AEEF1B-0CE7-40DB-9A16-BF7D47FD0020}"/>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BE27B668-B7B6-4DE0-B481-3BF5DF181704}"/>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0890219-CA71-4E68-8D24-FE55005A0729}"/>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136152337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4A35ED1-96BB-463B-8887-ED6F6ABE94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53CC7C6B-A09C-4D18-BB44-D7983D932A1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B53E36F3-08F4-4243-9840-C764B66AF63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122C55-6DA3-4CDB-ACB0-AB9DE120A5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5BA5BBDF-5710-4D5F-8C47-FF329E8A7FC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3981940-71AD-4AF9-9A3F-0B0252BF9A1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74FCD6D-24A6-4E00-B18F-FCB4F9FF90D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53364A6-9A9D-495C-A399-FCA36AB137A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9829804-CC19-4C69-8815-7FA8B390ACE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A79E82C-14D9-45FB-AC1A-63C91B65E40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7702A07-6359-4CE6-A90F-DDC8A35959E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F597B62-9D39-4500-8363-601C6ADB8C3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FB28865-FE19-412C-A432-20D74FCC65F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016005-764D-4D4A-8285-EA622AD1EB7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93963CF-8B0A-4E42-BDF8-22D5F7CB1BDD}"/>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F5600336-B19F-4A0C-86B2-14C2E43AB5EE}"/>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2B8C5D3A-C538-4065-95BF-951B30884A9D}"/>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15EF2F17-2DB5-4FD1-A598-67558CC60987}"/>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8C5DC0DE-E017-46B2-B70B-E1468822989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AD236F1-0A31-429C-AE61-DE6D2A8E47C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7543286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83CDFCE-76C5-4945-A505-1BE4B2AB3D7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721709A4-15BD-4FC5-B0A3-2F5EB344889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54C7FF3D-CDA1-41E0-B46D-BA887EB6402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44A35B2-F979-4781-900F-9BF886AAD8E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F5340C72-2DE7-4A3E-93D7-08834FF9712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65F2E9B-AFB1-4D18-8AFA-B71225247DC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988D585-D565-4935-A741-93FBBDAD9C1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3F8996C-0450-48DF-8531-83D599450B7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250F0E7-72B8-48DC-A39E-8B8DD5642D3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6F8192E-593C-4BC3-83B4-8074CCC2D87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4B83B8B-A6F1-4681-9550-A4C1A0EAAF6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B81B48-EB58-4EE5-8520-C68AC80FE60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2169E8A-0010-4426-B1B1-703784E143B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F73FBE6-8C27-4EB2-B81F-5AF7A8878B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24FB3F5-8B02-400F-B1D1-AD78758C2BDA}"/>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4321C613-9E6E-4EB1-BF0D-C9D9BFC9DC9A}"/>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61F94E0D-3541-416C-B011-77B4AB127038}"/>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539EBC0-645D-4417-B3C7-3FA083BF2334}"/>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8C7BE2D3-32BE-4564-962A-91C1BE517472}"/>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827BE235-1816-43A0-A8D3-85C3494C3C5D}"/>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B8C2379-48C6-4174-A94C-E6F24FC8CC8E}"/>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E7816D73-8106-4F08-80B9-1359A9BFBF3A}"/>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24762E7C-E989-4B6A-833A-40B3EE7D9D1B}"/>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D5E4B28-7266-4438-AB03-6C5A6CC61860}"/>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61330651-2CAE-442E-9E9D-8E6A264D1DC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0C2F3AE9-55EE-4381-A9CB-F80A97D08E77}"/>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C086AD2-096E-4A69-9100-F97FDD6414C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78ED653-B9E6-4CD9-BB0A-42D0F21343F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161452652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D7679D1-0E6E-4A06-8350-C3A7F68CF46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F9F4ACEC-7F28-482E-BC31-0591AF261EA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310E16D2-DB70-4B69-A30E-FC838C79973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E92F8A-F3EE-4BF1-8BBB-F80E8F80A28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3B2A3D9D-7374-48DF-90BE-F6B7272A20F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62DF50F-6D1E-4A99-98D5-28D13152236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A213955-622A-45E5-9B70-1F25F5BEDD9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4559259-C0E3-442A-831F-4E433AF71CB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043EAA6-3D45-4D57-BFC0-4DC34141C73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2A7F36-C098-4557-89C3-D982D68547F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21B87F1-CECA-48F4-9156-236FD7DF79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8E1D15-4F7D-4BF0-8C26-AC564E82E2E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FAC01CB-9AD0-42E1-878A-E013BB30790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CC01BA9-FC63-4214-9E50-850901C847C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BF48945-ACC4-49B6-9284-FD38E3D480AF}"/>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5911F277-1C95-46D8-8DCD-6E63FF3C66F7}"/>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B1ABBA18-8061-4CB3-A0C9-075D2C025CB9}"/>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57AA74F-357C-4B12-85F6-4926E72487A8}"/>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47E53A07-C9B2-410E-9068-4C6257C0827F}"/>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1EAC11F0-2FF5-46D5-B930-8F1B64840FD6}"/>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D5960DE-F202-436D-BF4A-39C4832A306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49FE1078-72C4-4041-A45C-1900AB81AA13}"/>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B2F9A413-A26A-4F01-BC52-8865ECA20706}"/>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91C251F-AB0B-4CCA-BCE4-01295CEB9F8B}"/>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D854D802-B0BF-43FC-91F5-260548824ECD}"/>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D26F17EB-CD24-423B-A718-C622E8215EAC}"/>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FFE5961-49F9-455C-A640-BF366CCC285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3896DC6-6FB4-43CD-836B-5E79AA07584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0923176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92604D8F-A16A-4761-9AF4-D7AA70C73A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76E0A3AC-17F0-4915-8ACB-25E6A8550AC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6F9EDDFF-2FC5-438C-ACC9-4E3F9E93705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C4C716F-83C4-4627-A337-22B2026408F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4AAD01E3-3383-43C3-AEE9-91E2C4F2F09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8443837-8EA9-405C-8C14-912C9132353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5AA13CE-58C7-453F-99A1-70614E36D15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6C70B92-13D3-4F44-959C-7FF4D09A80E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2D1D09E-5161-4CCA-84BA-4398D991BE4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0A91DE5-120F-47CE-8E1F-44E1D9C0A80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53A66D6-F81C-412C-B560-AA891C9B58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2871CC-E22D-4D9E-B845-ABED0D5B179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0D15AE0-DD9A-4636-9EE5-DD1643D7A05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56E9E09-7D2D-4C00-B4EC-F947A3F5565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E333BA5-F8CC-496F-8DF4-E07F4724B248}"/>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1880321C-5EC4-485E-A6B5-A9C4FF39F1D7}"/>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003872C9-329F-4BC8-8B4C-D33582715EE2}"/>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D29A8E30-8CC0-4092-9C52-A01E7D8AE80D}"/>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2EE44FA1-E7A7-4410-84DD-DDBAB707CF52}"/>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F60B4A49-7AF6-4852-BD11-32FB7884F52D}"/>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35FB8314-B198-4410-938A-EDF86F8DA404}"/>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E85C4165-E6D8-40D5-8BC9-C38E63465453}"/>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DF9BC1D-50BA-4AFA-A967-C0BC68E0268B}"/>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76FB6E29-F0F6-4D30-98BB-2735FC670A70}"/>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82EB909A-01FB-4AE8-94F4-30409B8DE5EC}"/>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59D83B78-811E-4084-97E5-B1FB0E74256D}"/>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AEA3A72-6A87-48E5-A6AD-EBB7226009C4}"/>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DA743ED8-3056-4792-A298-03955F65C5D5}"/>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E638EEF9-8984-4AD2-A541-3D2EE8B79C5F}"/>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82F3D5DE-F732-42F9-A0DA-CD2DA0A67290}"/>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DCE6330-3181-4967-9081-8A6455462C1A}"/>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0AE65E3-4428-4C7F-B02B-2D1C0BAA9BA5}"/>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70342246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4EEED9F-4EC0-4B14-B0B1-4AA661053272}"/>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21E69AA7-64BC-4610-9F24-C9A20CE3F7E1}"/>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0B04D80-6E1F-449F-B7C4-E596E1C8A6AF}"/>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Prediction complete. Next: what information supported the prediction?</a:t>
            </a:r>
          </a:p>
        </p:txBody>
      </p:sp>
      <p:sp>
        <p:nvSpPr>
          <p:cNvPr id="4" name="">
            <a:extLst xmlns:a="http://schemas.openxmlformats.org/drawingml/2006/main">
              <a:ext uri="{FF2B5EF4-FFF2-40B4-BE49-F238E27FC236}">
                <a16:creationId xmlns:a16="http://schemas.microsoft.com/office/drawing/2014/main" id="{4BAB6812-8400-47C4-817E-061228FD446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D7FB11A-3E74-4166-B9F3-A1A8D6DF961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0BAFC9FA-1F01-46D3-ACAE-9C7A4E753E5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614B295-7F95-42D8-8D34-FFE10851674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6F1CDC57-0940-44A6-9189-DDE531F4A6A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A4EBF78-6524-4018-8B28-7494258C2B9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DE3C34EC-C87D-472E-A453-B86157310A1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AD33E79-BF18-4227-91F3-63ECB6E5623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D52145A8-2885-40FB-B4C3-EBE256073F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47AEEF7-B715-42C4-BE32-BE8C57D4E50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8851857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926B5A1-FA43-4106-B1BD-3E1A86EBBD9B}"/>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39B4FB1D-DB8C-4DE4-94FF-84BD3B03411D}"/>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6FE960B5-6AB3-481E-9C19-C485F643CBF1}"/>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BE0B145-7684-4413-B850-E18986CF56FD}"/>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CD753B70-E7C8-44E4-968F-BFF8B78FAD2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99BDEA0-35C6-4379-A360-565DECDB931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583AFA5-CA91-476C-9E7D-8092B51D9FC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CB65B3F-BA89-4DCC-A77D-389959997CE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EBA825C-4A8A-4B20-9331-AE97C8C7111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88E9DD-3DB6-47C6-8085-965879F55A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1C65860-06F2-49BF-8E40-4666B3F1E71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F6B6546-C432-4A29-AE5D-EE1AAAAF72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53681F6-C981-41FC-B58C-CEA74885C0A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23B732D-F0EE-440E-8958-4C69B21B8E0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9269449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5FE1407-4DA4-409E-B4EB-FA69331EB3D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13AB6A9D-ACDD-4801-8C1B-F274F8C3DEC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4C3BC27E-8432-4CA2-A301-BAD2DF2EA59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ABB417-13CC-4985-8785-C3297EFFD5E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20550E2B-A4B9-413A-A06F-F1C976680D2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ACA4BE6-0714-40BD-8D36-26B0EC17C2C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1A84707-DD64-42C6-8322-5489C4DAA7E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B7C8941-0715-492C-9322-5B5D94237A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9FFB8C3-A0F2-4077-8769-1AE5662E0E1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905B0B7-724D-48FE-99CA-8FFC713B4E5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8C97142-0184-4B3A-90C9-8B64194C137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C8B1D7-5C74-4388-8BA6-4C56941A98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04327C7-12DD-498C-BE1F-BF0BA8E14B6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883826D-F6B6-447F-A080-85CCE745F77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04EB02C-A85E-444B-AF21-B33B88D74EE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E3A5EF9B-B4C3-4C0E-A5D7-4649CB141122}"/>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545922DA-2D83-4D54-89E2-D28CFD7D3408}"/>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6C5924E8-723E-474F-9FC3-C4CD123C06AC}"/>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F451BE3-C2B2-47E5-A973-1891BCCC3B27}"/>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58E23517-02A9-4157-BFC0-663DEE9A016C}"/>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B3F3040B-467B-47D6-A5FB-A6FE9E7C40F9}"/>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8C67C1DD-B447-4C76-BB88-9AC3AA7ACB00}"/>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A725C06F-A201-4002-BBF7-4DD9CC2A8283}"/>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A735AC1-55F7-44AD-9E7E-8A363CF019BA}"/>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8434AB05-8746-4CF8-A9DA-0A5CD43B9EB2}"/>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BD7E46F8-FD8D-4F00-9B7A-6542F09F0120}"/>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891AA7BD-D31D-4767-B6F7-1FE6756DC051}"/>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B14910F-A8D1-4D14-B1B1-BFEEF0F5A0C3}"/>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58228879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EF440D9-7C41-4BA2-B575-B6A640BB9EF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443A1F55-3CDA-431A-9BAA-32C8DD933D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35C125E7-4DF4-45F6-A74F-B7F36012075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6736C98-283F-4DF5-8E13-13F19096765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4635D174-32A8-4733-BC09-5AEA3FF0DE3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368CBB7-6C2E-4A3E-A57B-6C6D309195D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0B1C1CF-8B23-4D7C-A71D-659A1E1A3C7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5E8181-74A2-45D5-8135-504A217CA65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4B3E222-3F18-4C75-90A2-6CE452639D6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F538B3C-C0E3-43C2-B700-C099B18A160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E31415-EFF8-452D-B519-E6F33807B96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B25E76-8066-4BB9-B6F6-ECC34591F99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83103F8-FA61-49E4-8411-B80E7BEFAE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A44C3F4-CD4E-4E50-89B8-DCC59C48827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E38DC51-6A33-4C7F-B395-8D2D968A776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570A3B89-4464-4B82-BDAA-8D5E4E3BDC96}"/>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48FB749E-9A2D-4076-B2B2-44ADB8722537}"/>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EF4A8A1A-EC3F-4AD2-B635-0F290347DD54}"/>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7F72144D-6CDB-4857-9195-7A8ABFE68230}"/>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50125886-5A95-4A84-B9E6-FF355F23DC13}"/>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BF30E8DB-7A5E-4949-98AD-E7DB566B17E0}"/>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D8A9FE7-A743-4E26-9B81-B6EAD6445B49}"/>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0BF9F3FC-8334-48E9-A414-39BC11DF2400}"/>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510AC3EE-1A1A-47B3-BF5B-D9638F016408}"/>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591A9CD0-C7A5-4A7E-9C47-8C5F381C7544}"/>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BF84FC53-BE24-4207-A118-42FBBDB71EBE}"/>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B64E01FD-71A7-4A80-9C6E-2052D013B2FE}"/>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31AF2188-3ED9-480F-A8D5-FFE268D2EC33}"/>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17948BD-5535-4875-858A-5DE0F88A7486}"/>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332159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A5BCFA6-3F24-4856-9B99-80E7987EC18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3636F82A-E521-4C1A-A909-71D713A4A47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D79B3161-D74B-4B67-A426-461291BD9FD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45EB456-79B5-46F2-A707-F34C939431F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5EE47AB1-054F-4454-8883-EB225594BE2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4DEBA01-ED14-4226-90E4-3DF16CDE823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0D1C278-EE2A-47D8-BE89-E01812ED345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A080170-827E-4835-937E-EFF9AF090BA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8EB2E4D-5B77-418F-8604-127AA4345EB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FBC2235-25EF-4773-9FB9-084D5B24F15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7680B3D-CACD-49D2-A8D1-4752990CAA4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CB1C81C-87E0-41B6-A48B-739F94C6B2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EA4F2A7-1F8A-4C75-A2F5-B55013CDBE0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8D47CD-2549-4AAC-838D-2FC82B7E545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55D8277-1A37-4B18-AF0D-39011A65ED9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EE0B9E0D-C7EA-44BB-B325-5DF55F5D7CB4}"/>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90DAB5BF-8BD6-4C25-9AC1-74CC1FA561F2}"/>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A4F01ED-D93D-407F-B5C0-6CD8D9C1EC41}"/>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62853438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99449A9-59D9-4B37-90B5-44BD2757EEA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7A0BDC36-6D32-4F6A-9587-3F02EC1CBB9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9F80F932-91D0-4A15-A58D-000CF3CCD63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7B7CB0A-2C3F-47E1-9DBF-065CD852DB8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25F3832C-6455-4F60-8A4F-9F76F392A83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F07BB3A-77D4-4CBB-A246-B683A72DA6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B44BDFE-AA9A-4025-BB6D-F79A07C2AB4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60AA42B-26AE-4AB8-93EA-B76D475B5A1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76B73F6-7192-450E-A613-7690CD8F6FB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1DE06E0-5BBE-4329-8216-4AC804A7225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E443681-8DC6-4A15-831A-80263B90873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675A88F-8391-4368-8EC3-F4654E54650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36A6343-AE69-4D20-AAED-7698C4F9940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554E852-ADA7-463D-B189-2C399B4B5D6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2DE1E08-78AB-4D9A-A2A7-609921FBDF0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4C8BCB36-60D6-4046-8E63-B454C3A12DFD}"/>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C90640DD-4ACF-41C6-8ED5-D427E463A514}"/>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465BB1C-C63D-4F7F-B680-CAD70E7771DF}"/>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E5AFAF68-9DC5-4613-BD88-877CA13CF994}"/>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B8F02026-A051-42E0-8C20-CA39E3875FAF}"/>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D462BB4F-9338-427F-927A-D22FDA91905E}"/>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D91F23B-CF53-4584-A49A-B5AAF7BD68F4}"/>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39459555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7E4A9147-383B-4527-942E-ED15AF2795C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78026593-860E-4F1D-9C4C-BF8E42498EC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7D68141D-2F9D-47A0-BFAE-FA11F9AC716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8E15CA7-37AE-4E58-98B9-909C82DE74C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832932B8-C3C0-4104-9B67-A46989718F9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6B780B7-A8B7-4259-8A50-B20C2D86021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4431BCC-CDA7-4321-BC9A-43B6782DC6F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9DFB107-18C1-44E1-B885-27AD7AD1AF5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7F18D61-CE49-41D7-8E96-03B2027643A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0613B5-D903-4623-984B-B577D19DA5D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79FFB53-4F4A-4937-BEC4-E10AF1EF1C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A712095-AF6D-4E77-A74B-8BE7BD95B8B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6198A47-C6FA-4EB8-BFFB-129781C8F33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4ACC1A6-792F-48E7-9ABE-EE8261C6AA2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EBC965E-3315-4CD8-A3E4-6BB077B329C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4C62F118-F112-47B5-BA82-252EC19DFF4C}"/>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02B142D1-0DCC-4E08-A65C-A389A272169A}"/>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917697EC-01B3-479A-9736-932C6DB7D698}"/>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1D13640C-78FE-4F00-9DF9-88ADE1A9CC3A}"/>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25130E86-AE45-413D-9338-FE9520C1B3A6}"/>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FE3AF761-C0C8-422E-8818-AC0AAC8E086B}"/>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B11A8D2B-12C8-4985-BDA0-8713353B6D7E}"/>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75C29CB6-B952-41AA-B86B-3F3F13EE1E9B}"/>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A330A031-5EDE-43C4-BBA5-FD9C0FA5BC2E}"/>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4832CBFE-EFA8-400A-8847-51440FD85CD8}"/>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7759CCA7-6CC2-4CCB-9E99-34C82504955A}"/>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47CD2840-BED8-4842-AD83-1AFE58E937F7}"/>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370E0DC5-2ACD-48BC-B6FC-D71867B597C8}"/>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3FC6E3A-6D1A-4043-A520-3DD9D66D6E32}"/>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103355483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2EA69C0-C569-4AE1-8B46-1047F2D43F0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AADFF202-0758-4868-BF1F-51CFB464FB2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E7B49891-8759-4E90-A797-E5421D09E55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B6E2A80-8DE9-46DB-B045-A8C4B7B7ECC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CB4D36E6-A93D-4CB3-B637-AEA63D26D16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4989BEA-3BAD-4FF8-96E9-5D27DCF1662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0BE44CC-BF4D-4A37-A6A7-C7995A6F2DB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FBF735-6ADD-4988-B3ED-BE546A1943C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C41A1C3-3955-4B96-B1D9-1C7902271E4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F78D981-85D8-4582-B441-6121A2CC234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B061407-9E85-4171-A9A5-ED696957494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2D9FB7B-A442-48BD-86F8-9214F074DBA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D5EB5D2-4DC5-4A37-A9EB-0BB5F3AF9E1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9F6E15-8512-43B2-A4B5-9CF76A7C1C1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192C23-37A4-49D6-8B43-2D7A3D6EF6C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D8CFE70D-980B-4E4C-A2A0-2EE575F7BE07}"/>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950B0EA2-A10D-4026-8BB1-5A3824625A66}"/>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E5645CEE-5FAA-46A2-93F7-162531954B23}"/>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F8D256E6-D220-45FA-BFAC-4C74F7E819F2}"/>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C241070E-E793-4D7B-B621-CE7083AB9304}"/>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FC774D1E-E3B5-4EF4-99C8-B5D6667F5853}"/>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A335A4E4-0742-405B-8908-4ED4D07F8F20}"/>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A7A28EB8-E0D4-420A-A723-BF4F4D0A2BF7}"/>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A4018767-8A1E-49EC-99EC-137530C8AE2E}"/>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456C54A4-10E5-49BD-91A3-04417072889B}"/>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2230DEAD-DC5A-48CF-8642-233A1CF67A89}"/>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2FDFCB14-E276-4CD7-9452-A72492A0CD75}"/>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B4C4DB92-C860-4819-A9C6-DD6D8403E45D}"/>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E19009DB-9F36-4C37-87F6-F5C0B110C92E}"/>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A84C36F4-2AEA-4BFC-B3F7-2C4C4BCF3E10}"/>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87E247C1-1D02-4846-BB60-2A82E351494E}"/>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B16647C5-B045-4CD9-9B5B-1884BE6C122A}"/>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F633F5D-2C6B-4C36-B7CC-4F4AB6289280}"/>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20235143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3DBA5E7-D939-40DA-AC4F-CD539A4C8A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CF5D062D-3611-4107-AA4C-2B271EEB9F6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63993237-C603-4205-8895-ADF8D83DDEB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7309B5-80CD-43CB-986E-8802877C333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B0D0420C-B56B-46F2-8FC4-FA3F3D5B28B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0D29543-B571-4B2D-AE90-080520BC485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029F3BD-9CB5-4754-A43A-493C21A223D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C5C1B61-04E2-49CE-A1DF-BA148F89B40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09DD0BA-EFCF-49ED-B2A5-D6C5511B483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4050D6A-EE9E-4D35-B3EB-95BF3494227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D654B95-2B0C-42B9-A037-1F3E9DA606E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DDE1D0E-4DF3-4ECB-BBF4-25EDC591891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B96F528-DD0E-4425-94F4-C1A78CFBEC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66D1526-3771-4C16-A75A-1189C049746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82E48AC-8A50-4125-A4E4-6649901A391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C4F8EE33-914E-454E-BB12-04DB171ED4D2}"/>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76348C10-BE51-4A4E-B378-0CCEC7978B13}"/>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B57C9F3-CDB7-42F4-B88F-4C802090A3DE}"/>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11255190-1FAA-42B9-A6FE-5B8140DC1A5A}"/>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BFE972F-A5B3-4A16-B17E-2A6E95810793}"/>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EABA47CB-F346-4758-877E-BF82C4A1605C}"/>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68CF9AF-D307-4F68-8679-6E1F3609EF23}"/>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A2B78CB1-6D05-4BE9-83D0-DA0972913B0A}"/>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0562B969-9A75-4DE3-AA5F-E8D388418AAB}"/>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943E3E35-DEF9-49B6-B1DB-10574392FCBC}"/>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B3428659-E065-4B84-9B15-E298B27B9715}"/>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668A88C8-2963-47EF-A726-0A09B9846374}"/>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412608CD-0868-497A-AE58-2ED5F2DF225D}"/>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C09AD52A-2230-45A4-891C-9AE9B07E855A}"/>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B94D6FB8-D4DC-42DF-8D03-A57A0AAC37A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2ED25B1-B4D1-4DA5-8055-4EF0AD6DC486}"/>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116286154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1F24BBF-0E0C-4E79-B6C4-213E9C4D87A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B57E3B72-9AB5-4A50-9133-D288E614C19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900BF554-0370-40E0-B15B-F459B78CCA5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CB647B4-DE12-42CC-AD06-9361AC553C1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9BE3B9D6-8615-4594-BA39-64979499847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0096E66-382A-452C-BDC5-BC26EAEFD05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3E33AEF-1D74-4B3B-A583-ED985F966B8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9F05894-BAE5-4AE0-A49B-B49D7D3ED60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2152FC7-F680-4D5A-AEFD-3F5A88D725D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A8E8CA4-545A-4726-BDFC-EEF501F5DBC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7C7E463-B540-4B83-A466-63FF0C71206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D629137-4248-4DEB-9A60-38108EFB84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0D86715-9B50-49C5-A74F-0D07A7AFC6C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8C0A9B7-52D4-417F-B023-41BDB07F9FC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0C0C3D5-267C-41D2-AAA4-0F1F68F194C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FC53A050-D995-453E-A711-40CFDF6DAF83}"/>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414fdbd2408f40d8"/>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50B9AE57-1D16-40E8-8856-E1D48798CD5E}"/>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C385A7AD-702E-4DD7-95CD-BA74F2B3B85F}"/>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0561D5CA-615C-4D95-9E56-9B303A9BFFD5}"/>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2439B072-A2A8-49B7-BDB2-C4F9ACA2A186}"/>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3B9D3FD8-48D2-4716-92DD-46231F9AA220}"/>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1E886B50-20D4-4354-AF3F-69F2436BE2F8}"/>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B942FA2D-B361-483C-B00F-C40A93F5E3E3}"/>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7C07C66-4F98-484A-8D40-824F054C5AD7}"/>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2532776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F7E5FC87-0124-455B-8A39-4789C6C39A0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5B71461A-64DA-4004-810E-D26754DC63E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CAD3987A-2179-40C8-B58D-0F3EEC3589A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DBD455-6AB7-48B2-879A-699BBE33819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F48A105A-C88F-4640-A904-B927EE4B074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4F9961E-AE3F-44D9-9E04-BB542052064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80E8242-337A-42D6-9CB7-04945CBBCC5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9F809D-993F-4C7E-AE3D-032E2311AB4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7BF2D48-C067-4515-8349-308B3B38DEB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AA1E776-31EC-422B-9AD3-ED4EB480B24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17C4A4D-A4E7-4AF2-926D-70817BD8501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8D58E63-B662-4FE0-80C6-7B0925DCA5B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7D84CEA-C4C1-439F-89D0-8B829502846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31BD91-A5E7-45B5-AA30-97B7B49F38D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8C18F00-A0C3-4B9B-BB28-B2CAFD3DCC2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1DF7E846-1B29-4054-80FD-8729A4E11C45}"/>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4BD88C15-4EDE-4B61-AE3B-09D64EB7EE06}"/>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033FF00C-833E-4E88-A5BA-4AA5B1788DE2}"/>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F1465BD-F348-4D8C-9A63-197FA65D8511}"/>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2A4B9C4C-1BBE-4F03-A622-068A9CBC7E41}"/>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4B0661C-3CEC-4D4A-80E6-E19819CD4EA4}"/>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AE3408D5-E907-4D3C-A57F-20F228B34D60}"/>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ADA62826-3AA2-4B65-883D-721A891DB28A}"/>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845C87A-1624-429E-BCDD-AF94E325C9B4}"/>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A8E13989-92EA-44D5-8D6D-C85103E3CE04}"/>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6FDAF2C-AD3C-4FA8-A116-B565E333CA43}"/>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75967E1C-09EA-4349-AA7A-47DB8C80DB3A}"/>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2F3C68FA-225F-41ED-99FD-171F7670FFE2}"/>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8203947-A27B-4510-9FB9-B9144E9E8751}"/>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F48F68C4-1831-40A0-8B65-865F0223E8A2}"/>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4881079-1195-45F2-A23F-BA6EEAEDB54E}"/>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4DDB6B98-5F12-4C07-B5FE-6D4BD98EC820}"/>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CCB170B4-0618-4B2A-8101-21E2FB103527}"/>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41B95228-8FBB-4F14-ACAD-C4CC91E4E8BA}"/>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00540A9D-DD06-4E84-9CCC-B73658B35BBE}"/>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3192E7B7-C292-486E-99DE-DA139DFBA32C}"/>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6B2F72F7-F16B-4E66-A036-968565217ADE}"/>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78977608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7E70D8E-F1EC-408A-ACB7-405F6A6E40A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EF4023CD-8506-435C-9216-E9F5DA71F97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4BB5196F-297C-4AC1-8F8D-6A7A2E75235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508EBC2-CE5B-4EF0-8AC9-B27A3A38A54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A34E6993-F54B-4A51-839D-0A3D39D22B1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0513A05-F4D3-441B-9425-8C0C2520720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C0F4DE3-06DF-47A4-A553-33E3FCF8DCC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C5F5A3B-0114-49D5-BC5D-22B516E28F3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6E135A5-5F56-4FAC-BD29-74A27CE0ED4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2EB20E-97F1-4868-AF15-C7F9132913B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06205F8-BD4E-41D1-918E-57C8181A897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D1EE01-799B-41DD-8C55-6F87991CFA1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1A3F629-34DA-4479-A235-223FBD25E11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0A14802-2853-4007-8C4D-CF27AEAD198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DCEB8DB-9479-4C01-830E-6628B4AC273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c2a132ac9de4e2b"/>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31377043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7869327-2DB0-4E72-BAFF-8E66B60D0FA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67DB64CA-57A2-41EC-94C5-B16B41D215C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2DFF19EE-E4C4-49CC-BA18-53FCAA3E2EE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4CDB48-B59A-4B25-A827-C65F450E892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3A231ED3-665D-464F-8111-40B37802528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9822C27-5819-493D-A861-398EB4285FF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2D05DBE-FE1A-4872-B4FD-59D2AED4381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AD642E-FB26-45DA-A99F-B96C0010EBC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6475E7C-9F9E-4C6E-9E4D-CB0F3C54E2B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A5D66DC-2EA0-4BF3-944D-DD5AF8A8CF1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6058E2A-DBB2-4BFA-8127-A754C507064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04A909C-5421-4A57-A18E-29A89A0FD7C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2FF4E3D-1621-4C3A-A770-2063D1F105B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F4556D9-49A2-48E1-9C31-6E9B1D280F2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20E76E9-B6BD-4390-B323-61935AFF9E6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617ECC0C-8E89-4DBB-A329-2A08E0E3DDE7}"/>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e41a4fd01d504985"/>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596854C8-E4C3-497F-B704-0A57C2549628}"/>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F897E2F1-4744-481D-B4B5-AE44A4F19FA7}"/>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24031D68-1A5F-436C-94D0-7D884004BBFD}"/>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4AB5DC22-6B36-49B2-9D1D-9C382F77EF4C}"/>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D2B0147C-75F1-4ACB-95E1-948047984ABA}"/>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79230EE-FF51-41CD-A21B-DAFF125B9EB0}"/>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1E039D63-BD0A-4A62-BC45-869DC596DB15}"/>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CFF7A09-519F-4368-8A8A-A596AE08861B}"/>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6A166486-915C-45E1-9215-B9FD24F25BDF}"/>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3C188B8A-BD65-458A-873A-58985648E959}"/>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6AE893F-3C4F-444F-93F5-AFBA0524266D}"/>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74451994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63A18ECF-579A-4692-A8C9-4D0C330ADED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17F6AE19-85C8-4BCC-87B8-82EB82E5DDF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A5754A2C-63E8-4D08-BD99-C46D15C262C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BAFBB21-7D05-4224-8EA2-EA02239CF8E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2CB43C3F-C89C-4AD5-BBD0-EBE5DE2F251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C9B90D4-4597-40CA-AD0C-F04730B8DA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7CD5E15-6DAA-486A-8682-19E9DDD79FA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7418699-805F-4E11-97E2-00813EF8A07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51FAF1D-27F1-4F6A-A565-6BB62CB48BB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69F468-BE6D-4AF0-B870-6249A5B941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28D5733-F45E-45D0-AC0B-A3EDBC39108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3D59A8-1FA5-4514-BD44-9E76E6DDB69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9468884-D558-41FC-9D8B-BAE1C826142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1A1F79-FDB9-4118-9BF6-3F863D2182B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58468B3-08AE-4344-B0F1-4E0C53B0CD0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5C476885-39AE-49C7-8A58-7EB29BE1290A}"/>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4E5D592F-DC79-4464-B819-602DDECE6471}"/>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F165E029-AFCE-4BC5-9A3D-3227A94E2AAF}"/>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4FE684-340E-42E2-87C6-77951B99286C}"/>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FD1E3A6E-21B2-464E-827E-135D805E4C64}"/>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F0D3461-5044-4987-8145-9D0BF389BE39}"/>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816CF505-5F26-4A94-8CE5-A69C2385DE68}"/>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1A936FE-1CA5-438D-B7E7-F7A370A32A8A}"/>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68CEA84-E4AB-4513-9547-51E5659EE603}"/>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114545F-789D-4E36-BE6D-4DB6EC160179}"/>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564AEB1-F20B-469D-9C95-5D1AF8E95DEA}"/>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B6C32A80-B8B7-4CF9-A457-8E602DA95F72}"/>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4FE1FC8E-CA40-4B12-9F94-147A599F3946}"/>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88D2CD20-1570-4CC6-9F1B-E7CDD3F9B315}"/>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F29D009A-79D2-4341-A87B-0E3E5EC07CE5}"/>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72E2D8E6-E466-4320-A927-1BEFF4AE51A6}"/>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E29CC863-FC1B-4A24-A04F-95495EC3C1F5}"/>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4E62B602-CC15-43E5-B6DF-DF78C0BA3D10}"/>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49A90324-5F5F-4552-B577-E3837C1E8A06}"/>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0A499F55-2E91-4F71-A5BA-7E72AEE935B9}"/>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0FBC1000-6CBA-4362-B3D8-E173B5F8C519}"/>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A71A0293-DA4E-4BDC-BC65-AD7B96770522}"/>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31FCCED9-B2FA-4757-BDEF-67F8870C5933}"/>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FD1999CA-ADD5-4F56-BB7B-64F83E868D55}"/>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F3C2CEEC-96BA-47D3-BC3A-49FA7CBAC6B2}"/>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E29572F1-012E-4EFA-8EB0-445A09025983}"/>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2C0E4CAC-89E4-4A04-B0AA-9F397F8651E8}"/>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6AB3D82-4BCF-420D-8737-BA3F9950D341}"/>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86899490-3BDE-4DE6-A3D1-7A8491E0DDB4}"/>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9D2EC347-F80E-4DB1-A737-4124AB873DD2}"/>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4845DCF9-492E-4567-A97D-D11CD94D334F}"/>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DB8BC59-1508-498A-837A-38C8F3B66738}"/>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AF6B77CA-180B-4CE2-B827-651E1541F852}"/>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2815972-CB74-44B5-A63A-EA6CA62054ED}"/>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40455422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4668C4DF-6F9B-4AF3-B17A-6A3D3ABDEE6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D854FA3E-0C76-4BB1-96CD-B5E7F7B5A82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D577E8FB-F057-48BA-8A92-7ED9BC04909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90A9F2-DD74-496C-85D5-79FFFD0FADC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61D494DA-0379-496D-8F4E-7C06189D2F6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BAF1C1E-89A6-4A4E-9B10-A017CBD836D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5D3EC68-DE1E-43B8-916C-E1D45E53048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887361-E18F-4B67-8248-FDFAE78F3E6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3C49891-9A62-4E42-9D26-25ED6E725F9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0A73BC-54A0-47EE-944F-AA371477EDD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BD0BF87-6AAA-482A-991F-9D8E458FA06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694555B-7ADD-441C-8BDC-65DE54BADE9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7916C1B-F360-4203-AB1A-CE77DD83F01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D2EED06-E834-46BE-AC8C-CE708323FEA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789B4B2-6CE8-481C-9203-56704EB8439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29C6E62B-D397-47F1-AD11-D4D90F752918}"/>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23E28F90-1D46-4707-87DB-C3CC13278781}"/>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743D0CB1-D45C-4999-96D8-6749C517A6D7}"/>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A4D49526-7CB8-4DD3-88A2-1AC38FB6BFD4}"/>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6A6B4E2C-0345-4FF8-8278-AF7AC872272B}"/>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E0CE4513-D25B-4AFB-9B17-E35D4E705B91}"/>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7836AE9F-F796-4722-837F-29D3D556A2C6}"/>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95E4D411-718B-4013-90A2-D0EE7FBBA52C}"/>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AEB13222-C2B0-40B5-B0B2-30583A42DDA5}"/>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E49208D0-9B32-445A-B7BB-26E12E5750DF}"/>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F169B686-33E0-4101-B718-6EE18E590C43}"/>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B2D3293C-0CED-400E-A29D-7B6EDC56E4CC}"/>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DFFEE5FE-27EC-4683-B80B-D4D19CB41DCE}"/>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2B99328F-20D6-4D32-8505-BFA4687D4F65}"/>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3C92CF1E-E593-4DDF-BAED-AE0E91A25E1A}"/>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88F9148F-6A4B-470A-BB3A-8FBFE235A449}"/>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0EEE45D2-A1BF-4DB2-9003-7D7ECC76074B}"/>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7FBF769C-5497-4871-80ED-43CB892A91AC}"/>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EC013595-541E-496A-B866-A290C4841648}"/>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33C79CBA-16C9-4C3A-988D-DBC4875F30DE}"/>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2DD7446C-88C4-46E5-BC6E-0856A514A69A}"/>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62663F7B-659B-4181-9FA3-DF9375D3B6B8}"/>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980D86CD-3D3D-415C-BACA-A008349EDD5F}"/>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30FCFE8E-0F22-4A3C-AE00-662470B1FF83}"/>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266604C3-F6A9-41C5-AEA7-18B53F14C616}"/>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6D486111-1AD1-4629-9073-FFDC326A16F2}"/>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6756F53F-8C4D-4A2C-9D2A-B553A1F63671}"/>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F5A961AC-F597-4986-9CC9-08E4AF77416C}"/>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E85573F2-D64B-4AFF-B7F1-C982E2B991AD}"/>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4E17C4EC-C515-4370-A1F2-74D7F5D44958}"/>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913D110F-EAB1-46AB-9FEE-F10F5F143DB7}"/>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812B9DF6-5604-4C35-9A7C-A7F46FFC58BA}"/>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89A90D9A-082B-4314-823C-599782771BE9}"/>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226C1710-0A38-4009-8808-29A88A58A0A4}"/>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34BBC06F-FED8-4F0C-9F19-A114C7077D20}"/>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635328C0-7310-40E6-8106-58CCF0DFBC0D}"/>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4CA2E0BA-D07F-4EE9-BE25-79ED284DC825}"/>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9BA0B0CE-E531-40BB-A5BB-5FFA43D5D01A}"/>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EBC511B6-7C4A-45DC-802D-1E5A45FF032A}"/>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ADA52E3D-4A65-4263-B4EC-F150DDC285F4}"/>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C4A2B6A5-014E-40AD-82FE-1D87FCA06C09}"/>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C641ABCD-A471-4619-A2C5-82FAF2F42D53}"/>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2C65103A-403E-4DBA-8531-EEC134ECB6A9}"/>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4F00EA3F-A45E-42BC-9BC8-B74ADFBDD213}"/>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74E7A15B-8964-4212-A27C-90F44EB3B464}"/>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99C4E206-95C2-47B6-88F1-C340E3731524}"/>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FE07A52B-36BD-4162-9A49-97852975BCDB}"/>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B4816FD3-F67D-4A29-A8CD-D88C772614C5}"/>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41AF90E6-907D-427A-A9A9-5F0B07EFDFF9}"/>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C6208D40-3940-4406-9BBF-8329513A8A1F}"/>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E3F33D23-F199-4846-A45C-2D5BB7002F2B}"/>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6A1914D9-EE86-432D-BB3E-9824E745509C}"/>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2A8596F9-88C5-4492-B163-620985F22951}"/>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9926B497-A782-40D4-A4DE-5AAD28EB5C24}"/>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03393281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DFCBEFC-54AA-4510-854C-89989B17F40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E04AB9B4-6726-44BA-A62B-07D24ACED61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693A9F65-76AF-4A7E-8655-9F736614CD8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0EF480-F76B-4B1C-AF4D-8FB26D44933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C41CF562-F2BC-4B91-A346-E9F7C7FB6DE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8FB395F-EDFD-419D-841D-5F80103CA18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E3EAFA3-2B3B-46E0-8A0A-2FA04A3B6AA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F597965-4158-4812-BB9B-E49365F487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05D1BE4-6AA7-406E-8573-BC326F0990E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CD29A80-CA0F-4981-939D-5E9A7AE35EA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30C16B-C7E6-430A-801A-3BF958ADA6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8BC281F-6CC4-4D56-BA5B-382DAB9A4FF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058DB82-E59B-47E9-AE81-09B9AF7A804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89A8128-D86F-443A-8DEF-BFCFFA6D525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B938CD8-360B-4CD4-9E6E-52D489724C6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2FF39757-2A50-43C0-90C4-4204FC3177DB}"/>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DD3E8BA2-9F67-472C-8506-3CB7A57256CB}"/>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331AD10F-0402-48C1-8D5E-3CF7E712B3B6}"/>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0E2B7D2-D856-4CEA-BF2B-3D88C77C9129}"/>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863185153"/>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7FF5234-154B-43B2-B339-EAED4EF250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2BF72227-DDFF-42E0-A0A2-5B3ECA2CB30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F4320E2D-22EA-4E02-904D-1880F7B37A8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135FAA-171C-46FB-889E-460D9BEAA92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4D439859-514A-4808-B77D-1C750EEBE02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6D944C-AFBE-4375-86E3-C5F78720F40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ABA2E04-E464-4E7F-9880-E66A84621C4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F5F3FEC-BC4E-4084-888A-3DF99875C2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22211B6-E633-4E68-9EBD-CA5CB8C094D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DFCD94-12E2-4C9F-BE57-B16DFA3FB45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9008F0C-9062-4ED7-A314-384C280FD82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2897D6-1F0E-4C62-B847-53AAF825D1F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89C0AA2-63D9-4101-863A-6E756A7C5B1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6B4C63A-8D27-4ECB-B41E-07D4A188365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BCFA224-DC2B-463D-8377-ED161A19BE6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ae56a1c6fc984cc3"/>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58A60D24-FD0A-4172-B9AC-A3C536841428}"/>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3CB883B3-14E6-4206-8FF2-A5BE0F4E18EE}"/>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E6984C2B-BB7D-4652-8822-114275A7982D}"/>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9AC8550D-25FE-4DAF-99B1-8221099872E1}"/>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3BE78468-F33A-4BD0-8AC9-8A3A80B33DF2}"/>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3103EC3-99AC-4E01-B940-46720B4F3FB2}"/>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093123622"/>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C1FB523-F544-41CC-9DE7-632A9D725C22}"/>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EF99B350-B66E-4594-9DCA-E0FCBB54158F}"/>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30D46611-8EEF-4BF1-BBFF-47D43C936F20}"/>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589CCF-1CAC-4EA7-915B-AB6C84DABB19}"/>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49E5C534-BC34-4397-B774-8D84CD95F5A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029B92E8-B520-404D-8414-1D62FFC4B18F}"/>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0D9788BF-A429-4F90-BBC4-9C45E13118E8}"/>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2F6344C7-BBA7-4401-8B6C-2655C07582DC}"/>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21FA48-7E31-4BDC-882A-D14FCA38FBBA}"/>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8B84082F-8B84-43A3-B0C5-8E6647E45EA6}"/>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11BE276B-3B94-48FE-A929-AC5233415C52}"/>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4A9429AA-9C9D-4F44-AF4F-532D3C52C1C1}"/>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89CB1D20-8274-4BC7-A1E1-0DC0D152F8FC}"/>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7194FF9B-8BB2-460B-97AC-D99EA2FA9461}"/>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61B07B2-A115-477F-8E42-9795D1434596}"/>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2B927B74-8464-4C32-B9FA-05F77AAAF370}"/>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185799AB-D929-4600-9C0B-62E62BD32737}"/>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7AEA5A8B-6FC1-4C68-882D-B3DCF1CBA83F}"/>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F0D1C7FA-3214-4FE1-85E4-79A6A95B6088}"/>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90203685-C808-4F4E-B510-D4ABBD4F9C5B}"/>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6ABFA64-AF84-407F-A793-AE84BDFAA5CF}"/>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DF81C3FC-5498-4E8A-8508-EB8A8253923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D1E31DA-A5FB-4AA3-A276-B395A1440B7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CAF678C4-2527-4F61-8597-DA4FDA9E71E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7A73656-198A-4046-9D54-5760D6C12E6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B6BC573C-2D5B-45CB-A737-FA11D8F46FE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5A09BB7-EBD9-48F3-8633-8E670EFA57D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9F2398F1-B16D-4F24-ADD6-D5D44CFE7D2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37637DE-76A2-45AA-95A9-7FA73E03F82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581FAEB0-6999-4F29-9DC7-6C76E08EB4A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3DA9EF4-D3B4-4129-826D-CBE5B12CC23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3050148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B85C6E5-F67F-4377-AC4C-A07DE35E891C}"/>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8A191E38-F034-4847-B70E-3BAC5F20456F}"/>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A8EBC461-C25D-4930-BF1E-A543EA34F33E}"/>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AD94EA-3E24-4471-96EF-31F169F9082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91EA4A6B-7AF7-4A36-ACDB-36E398A4706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F89A31-5F49-4C60-8D1E-4A0F4583181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24C839B-618C-4456-A5FC-BB652806AAB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81486DC-3217-43B5-AF18-CD65E4E4D90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37D6882-4151-4994-8E7B-B0399C2054A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67CB85E-0D19-48B4-B2B9-C0A7127D69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0CCDD10-EDD3-42AB-B33C-C2A531491B4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649FFC6-A6FC-4872-8200-EE1B58C85CC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A4E6FE4-9DF7-4293-9929-F0D59192279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355F39F-0F0D-43E8-89CD-6FF5BFCD8D3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0929779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9D7002A-F507-4500-B08A-EDCB7397E72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4F949ACD-FA76-48E8-A865-7FA5479AB1D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3A92DB1C-A3DC-4DA0-A793-1A4A212816C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75C2CF-4DF2-4BE0-A81E-8AB6CC7A7A4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B4FDADAD-106C-400D-972E-8578E5B944A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9943C1A-94C8-4F3E-8E6D-A2E5DE12635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EE0AEF2-9237-4546-8571-7FE00746793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C1CA7B-526B-4AD6-8D9D-B4088064B14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9E0BF0C-7121-4DA4-91F3-1246CCA64EB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97D435-2628-4A68-8BB5-6AD53D1A210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E73B599-83C8-48E9-B2BB-EFD25A30D92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80153E5-CAB8-4DC1-BC57-FAE59F08EA2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7358F34-4156-4734-8966-FA897C38930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8FF90CC-631D-44C9-836F-7D5196A06F8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545DC17-EEFC-4803-8C42-F6AA723E1851}"/>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A318F1DA-8A62-422D-8616-4C38E5DD9069}"/>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B9FC7CCE-C5A9-489D-BE5F-47C11FCCC241}"/>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D991AA0F-3D6D-4330-998C-2AF91C896FD7}"/>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CC270348-08EC-4B97-92A1-DA88DEA5141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B6895FF-9E2D-4FD8-85CD-81AAC9D8504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48119225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7A4D321-BDD6-4553-8757-E877571B859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12462F0E-5BB0-4667-B0E4-E23344BEC1E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BFD373DC-4252-47DD-9C19-034406DD5AF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C3FFBEE-1BD9-4669-B44E-A6E3752F0D8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5A36680B-4490-4129-A184-CCF305210C9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248492C-9082-45A7-AE4D-55D0D302CB1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12437D6-D700-4A2E-A1E4-3881E7FD1EE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677B72C-AE5C-4E7A-8420-FF2EA899853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E3A912B-5E69-4A85-B314-21C3E6E570B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8993A78-96F3-4297-AD7E-8B919A1CC9C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2B79D22-0911-4C17-9255-E9B27E15E51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BEA2C72-996A-4772-8AB5-586453254DD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CE1D525-6BAD-4109-9D26-58E17311A64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DB919-3D04-4AF6-A5F8-A0D368C85FC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8B4A8EA-CA99-42C1-B217-D6C6A654442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C2E7C8AD-49EC-4D64-AEA4-B11F24CFCC69}"/>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C3FDEC4E-CFDC-4C4D-87DC-691B359CB161}"/>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58C841D7-88FA-47F8-BFB9-E2DA1DFD690D}"/>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28E92833-452C-4588-A467-958F45B81116}"/>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89F65A0-4709-4F90-87D9-F8E8FD203F42}"/>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3EB6FC84-F759-45B9-BA95-98CF723800DF}"/>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4A5ECEF8-FF38-4A53-BD31-BD00FEFA6157}"/>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F621296C-95A1-49BC-902B-71C07B592596}"/>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83D3B18-648B-429A-9EEE-18A986441F09}"/>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708FB95A-EDB1-4C7C-BE65-517F4500767E}"/>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E7850F0F-BEEF-484F-8C86-35C0DBA4657A}"/>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85DE4152-D628-43FE-BDDF-5D1C7D9A9FC4}"/>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8F08021-B353-441A-BE70-7C305EE59A1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50574D0-9627-4871-9FDB-D03CCB7DD59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30760350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C01A0D0-F77E-45D0-87C1-9BDD1E5DC83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77F0A87C-F64B-4EF8-8875-E22069E8CD2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637712A6-D793-49BC-8DC0-ED7DB4665DE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B54671-20AE-43AD-B81F-1FDA8CEDA5F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F2F008F9-5831-4370-B12F-243FBA3973E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BF71D64-4B27-4D66-A4DC-5C7BDF53B99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453901A-57E8-46E3-B919-CD89686186A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121D1C1-DF19-4AED-A6D2-649D25DFBCC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D3C82E-FFC0-4E5C-8B63-2F206C81513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A423E54-B2BA-41F3-9A4B-EAFA5D49206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010D990-A0FB-49DC-89B2-8E4B52ACDFEB}"/>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BAA2F9E-98AA-4D84-AB4B-D3FB08589A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BD61EBE-F1CA-4A1F-9570-780680B64DD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15B8B98-E225-4037-B022-212D6F49FCC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64922BC-B858-437E-B95E-0BA6C6A9DEED}"/>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7FC2B347-79B5-4639-AE4E-9D412B1DAB71}"/>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859E36AC-8C8C-4993-BA51-33BA0FD34D45}"/>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0147C36-6E31-4F6A-BC34-2773856B1EB6}"/>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24A60B81-7728-4FC5-ABE3-55E543D4C0EB}"/>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A6E3BAC0-B3DD-4127-8D5F-42598831502A}"/>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F65DBC3-AEC5-415D-8F6D-90BB0A84D50E}"/>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D504C0D9-F0DF-4080-A92D-E60823B987C7}"/>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1B21680E-8739-42A3-8298-1E04ED6AE7D5}"/>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49C1336-6EC5-43EC-95C8-30E41B8B13F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58B2185-7D7D-4A4D-ADE9-A9898911D90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81464072"/>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AFB177ED-2968-45EF-ABCE-2FA265F76DE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6ED303CC-4F04-40FE-8ADC-96258051C54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A6EC6215-AA69-4ACD-814C-CF2D0AF63BF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E7B0378-D177-45E2-852C-8EF4E4B0068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D57139C9-CA99-45AC-B049-DD7A30F0ECA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4860392-4365-4FD0-9FCC-E9692C11630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7CEDF0B-7E47-4F5E-B5F6-2DBC1EFEAD6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7FC74C0-FFE1-4728-B9E6-AA514F7D2B5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28CC6AD-040D-4CDA-9431-70868E81E73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8C387A-95B5-462D-8D46-B77B7B28AC8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B9A4B4E-F0C9-43BE-8A6B-C686AF2602E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2AB749E-F74C-4898-9FC3-6747B77AE61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DD06AA3-9DB0-406D-91E2-5A2A6C5BE5C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E05F9C-B3E5-4047-A13F-A820DF98CBB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FC6FD12-9C2A-4849-85A1-03AD06091B1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C66EAD45-8610-4195-9E65-F9D02CDEB303}"/>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324AD938-C16E-4CE9-84DB-71946A505A91}"/>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34F04420-C8DC-49F2-97D0-AF53D2444CDE}"/>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974ECC2E-E84F-41E0-A42C-A507FEE857E3}"/>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C3848576-ACE9-46E3-906A-C563A9CDC425}"/>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092A2454-5A11-4488-B092-1BBFCA94CA04}"/>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59CCE4D3-112A-4206-90D8-392F70FE7A7D}"/>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EEB209D-CFAE-4B28-98C1-362034EAB926}"/>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A29EA32-3E42-4BE2-860D-5FB1DC043A0F}"/>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9877EB7-62AA-452C-9FAC-FED10E7DDC65}"/>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5F90A690-12A8-4796-A6C1-3390753346C9}"/>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D4D8B20F-F124-4FE8-A6E4-C30B2F2F2AA2}"/>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DBE5116F-880A-49FC-85D1-4865E0C06DCA}"/>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AD20451F-56D3-4B77-81E7-87A5D1434D28}"/>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BC5702E8-9535-4F23-AFAE-A9C0B71CABE3}"/>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BC584ECC-23FF-4E51-BE64-9E6F7BA02CB9}"/>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87561713-7A03-437A-8C81-25E4AF82A5C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396AC3C-C689-4956-AB38-B1B88D1F71F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217302568"/>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8A064B9-ED68-4DF1-ADDA-1CED584B39D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919BE400-8196-427E-B8F9-D652A0C269E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4FBE50A9-9FAB-49F2-92C6-7FD0F682512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06033D-ABE0-4025-8C73-EC126379989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EA997BC4-F95D-466C-AE4D-CA8A303C5A7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B58081-8BA6-44D1-B810-A60B49AEC38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1DDE9B3-40BF-4B06-8E32-C350CCD796B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E184DCB-E64B-4217-B890-3C9F40670F1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9951316-5EC8-4B2D-B109-7BF3BAC4285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9472810-2C53-4B1F-81D8-0B2A0429776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71B7A7E-5585-425D-A52D-6CA63CC991AF}"/>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C10BDC6-5661-464B-A259-A77E7B8656E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05CB661-A54E-4685-9635-057D0335138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21E5BA2-CC51-482B-812C-C2CDEA50E2D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6143BC8-DFC2-4E7C-BB5B-C1A1E66729D6}"/>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BA6D77DE-76FF-4E2D-B74B-93B7409F94F2}"/>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153C6EB3-18F5-4868-9102-2698CC83C08A}"/>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9163F37F-04D3-41CD-96E6-C8DE137B37E4}"/>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7C44D553-D5D4-48C8-ABEC-8C581864F21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FCC8517-69DA-486A-9F6A-9AD8C8C3676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711342424"/>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4DB6DC6-C3B4-461B-9437-1A3A16CC91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D6254826-9A10-4CE2-907E-35C696B1389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A0FEECFE-B64B-489A-898A-5FD0A2CBB46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952A6F-7F5A-4579-A54A-94C385286C6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4035EA55-72A7-4D91-AEC5-603C45F795D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9E7158-8B47-4303-8120-6D06037F1E3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5528F60-163B-475A-B4BE-7B547EF7991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4466941-071D-4CC1-B391-D5999FF5DFF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A7785D4-374F-4C3B-BE65-33804DFD786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7DD55B-97A0-474A-98A5-8A509E61D76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39AA0BF-CA24-4A26-9C1F-CC25FE88FD9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A3E0185-2BE6-4637-AE5F-56C65873949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1D48613-D3B5-4FDD-9789-8F435641F37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8B9BDA5-405E-4250-99C0-335F0CB5BE9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E68DA9C-88E3-4F28-9AC3-64B6164A27F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0A7D5333-A68E-4105-9189-8121A466FFDD}"/>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C4F4A72E-CA83-410D-832B-6595AE8CE3B1}"/>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7EB65D30-DCEE-468C-97A6-61435D8A5C85}"/>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B6948BD-C922-4B50-9D63-3AE8C79D2C0F}"/>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2419BCAA-4B0C-479D-93C8-659F572C9842}"/>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702C3E3C-8B5D-4BD2-8F7F-D08B4F21D18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7CA2FBC-96F8-46BD-89C3-9CE0B73A57D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965466429"/>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6F32455-FBAE-4B52-AAB5-42F09BBAA81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664ABBEF-D36E-45CA-B70D-896ECD0C2D7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7FE21625-C439-4CFF-B6FD-7CBE8B3BA6D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E99BF8-47CD-43A8-AD2E-6CA260DBB85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C21827FB-3578-4907-9CC4-05F678A5CBB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D98398-9E43-41FD-B3D7-589064F6628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F9E29A5-2ABF-480D-8D88-F0E7ECF079D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DAA5F3C-3A3B-4F33-865B-658BC719C2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59CAA9B-FC47-40BA-9CAB-767AA74D4F0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D4F6FCB-8B13-4D50-8D0F-FFD36C4F13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2CF5FD2-7739-4AEA-9FB9-1374D1D3815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6695B24-A3E1-4580-BEA9-33FC6D2712C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462428-C2E5-44C4-A5C5-F4F7866BDF0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A9F781-A911-4EAB-A15D-ED353CEAA59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2320403-AEF8-4102-B989-75D6D2DF06E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0188BA33-EF47-4952-AF3E-F28B753CEDE7}"/>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E34719F2-EDEA-483A-B36F-EBDF3ED7C0B9}"/>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922009F5-7369-4A4D-8B6D-DB1B17223605}"/>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D40F14EC-9009-40D1-A1F8-D6A6ECCA174F}"/>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180E6F41-26D4-4D83-A184-3A78E1AF9895}"/>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C573D349-8A63-4BDE-8D6F-F3FD603CB2E4}"/>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7F72CA8A-216D-4265-8C1E-80C3BC390D49}"/>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019F2F0-F9C7-4251-B5B2-8DF16BECF76D}"/>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7D51CB8D-6D73-49FF-ABAF-26F1C201E830}"/>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5F1D64D2-12A2-4E92-BC32-E6EBD8FB42E8}"/>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1C37D4E6-AE92-46EA-84BA-0E87ADF67A3E}"/>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745D856-3C9C-4C46-9DD7-949983881BBF}"/>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45A80F64-B375-4CBC-9C69-8AE4170AFDEB}"/>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1ED01C15-54F6-40DE-9294-9594425E36D7}"/>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068D552A-0A76-4574-9A11-3E4410CD1048}"/>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E76F8BC-32CD-44F0-BA9E-D1BB6BFD2E7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3DEDCD9-39D4-4BCB-837F-053143C009D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96092578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5465F71-EA6C-4846-81B2-DA930F2672CA}"/>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6DBD89E8-CC65-42DA-9885-7181573F957A}"/>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F5F62B0-8BA0-4ED4-9B28-DA9056A5B5D0}"/>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515"/>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Explanation complete. Next: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16CD77AA-C010-4ED1-9D17-83580E1B0E1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3107CD5-FDF3-435C-B1F8-894246C044D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81F45C1C-D701-4376-961F-34A3F87783F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F29C2DA-AD0F-452E-B55D-9DC4D7A936B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84B3F0F2-E80B-454F-A4A7-EFB374A20C2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BC031BD-64DB-4D4D-837E-2BA9EA79748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88DE434F-3DA5-438A-B91D-DB8D750AC382}"/>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F65B152-0D84-4EE9-B9E9-7AEEEE952A3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3E78DCAB-2F8A-4259-B716-B76355FF78B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1A879A0-1667-4429-814C-C19D34FF2CB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5240938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9828545-6981-485F-8413-FBB69774DF3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F8272C22-2CFE-46ED-9BFD-E5E52031CA7D}"/>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4FB1B529-FA61-4F5F-ABD0-4F99973D5499}"/>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9D9EF3A-3DCC-4328-A072-6E8163C4271F}"/>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8D9F9E82-548F-49C8-98DD-BC5156A7224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BC73963-E9EE-49FB-9395-5B2D95FC58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86EC259-6F77-4B34-8554-8BE7319E89A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EA1EC75-E990-4ADE-9FAC-0A15665957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94A63D4-99F9-4C61-92A4-CB20706D6B8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C06291-CBD2-4C44-B774-7598773F637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78E1B1B-95A9-4A6B-B408-B1826CF12E6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2BA67AD-4AC4-4745-8659-8D371519BB5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8F0DDD6-D50E-44B1-93FE-B2EC15CECFD7}"/>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7CBCF03-18A7-4F50-BE7E-EE29B2626BF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26339181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4E562BB1-CD7E-40B1-9FA7-DFF170B44CA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80501B62-4679-4B1B-B9B9-02369F59BCF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C674E66F-8027-42BF-A140-0050268510B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98613C-27B0-440D-A0BE-E17DCF6F563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0B9A6247-1A92-42F8-AD29-5E9743B6D5F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83F5F6A-39F6-4E6D-A04B-C51B6CEB42A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C594EDC-A7A7-479C-8E55-30038C5BCCC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195ED7-350D-484C-9F7C-CB19279371B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EC6F2B0-0BC4-46B9-8B82-09402EFC3FF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5B8FAE2-E0FC-4113-BC39-0D120E47E39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857F27D-1CFA-4950-B237-3BD2A09DA1D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9F68993-39C8-4CEE-9517-775C70A10F7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F120999-A22A-42CB-A0B5-9898FA260D3E}"/>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D26490B-25A4-4533-B112-8992695567F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44C4FBB-F292-4248-AC38-4E8317EC994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CDBB287C-6A83-4DB2-9E71-507C7E6D1BD4}"/>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6A5E1790-37FC-4C68-910A-0DA16BA25E30}"/>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EAA411D5-A8F9-4558-9FD9-0CE14C5FFCFE}"/>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9AC0FEBF-9D4A-4770-80CA-A01C11EA49B9}"/>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7DD546A7-9124-49D3-90EC-3F56911836C3}"/>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516EEB1A-F77A-49FC-9400-59E6CA3D2114}"/>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1C81C26-8F45-469F-A1EE-2E6D28C23A84}"/>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4115AF69-C94D-4D6A-A83C-DCF024E3EA0D}"/>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EEB0A90C-6D3B-434A-A056-D86844B280D6}"/>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12E12B23-59C4-4327-9F32-C0AFAB7F8919}"/>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9A2AEFA1-9EA0-46C5-BBD2-064F6A4BD867}"/>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7C94A3F9-9456-4C64-A349-FD20E5DA46AC}"/>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B836ED6A-5E9C-45F5-B744-320B1597F802}"/>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915683E-3066-420D-9BF3-670545675A65}"/>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DF1D57E1-DCD2-4D37-AEB2-9B7B909C5518}"/>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6512DC9-EAF8-45C0-96FC-10FD0728663F}"/>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B643C912-6409-489B-81B2-1A972D599765}"/>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6190191-DA15-4CDA-B832-F7106B7D0C0A}"/>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5DA68B5F-79BD-446D-8F5A-0687A319C0A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0B5FCD97-4BA1-4EDA-968E-9DA9FBA8135F}"/>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176109001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246F615-3389-4E60-AB5D-5B2027C14EA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E846457A-DA94-4CB3-80C2-36B3C2C10C3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78D8801F-4D2A-4F66-B654-063DC13777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E1D81E4-31AE-4C53-9E25-65560208EC6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0F9C61B9-DECC-40F1-8C98-9F58A8C08EF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44ECB7-C76B-4CC9-ABF8-8DA04313B8D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86DD42A-90B2-4B92-925A-9C45DB46B08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8660E5F-894E-4C03-8D89-A65171EA7CC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16E9DD5-A995-4725-844D-2A06D866AF9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DAFB85A-125B-47F1-BE90-963507FB3BC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6B5798-FA45-407E-819C-0DBE4755FEE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EDC908B-C304-4EB5-ADE0-EA401072A57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6354B9F-9632-46B3-BE16-9C391724755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36F4133-C7F5-47C5-8314-167ADCC39BB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AB28788-701F-4889-93A2-3E828CE11F0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808AAB80-ABDF-4AE9-9C3D-4EF828895A5D}"/>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B8AA790B-C966-4617-A36F-5619114C0596}"/>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C8747E51-C002-40D3-8843-C1B96EAD6C7E}"/>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0120151-D47D-4AF0-AFA6-4A2C7815EF2E}"/>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06F9993A-C072-4CD4-9FBA-DFCE7EFCF630}"/>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A7626666-26E6-4C88-BFDE-0A8EEE4B4F8A}"/>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8E12501D-C92C-4E56-BD79-2496B7D9510C}"/>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2299CB9B-5C33-4752-A45B-29E0DB41E943}"/>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F0CA7090-0974-4A06-AA6C-B48BBB6D6BAE}"/>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DF5A2359-A235-44BB-B7C1-DE3FADFECFD5}"/>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ADDF9D1D-A023-4B75-98E5-A69E7E177B17}"/>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B40CE70C-225E-4A91-9C21-80DBEAA3B308}"/>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08D13FD8-53DB-4FE4-B6F1-A1B689A7999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FF3BC4F-DA33-463A-8443-1D17D56D9C9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98801113"/>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FFFF033-6F40-4DA3-964C-839303DCF4D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3E675849-F83B-4FC1-8C0C-F58DFF5A2C0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02CAED14-D09F-4980-89EC-80A600BACCF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DAA822-450B-40E7-8F3B-CE146283C7C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8DF25778-68DE-4F46-8E0C-676C21AAB65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F757DF-588C-40D2-A69F-F2FA621A80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3BF225E-8F40-4B18-BFDB-C3671EB591B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124BB0-BC98-486A-8CB9-7A578C49A0E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2F8FBE0-5FA2-4ACB-8580-8E51036877E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4911824-11BB-4459-8A01-13389753DAE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EC26E78-43F6-4EC1-9AFE-8FB9E08B910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A23AF75-D25E-4F38-8E11-0DC69B3329F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30EFCF2-8BB6-44CB-885E-8B756137FA69}"/>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D1E9FEF-7876-4B6A-B77E-9FB351B938C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53164E0-B53E-4D02-A8D4-29D1C054268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F979F95D-6950-4FDF-8A79-15918D704224}"/>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B7FCFFAE-7CEB-4D76-9D18-9437968F464E}"/>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C77F2A40-A751-4328-9BC7-6FD1D6ED2662}"/>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8F132EC0-E303-4507-A5D5-22D78B6409C3}"/>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98843F04-69D0-4764-BE76-CF74FB6942CB}"/>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8E443C96-6E7A-42D2-B78C-54D98D72655E}"/>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C8A036ED-313A-4479-8026-5720FBD83666}"/>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BDEA264-1A4B-428A-92B1-A4B8E4EAF5A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EB92413-C6E6-4AE7-AF19-86D610C9E25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797582488"/>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EC74857-3E7F-4D29-BF70-316675821E1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0062F092-243B-42F0-A994-B3F4F5631AC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0188294C-EA32-48BE-AFEF-EC3025E5269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26ACD08-BB1F-4660-9F5B-3D77FF5EA15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77578EF8-032B-4EB5-9222-56EA322029B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B76C531-BD40-4173-ABF3-447DBD8A787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157464A-DE39-41C9-AE77-B2E8F463773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A125A8-FE21-4DEF-8F9A-78B04B25198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6114423-4B86-44FA-8CD3-9CF1A6F1D9A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71A85B0-A65A-4733-8908-2DD4896E534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B90625E-5AAE-4DA8-B70D-F4096A0A633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AF805D6-6387-4747-831D-AA0A3A1BB3E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3EE1441-90D0-48B4-86A0-62048213BC8E}"/>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38583A4-823F-4F6E-854F-2AFA4B0062D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412E828-851C-4CAC-9B53-35C7724C80AA}"/>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4CC49B54-D21D-4196-8BBC-F2369A525EAD}"/>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E8100D29-B8F3-48A8-9925-F95500BB799B}"/>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D8D0C8C-311D-4AAF-A403-B18F1D98A8ED}"/>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539F6A63-FCDF-402A-8089-01720F54134A}"/>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61067C29-9831-4D7A-9A0C-5DB225FDCFF3}"/>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A3DF575-0358-496F-AD04-A55D2E159CCF}"/>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E15B068C-37C2-4655-B901-2B9AFC50C02C}"/>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0CF145AD-6EBD-41A5-9170-9BAB9D33E653}"/>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C3ECD49-4D78-4993-BAEB-110EDB8B3803}"/>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15DCC696-9A12-4A82-B573-D5C8456FBC17}"/>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EC6E4E7F-E5D1-4E8D-A87F-AA069B39318F}"/>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83D1A78-1CE2-4F04-9BD2-0F629414562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993DE8A-D511-4922-9C1E-56EF01A0934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667649677"/>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A2D3FAC6-2407-41D7-A7E7-C262B5818B1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1BEBF546-2702-4802-B11E-6D8DDBC3D2F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E2908199-5FD1-4ACB-BD42-3636FE81058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E82E2B-244B-4653-B5D9-46BC705210A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6EF6E1EF-72C9-4BB8-A299-9F93EA87AFE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246D459-11A8-4A0A-8F4C-F97F56DA38C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9C64982-7102-4B30-A100-1BCED88F55B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D09779A-068D-4F10-A375-9A91C2DC2A9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C8856F0-6D5A-4F2A-83E1-285C084192C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5255C7-F179-4970-B8C2-6DC01D4E1C9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CE69C82-592C-4030-B57C-3848E386F70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196E0BF-58BD-4010-8546-38632DD23B5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E930FE2-D67A-46D6-9876-F9B2F95B2891}"/>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096917D-21BC-4BCC-ABA9-D7B7FED408F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7A08507-7FE4-459E-B7EC-969AA82B2348}"/>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383B14E4-1753-46FD-A320-C7300754D741}"/>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CC329990-F30F-4E1C-93AA-9E3E0026912A}"/>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8E342465-73C2-41F0-876A-AB55A80507FC}"/>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8ACC477-351B-4201-BB92-FC91C79EF9B3}"/>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675C08F4-48FE-408F-A400-E7E2127DC2B1}"/>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53505314-0A0F-4E6C-84C3-6C031459716C}"/>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97EEF1D0-18C1-4CF3-84D8-66014FE5832F}"/>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0E76297-DAC1-43B2-80FD-9D38885CC52D}"/>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1E6E1575-C415-4077-BFD4-D53FEFB62A44}"/>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8BAFB878-4B26-441E-AA67-066FAD07DEE3}"/>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E7288A10-36A5-4669-BE60-F55D82BE187C}"/>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5F3D8B9-F154-42DE-A9D8-39A2C296B7D8}"/>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C8F1B027-90F1-4333-A463-FD8258E86D9B}"/>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CCE24B20-375D-45C6-A587-A49C694EDA9A}"/>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EA7DB924-7701-4402-91FE-06A08F508CF7}"/>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61115E6-D5AD-4728-B950-CA422BBFC8DC}"/>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89C8095C-336B-4957-8639-A89CB4D68528}"/>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27ED4A7A-B3D3-4982-B9D9-5342387EE324}"/>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7FAEC8A2-29D2-45F1-B2F7-48AD19531387}"/>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AE91808-1E7D-4B65-A5EC-46909E023061}"/>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739372225"/>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9F35893-875F-4AC5-827E-E3ACF5178DE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695BB057-F566-43D8-919D-02E84DA8444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DB76DC7D-4C9A-4077-A608-D961AD939C1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126644A-1B3E-4718-917F-E4CBEE52559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504B5978-5E7E-48D2-BEA9-DC201C426B75}"/>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5AD127AD-EC7A-49BA-847A-59685A0FFFF2}"/>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00A08454-87AD-4C28-B984-158E40052277}"/>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A106C3-A6E3-479F-8068-EA407EE77DFA}"/>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BFDEDB7A-3263-44B5-9415-247AAA86FF7B}"/>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1EA3A815-B6B2-406F-84E3-5872AC558E00}"/>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A8B6B19-2AAC-40B4-BD35-E68AD86EFB6D}"/>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58F00795-EF07-4EA6-916B-18660940297E}"/>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AF898954-0D3D-41AA-8859-FF21E69C3A19}"/>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9EBFD0-7D20-4289-9AB2-84907C47138F}"/>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FF19F90-0AE9-48EE-B927-0B5808D37692}"/>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F11F3F23-1F9B-4D37-B711-899F2F14B0A0}"/>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3AEF13A-53FA-4B84-B2B6-294A1658397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20158E2-1245-428E-B85B-6E072DF60BB0}"/>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038727140"/>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B907283-880A-4E76-9A19-6803C25CBFF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DA6808DF-ED77-4F53-8D1B-A3D2F6CF2EF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AE33F132-1FEF-4186-8F69-45087401019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61971C-1D06-426F-BF6A-6DD7D0E9E24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F1B6B28F-0FA7-4338-BA2B-E48E610333D5}"/>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FAA60489-48EC-4A71-B497-2603C87CBA2C}"/>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5DE113A7-A237-44AD-9A16-5F4440CFFB27}"/>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326860-2DFB-4836-A284-6E192C07765C}"/>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2B94F14B-E2CD-4392-B3A4-42886CAF9A96}"/>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93620741-F422-4C53-BF44-84605A14F80C}"/>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FE55C7A-147B-434E-B123-A4DF48D3A003}"/>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A18A0780-7D1C-4046-ADAE-9C4A8F81E66A}"/>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8E69794B-11BE-4BE8-8A9C-66E9215AE665}"/>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9CAF1A0-1CDF-492A-8A78-A417FC37B3EE}"/>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48011004-0BEC-4BA3-B791-1FCA3BB83A27}"/>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668754539"/>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F08109D-DCDD-4948-8CA8-6D95A7DDF30B}"/>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37364A5A-513F-40F7-8CD5-30B33F86A26C}"/>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E557A38F-1D7B-4A97-AFCF-68AF2C7394F0}"/>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77F261-E939-4592-87FA-C5FFA0431B95}"/>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828130796"/>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86168C5-9279-4A96-8536-5E6B6005053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BF01BE36-E6BF-47BB-8261-E726E61A601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3FDFB95F-E9C5-40AB-856B-0EDC319A98D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8FEEE4D-7750-4E0E-996A-AC3B41DCFB5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DA29DCAB-6BF4-4510-906F-8012D81C2A7F}"/>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10529784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2026-08-13T01:23:59.6130000Z</dcterms:created>
  <dcterms:modified xsi:type="dcterms:W3CDTF">2026-08-13T01:23:59.6130000Z</dcterms:modified>
</coreProperties>
</file>