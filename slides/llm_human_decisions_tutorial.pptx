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692e7d9ac04f6f" /><Relationship Type="http://schemas.openxmlformats.org/officeDocument/2006/relationships/extended-properties" Target="/docProps/app.xml" Id="Re6fa4651da4d45d5" /><Relationship Type="http://schemas.openxmlformats.org/officeDocument/2006/relationships/officeDocument" Target="/ppt/presentation.xml" Id="R99c802b7f6b54313" /></Relationships>
</file>

<file path=ppt/presentation.xml><?xml version="1.0" encoding="utf-8"?>
<p:presentation xmlns:p="http://schemas.openxmlformats.org/presentationml/2006/main">
  <p:sldMasterIdLst>
    <p:sldMasterId xmlns:r="http://schemas.openxmlformats.org/officeDocument/2006/relationships" id="2147483648" r:id="Rf95d2b75cc06404b"/>
  </p:sldMasterIdLst>
  <p:notesMasterIdLst>
    <p:notesMasterId xmlns:r="http://schemas.openxmlformats.org/officeDocument/2006/relationships" r:id="Rf039ecd31d924f53"/>
  </p:notesMasterIdLst>
  <p:sldIdLst>
    <p:sldId xmlns:r="http://schemas.openxmlformats.org/officeDocument/2006/relationships" id="256" r:id="Rcadc95233da946e7"/>
    <p:sldId xmlns:r="http://schemas.openxmlformats.org/officeDocument/2006/relationships" id="257" r:id="R3827555dfde5491d"/>
    <p:sldId xmlns:r="http://schemas.openxmlformats.org/officeDocument/2006/relationships" id="258" r:id="R135d3def04b446cd"/>
    <p:sldId xmlns:r="http://schemas.openxmlformats.org/officeDocument/2006/relationships" id="259" r:id="Rc088f62e77b14fcd"/>
    <p:sldId xmlns:r="http://schemas.openxmlformats.org/officeDocument/2006/relationships" id="260" r:id="Rbb31e47821d14cbd"/>
    <p:sldId xmlns:r="http://schemas.openxmlformats.org/officeDocument/2006/relationships" id="261" r:id="R40f345aa85d54b88"/>
    <p:sldId xmlns:r="http://schemas.openxmlformats.org/officeDocument/2006/relationships" id="262" r:id="R1bf3f1171f3b44fc"/>
    <p:sldId xmlns:r="http://schemas.openxmlformats.org/officeDocument/2006/relationships" id="263" r:id="R5d5841b6b98f46ba"/>
    <p:sldId xmlns:r="http://schemas.openxmlformats.org/officeDocument/2006/relationships" id="264" r:id="R3e4f0557cb6a4849"/>
    <p:sldId xmlns:r="http://schemas.openxmlformats.org/officeDocument/2006/relationships" id="265" r:id="R8b0c23751e934cd8"/>
    <p:sldId xmlns:r="http://schemas.openxmlformats.org/officeDocument/2006/relationships" id="266" r:id="R6fe53229d22f4a3d"/>
    <p:sldId xmlns:r="http://schemas.openxmlformats.org/officeDocument/2006/relationships" id="267" r:id="R1ba72b9af3d34232"/>
    <p:sldId xmlns:r="http://schemas.openxmlformats.org/officeDocument/2006/relationships" id="268" r:id="Rae1633a8819a433e"/>
    <p:sldId xmlns:r="http://schemas.openxmlformats.org/officeDocument/2006/relationships" id="269" r:id="R9d62bd2554e74044"/>
    <p:sldId xmlns:r="http://schemas.openxmlformats.org/officeDocument/2006/relationships" id="270" r:id="Ra9e87a0799764ca6"/>
    <p:sldId xmlns:r="http://schemas.openxmlformats.org/officeDocument/2006/relationships" id="271" r:id="Rfbf13bc6182a42a7"/>
    <p:sldId xmlns:r="http://schemas.openxmlformats.org/officeDocument/2006/relationships" id="272" r:id="Rbc5a0d917f39447c"/>
    <p:sldId xmlns:r="http://schemas.openxmlformats.org/officeDocument/2006/relationships" id="273" r:id="R7483415c30224d70"/>
    <p:sldId xmlns:r="http://schemas.openxmlformats.org/officeDocument/2006/relationships" id="274" r:id="R834091344e1748df"/>
    <p:sldId xmlns:r="http://schemas.openxmlformats.org/officeDocument/2006/relationships" id="275" r:id="Rd2f5d328b1244d43"/>
    <p:sldId xmlns:r="http://schemas.openxmlformats.org/officeDocument/2006/relationships" id="276" r:id="Ra29e679ac0164a16"/>
    <p:sldId xmlns:r="http://schemas.openxmlformats.org/officeDocument/2006/relationships" id="277" r:id="R01a2259ed74147ab"/>
    <p:sldId xmlns:r="http://schemas.openxmlformats.org/officeDocument/2006/relationships" id="278" r:id="R469c74abd1b540ff"/>
    <p:sldId xmlns:r="http://schemas.openxmlformats.org/officeDocument/2006/relationships" id="279" r:id="R4fb277634bc04d2b"/>
    <p:sldId xmlns:r="http://schemas.openxmlformats.org/officeDocument/2006/relationships" id="280" r:id="Re41204da0d024bf6"/>
    <p:sldId xmlns:r="http://schemas.openxmlformats.org/officeDocument/2006/relationships" id="281" r:id="R6cfa1a940527424f"/>
    <p:sldId xmlns:r="http://schemas.openxmlformats.org/officeDocument/2006/relationships" id="282" r:id="R574c7c09cc9940eb"/>
    <p:sldId xmlns:r="http://schemas.openxmlformats.org/officeDocument/2006/relationships" id="283" r:id="Rf2522f61a6e14e22"/>
    <p:sldId xmlns:r="http://schemas.openxmlformats.org/officeDocument/2006/relationships" id="284" r:id="R35f0ea3967724c19"/>
    <p:sldId xmlns:r="http://schemas.openxmlformats.org/officeDocument/2006/relationships" id="285" r:id="R2a07c810570941cc"/>
    <p:sldId xmlns:r="http://schemas.openxmlformats.org/officeDocument/2006/relationships" id="286" r:id="R559f53faa6fa4aa8"/>
    <p:sldId xmlns:r="http://schemas.openxmlformats.org/officeDocument/2006/relationships" id="287" r:id="Rdd898aa837a64ba8"/>
    <p:sldId xmlns:r="http://schemas.openxmlformats.org/officeDocument/2006/relationships" id="288" r:id="Rc1cb164e10384b72"/>
    <p:sldId xmlns:r="http://schemas.openxmlformats.org/officeDocument/2006/relationships" id="289" r:id="Rf60855620cc04aab"/>
    <p:sldId xmlns:r="http://schemas.openxmlformats.org/officeDocument/2006/relationships" id="290" r:id="R4d71e26c11494cc6"/>
    <p:sldId xmlns:r="http://schemas.openxmlformats.org/officeDocument/2006/relationships" id="291" r:id="Rd872dc1d84344c5e"/>
    <p:sldId xmlns:r="http://schemas.openxmlformats.org/officeDocument/2006/relationships" id="292" r:id="R586404f8fa824d15"/>
    <p:sldId xmlns:r="http://schemas.openxmlformats.org/officeDocument/2006/relationships" id="293" r:id="R9658eb94e8b34e02"/>
    <p:sldId xmlns:r="http://schemas.openxmlformats.org/officeDocument/2006/relationships" id="294" r:id="R954b014d809846b3"/>
    <p:sldId xmlns:r="http://schemas.openxmlformats.org/officeDocument/2006/relationships" id="295" r:id="Raee1ea5a56f145b0"/>
    <p:sldId xmlns:r="http://schemas.openxmlformats.org/officeDocument/2006/relationships" id="296" r:id="Rae37c1e1e5a042ec"/>
    <p:sldId xmlns:r="http://schemas.openxmlformats.org/officeDocument/2006/relationships" id="297" r:id="R547f4c5f413546c1"/>
    <p:sldId xmlns:r="http://schemas.openxmlformats.org/officeDocument/2006/relationships" id="298" r:id="R31d81241bda24513"/>
    <p:sldId xmlns:r="http://schemas.openxmlformats.org/officeDocument/2006/relationships" id="299" r:id="R1410dc3eb61e4f97"/>
    <p:sldId xmlns:r="http://schemas.openxmlformats.org/officeDocument/2006/relationships" id="300" r:id="R591521ec16ba4b64"/>
    <p:sldId xmlns:r="http://schemas.openxmlformats.org/officeDocument/2006/relationships" id="301" r:id="R5ad8715e7c5a4f41"/>
    <p:sldId xmlns:r="http://schemas.openxmlformats.org/officeDocument/2006/relationships" id="302" r:id="Rd8138ad1cf80435c"/>
    <p:sldId xmlns:r="http://schemas.openxmlformats.org/officeDocument/2006/relationships" id="303" r:id="Rb7cfb9f6974d4a00"/>
    <p:sldId xmlns:r="http://schemas.openxmlformats.org/officeDocument/2006/relationships" id="304" r:id="Rfbe7c1996dad4e68"/>
    <p:sldId xmlns:r="http://schemas.openxmlformats.org/officeDocument/2006/relationships" id="305" r:id="R658a796508ef4e14"/>
    <p:sldId xmlns:r="http://schemas.openxmlformats.org/officeDocument/2006/relationships" id="306" r:id="R32a613e3608641dc"/>
    <p:sldId xmlns:r="http://schemas.openxmlformats.org/officeDocument/2006/relationships" id="307" r:id="R3caa5f65c4fe4e7f"/>
    <p:sldId xmlns:r="http://schemas.openxmlformats.org/officeDocument/2006/relationships" id="308" r:id="Rff65457d92734588"/>
    <p:sldId xmlns:r="http://schemas.openxmlformats.org/officeDocument/2006/relationships" id="309" r:id="R7e2512fa3d7c4358"/>
    <p:sldId xmlns:r="http://schemas.openxmlformats.org/officeDocument/2006/relationships" id="310" r:id="R3647a88b13c74316"/>
    <p:sldId xmlns:r="http://schemas.openxmlformats.org/officeDocument/2006/relationships" id="311" r:id="Radd4136daf98435b"/>
    <p:sldId xmlns:r="http://schemas.openxmlformats.org/officeDocument/2006/relationships" id="312" r:id="Rb004ae6651e0440b"/>
    <p:sldId xmlns:r="http://schemas.openxmlformats.org/officeDocument/2006/relationships" id="313" r:id="R68c30578ec074aca"/>
    <p:sldId xmlns:r="http://schemas.openxmlformats.org/officeDocument/2006/relationships" id="314" r:id="R8e6d3dcfed34499f"/>
    <p:sldId xmlns:r="http://schemas.openxmlformats.org/officeDocument/2006/relationships" id="315" r:id="R7f4159bfe7b34686"/>
    <p:sldId xmlns:r="http://schemas.openxmlformats.org/officeDocument/2006/relationships" id="316" r:id="Ra661ce6aeb9b4bf8"/>
    <p:sldId xmlns:r="http://schemas.openxmlformats.org/officeDocument/2006/relationships" id="317" r:id="R01e92baf398e49ed"/>
    <p:sldId xmlns:r="http://schemas.openxmlformats.org/officeDocument/2006/relationships" id="318" r:id="R883f57b17bc64a13"/>
    <p:sldId xmlns:r="http://schemas.openxmlformats.org/officeDocument/2006/relationships" id="319" r:id="R40b67ce97f1642fe"/>
    <p:sldId xmlns:r="http://schemas.openxmlformats.org/officeDocument/2006/relationships" id="320" r:id="R17ec8d1a2e564111"/>
    <p:sldId xmlns:r="http://schemas.openxmlformats.org/officeDocument/2006/relationships" id="321" r:id="R0a134a31123f464f"/>
    <p:sldId xmlns:r="http://schemas.openxmlformats.org/officeDocument/2006/relationships" id="322" r:id="R4e4c5a17a5ba455a"/>
    <p:sldId xmlns:r="http://schemas.openxmlformats.org/officeDocument/2006/relationships" id="323" r:id="R14079b28699f4fa3"/>
    <p:sldId xmlns:r="http://schemas.openxmlformats.org/officeDocument/2006/relationships" id="324" r:id="Ree3fe6e0585c4cbf"/>
    <p:sldId xmlns:r="http://schemas.openxmlformats.org/officeDocument/2006/relationships" id="325" r:id="Rb28409e96aca47e3"/>
    <p:sldId xmlns:r="http://schemas.openxmlformats.org/officeDocument/2006/relationships" id="326" r:id="Rc484cd6b6664491f"/>
    <p:sldId xmlns:r="http://schemas.openxmlformats.org/officeDocument/2006/relationships" id="327" r:id="R0248aae4ec354a0f"/>
    <p:sldId xmlns:r="http://schemas.openxmlformats.org/officeDocument/2006/relationships" id="328" r:id="R2a0826d50fbe4c07"/>
    <p:sldId xmlns:r="http://schemas.openxmlformats.org/officeDocument/2006/relationships" id="329" r:id="Rea0e4bc56fc649b4"/>
    <p:sldId xmlns:r="http://schemas.openxmlformats.org/officeDocument/2006/relationships" id="330" r:id="Re458a13eee134f7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4b76b8a8944ba2" /><Relationship Type="http://schemas.openxmlformats.org/officeDocument/2006/relationships/slideMaster" Target="/ppt/slideMasters/slideMaster1.xml" Id="Rf95d2b75cc06404b" /><Relationship Type="http://schemas.openxmlformats.org/officeDocument/2006/relationships/notesMaster" Target="/ppt/notesMasters/notesMaster1.xml" Id="Rf039ecd31d924f53" /><Relationship Type="http://schemas.openxmlformats.org/officeDocument/2006/relationships/presProps" Target="/ppt/presProps.xml" Id="R57440802c1d841ad" /><Relationship Type="http://schemas.openxmlformats.org/officeDocument/2006/relationships/tableStyles" Target="/ppt/tableStyles.xml" Id="R0c1a953054734b60" /><Relationship Type="http://schemas.openxmlformats.org/officeDocument/2006/relationships/slide" Target="/ppt/slides/slide1.xml" Id="Rcadc95233da946e7" /><Relationship Type="http://schemas.openxmlformats.org/officeDocument/2006/relationships/slide" Target="/ppt/slides/slide2.xml" Id="R3827555dfde5491d" /><Relationship Type="http://schemas.openxmlformats.org/officeDocument/2006/relationships/slide" Target="/ppt/slides/slide3.xml" Id="R135d3def04b446cd" /><Relationship Type="http://schemas.openxmlformats.org/officeDocument/2006/relationships/slide" Target="/ppt/slides/slide4.xml" Id="Rc088f62e77b14fcd" /><Relationship Type="http://schemas.openxmlformats.org/officeDocument/2006/relationships/slide" Target="/ppt/slides/slide5.xml" Id="Rbb31e47821d14cbd" /><Relationship Type="http://schemas.openxmlformats.org/officeDocument/2006/relationships/slide" Target="/ppt/slides/slide6.xml" Id="R40f345aa85d54b88" /><Relationship Type="http://schemas.openxmlformats.org/officeDocument/2006/relationships/slide" Target="/ppt/slides/slide7.xml" Id="R1bf3f1171f3b44fc" /><Relationship Type="http://schemas.openxmlformats.org/officeDocument/2006/relationships/slide" Target="/ppt/slides/slide8.xml" Id="R5d5841b6b98f46ba" /><Relationship Type="http://schemas.openxmlformats.org/officeDocument/2006/relationships/slide" Target="/ppt/slides/slide9.xml" Id="R3e4f0557cb6a4849" /><Relationship Type="http://schemas.openxmlformats.org/officeDocument/2006/relationships/slide" Target="/ppt/slides/slide10.xml" Id="R8b0c23751e934cd8" /><Relationship Type="http://schemas.openxmlformats.org/officeDocument/2006/relationships/slide" Target="/ppt/slides/slide11.xml" Id="R6fe53229d22f4a3d" /><Relationship Type="http://schemas.openxmlformats.org/officeDocument/2006/relationships/slide" Target="/ppt/slides/slide12.xml" Id="R1ba72b9af3d34232" /><Relationship Type="http://schemas.openxmlformats.org/officeDocument/2006/relationships/slide" Target="/ppt/slides/slide13.xml" Id="Rae1633a8819a433e" /><Relationship Type="http://schemas.openxmlformats.org/officeDocument/2006/relationships/slide" Target="/ppt/slides/slide14.xml" Id="R9d62bd2554e74044" /><Relationship Type="http://schemas.openxmlformats.org/officeDocument/2006/relationships/slide" Target="/ppt/slides/slide15.xml" Id="Ra9e87a0799764ca6" /><Relationship Type="http://schemas.openxmlformats.org/officeDocument/2006/relationships/slide" Target="/ppt/slides/slide16.xml" Id="Rfbf13bc6182a42a7" /><Relationship Type="http://schemas.openxmlformats.org/officeDocument/2006/relationships/slide" Target="/ppt/slides/slide17.xml" Id="Rbc5a0d917f39447c" /><Relationship Type="http://schemas.openxmlformats.org/officeDocument/2006/relationships/slide" Target="/ppt/slides/slide18.xml" Id="R7483415c30224d70" /><Relationship Type="http://schemas.openxmlformats.org/officeDocument/2006/relationships/slide" Target="/ppt/slides/slide19.xml" Id="R834091344e1748df" /><Relationship Type="http://schemas.openxmlformats.org/officeDocument/2006/relationships/slide" Target="/ppt/slides/slide20.xml" Id="Rd2f5d328b1244d43" /><Relationship Type="http://schemas.openxmlformats.org/officeDocument/2006/relationships/slide" Target="/ppt/slides/slide21.xml" Id="Ra29e679ac0164a16" /><Relationship Type="http://schemas.openxmlformats.org/officeDocument/2006/relationships/slide" Target="/ppt/slides/slide22.xml" Id="R01a2259ed74147ab" /><Relationship Type="http://schemas.openxmlformats.org/officeDocument/2006/relationships/slide" Target="/ppt/slides/slide23.xml" Id="R469c74abd1b540ff" /><Relationship Type="http://schemas.openxmlformats.org/officeDocument/2006/relationships/slide" Target="/ppt/slides/slide24.xml" Id="R4fb277634bc04d2b" /><Relationship Type="http://schemas.openxmlformats.org/officeDocument/2006/relationships/slide" Target="/ppt/slides/slide25.xml" Id="Re41204da0d024bf6" /><Relationship Type="http://schemas.openxmlformats.org/officeDocument/2006/relationships/slide" Target="/ppt/slides/slide26.xml" Id="R6cfa1a940527424f" /><Relationship Type="http://schemas.openxmlformats.org/officeDocument/2006/relationships/slide" Target="/ppt/slides/slide27.xml" Id="R574c7c09cc9940eb" /><Relationship Type="http://schemas.openxmlformats.org/officeDocument/2006/relationships/slide" Target="/ppt/slides/slide28.xml" Id="Rf2522f61a6e14e22" /><Relationship Type="http://schemas.openxmlformats.org/officeDocument/2006/relationships/slide" Target="/ppt/slides/slide29.xml" Id="R35f0ea3967724c19" /><Relationship Type="http://schemas.openxmlformats.org/officeDocument/2006/relationships/slide" Target="/ppt/slides/slide30.xml" Id="R2a07c810570941cc" /><Relationship Type="http://schemas.openxmlformats.org/officeDocument/2006/relationships/slide" Target="/ppt/slides/slide31.xml" Id="R559f53faa6fa4aa8" /><Relationship Type="http://schemas.openxmlformats.org/officeDocument/2006/relationships/slide" Target="/ppt/slides/slide32.xml" Id="Rdd898aa837a64ba8" /><Relationship Type="http://schemas.openxmlformats.org/officeDocument/2006/relationships/slide" Target="/ppt/slides/slide33.xml" Id="Rc1cb164e10384b72" /><Relationship Type="http://schemas.openxmlformats.org/officeDocument/2006/relationships/slide" Target="/ppt/slides/slide34.xml" Id="Rf60855620cc04aab" /><Relationship Type="http://schemas.openxmlformats.org/officeDocument/2006/relationships/slide" Target="/ppt/slides/slide35.xml" Id="R4d71e26c11494cc6" /><Relationship Type="http://schemas.openxmlformats.org/officeDocument/2006/relationships/slide" Target="/ppt/slides/slide36.xml" Id="Rd872dc1d84344c5e" /><Relationship Type="http://schemas.openxmlformats.org/officeDocument/2006/relationships/slide" Target="/ppt/slides/slide37.xml" Id="R586404f8fa824d15" /><Relationship Type="http://schemas.openxmlformats.org/officeDocument/2006/relationships/slide" Target="/ppt/slides/slide38.xml" Id="R9658eb94e8b34e02" /><Relationship Type="http://schemas.openxmlformats.org/officeDocument/2006/relationships/slide" Target="/ppt/slides/slide39.xml" Id="R954b014d809846b3" /><Relationship Type="http://schemas.openxmlformats.org/officeDocument/2006/relationships/slide" Target="/ppt/slides/slide40.xml" Id="Raee1ea5a56f145b0" /><Relationship Type="http://schemas.openxmlformats.org/officeDocument/2006/relationships/slide" Target="/ppt/slides/slide41.xml" Id="Rae37c1e1e5a042ec" /><Relationship Type="http://schemas.openxmlformats.org/officeDocument/2006/relationships/slide" Target="/ppt/slides/slide42.xml" Id="R547f4c5f413546c1" /><Relationship Type="http://schemas.openxmlformats.org/officeDocument/2006/relationships/slide" Target="/ppt/slides/slide43.xml" Id="R31d81241bda24513" /><Relationship Type="http://schemas.openxmlformats.org/officeDocument/2006/relationships/slide" Target="/ppt/slides/slide44.xml" Id="R1410dc3eb61e4f97" /><Relationship Type="http://schemas.openxmlformats.org/officeDocument/2006/relationships/slide" Target="/ppt/slides/slide45.xml" Id="R591521ec16ba4b64" /><Relationship Type="http://schemas.openxmlformats.org/officeDocument/2006/relationships/slide" Target="/ppt/slides/slide46.xml" Id="R5ad8715e7c5a4f41" /><Relationship Type="http://schemas.openxmlformats.org/officeDocument/2006/relationships/slide" Target="/ppt/slides/slide47.xml" Id="Rd8138ad1cf80435c" /><Relationship Type="http://schemas.openxmlformats.org/officeDocument/2006/relationships/slide" Target="/ppt/slides/slide48.xml" Id="Rb7cfb9f6974d4a00" /><Relationship Type="http://schemas.openxmlformats.org/officeDocument/2006/relationships/slide" Target="/ppt/slides/slide49.xml" Id="Rfbe7c1996dad4e68" /><Relationship Type="http://schemas.openxmlformats.org/officeDocument/2006/relationships/slide" Target="/ppt/slides/slide50.xml" Id="R658a796508ef4e14" /><Relationship Type="http://schemas.openxmlformats.org/officeDocument/2006/relationships/slide" Target="/ppt/slides/slide51.xml" Id="R32a613e3608641dc" /><Relationship Type="http://schemas.openxmlformats.org/officeDocument/2006/relationships/slide" Target="/ppt/slides/slide52.xml" Id="R3caa5f65c4fe4e7f" /><Relationship Type="http://schemas.openxmlformats.org/officeDocument/2006/relationships/slide" Target="/ppt/slides/slide53.xml" Id="Rff65457d92734588" /><Relationship Type="http://schemas.openxmlformats.org/officeDocument/2006/relationships/slide" Target="/ppt/slides/slide54.xml" Id="R7e2512fa3d7c4358" /><Relationship Type="http://schemas.openxmlformats.org/officeDocument/2006/relationships/slide" Target="/ppt/slides/slide55.xml" Id="R3647a88b13c74316" /><Relationship Type="http://schemas.openxmlformats.org/officeDocument/2006/relationships/slide" Target="/ppt/slides/slide56.xml" Id="Radd4136daf98435b" /><Relationship Type="http://schemas.openxmlformats.org/officeDocument/2006/relationships/slide" Target="/ppt/slides/slide57.xml" Id="Rb004ae6651e0440b" /><Relationship Type="http://schemas.openxmlformats.org/officeDocument/2006/relationships/slide" Target="/ppt/slides/slide58.xml" Id="R68c30578ec074aca" /><Relationship Type="http://schemas.openxmlformats.org/officeDocument/2006/relationships/slide" Target="/ppt/slides/slide59.xml" Id="R8e6d3dcfed34499f" /><Relationship Type="http://schemas.openxmlformats.org/officeDocument/2006/relationships/slide" Target="/ppt/slides/slide60.xml" Id="R7f4159bfe7b34686" /><Relationship Type="http://schemas.openxmlformats.org/officeDocument/2006/relationships/slide" Target="/ppt/slides/slide61.xml" Id="Ra661ce6aeb9b4bf8" /><Relationship Type="http://schemas.openxmlformats.org/officeDocument/2006/relationships/slide" Target="/ppt/slides/slide62.xml" Id="R01e92baf398e49ed" /><Relationship Type="http://schemas.openxmlformats.org/officeDocument/2006/relationships/slide" Target="/ppt/slides/slide63.xml" Id="R883f57b17bc64a13" /><Relationship Type="http://schemas.openxmlformats.org/officeDocument/2006/relationships/slide" Target="/ppt/slides/slide64.xml" Id="R40b67ce97f1642fe" /><Relationship Type="http://schemas.openxmlformats.org/officeDocument/2006/relationships/slide" Target="/ppt/slides/slide65.xml" Id="R17ec8d1a2e564111" /><Relationship Type="http://schemas.openxmlformats.org/officeDocument/2006/relationships/slide" Target="/ppt/slides/slide66.xml" Id="R0a134a31123f464f" /><Relationship Type="http://schemas.openxmlformats.org/officeDocument/2006/relationships/slide" Target="/ppt/slides/slide67.xml" Id="R4e4c5a17a5ba455a" /><Relationship Type="http://schemas.openxmlformats.org/officeDocument/2006/relationships/slide" Target="/ppt/slides/slide68.xml" Id="R14079b28699f4fa3" /><Relationship Type="http://schemas.openxmlformats.org/officeDocument/2006/relationships/slide" Target="/ppt/slides/slide69.xml" Id="Ree3fe6e0585c4cbf" /><Relationship Type="http://schemas.openxmlformats.org/officeDocument/2006/relationships/slide" Target="/ppt/slides/slide70.xml" Id="Rb28409e96aca47e3" /><Relationship Type="http://schemas.openxmlformats.org/officeDocument/2006/relationships/slide" Target="/ppt/slides/slide71.xml" Id="Rc484cd6b6664491f" /><Relationship Type="http://schemas.openxmlformats.org/officeDocument/2006/relationships/slide" Target="/ppt/slides/slide72.xml" Id="R0248aae4ec354a0f" /><Relationship Type="http://schemas.openxmlformats.org/officeDocument/2006/relationships/slide" Target="/ppt/slides/slide73.xml" Id="R2a0826d50fbe4c07" /><Relationship Type="http://schemas.openxmlformats.org/officeDocument/2006/relationships/slide" Target="/ppt/slides/slide74.xml" Id="Rea0e4bc56fc649b4" /><Relationship Type="http://schemas.openxmlformats.org/officeDocument/2006/relationships/slide" Target="/ppt/slides/slide75.xml" Id="Re458a13eee134f7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d57ebab09a47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95b306e7cc4dff" /><Relationship Type="http://schemas.openxmlformats.org/officeDocument/2006/relationships/notesMaster" Target="/ppt/notesMasters/notesMaster1.xml" Id="R7dddbdc9a91e40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faa45ebd634524" /><Relationship Type="http://schemas.openxmlformats.org/officeDocument/2006/relationships/notesMaster" Target="/ppt/notesMasters/notesMaster1.xml" Id="R1a6a388d641c468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0d1d5bab1e4cce" /><Relationship Type="http://schemas.openxmlformats.org/officeDocument/2006/relationships/notesMaster" Target="/ppt/notesMasters/notesMaster1.xml" Id="R229cdb8dd97248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be9b84917342ba" /><Relationship Type="http://schemas.openxmlformats.org/officeDocument/2006/relationships/notesMaster" Target="/ppt/notesMasters/notesMaster1.xml" Id="R242f98c24c584a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db2fa8f9fb4900" /><Relationship Type="http://schemas.openxmlformats.org/officeDocument/2006/relationships/notesMaster" Target="/ppt/notesMasters/notesMaster1.xml" Id="Ra857b071ebb5480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735d845f594178" /><Relationship Type="http://schemas.openxmlformats.org/officeDocument/2006/relationships/notesMaster" Target="/ppt/notesMasters/notesMaster1.xml" Id="Rb94de9b39ae748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35be999709584f0f" /><Relationship Type="http://schemas.openxmlformats.org/officeDocument/2006/relationships/notesMaster" Target="/ppt/notesMasters/notesMaster1.xml" Id="R5211d1aa0f1b448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e56bf9abd24ce5" /><Relationship Type="http://schemas.openxmlformats.org/officeDocument/2006/relationships/notesMaster" Target="/ppt/notesMasters/notesMaster1.xml" Id="Rf92f67636d5f45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4330aa6eef4234" /><Relationship Type="http://schemas.openxmlformats.org/officeDocument/2006/relationships/notesMaster" Target="/ppt/notesMasters/notesMaster1.xml" Id="R36cf3984f64d4a4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96bbb129e74bcc" /><Relationship Type="http://schemas.openxmlformats.org/officeDocument/2006/relationships/notesMaster" Target="/ppt/notesMasters/notesMaster1.xml" Id="Ra53e654dfcc241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89bd53bea446f0" /><Relationship Type="http://schemas.openxmlformats.org/officeDocument/2006/relationships/notesMaster" Target="/ppt/notesMasters/notesMaster1.xml" Id="R921b268be58743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332060f7a241aa" /><Relationship Type="http://schemas.openxmlformats.org/officeDocument/2006/relationships/notesMaster" Target="/ppt/notesMasters/notesMaster1.xml" Id="R97b9d489589b40f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f6059d3bee4791" /><Relationship Type="http://schemas.openxmlformats.org/officeDocument/2006/relationships/notesMaster" Target="/ppt/notesMasters/notesMaster1.xml" Id="R69d72bffa2cb469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3b55ccd6ec4aef" /><Relationship Type="http://schemas.openxmlformats.org/officeDocument/2006/relationships/notesMaster" Target="/ppt/notesMasters/notesMaster1.xml" Id="Rfa8d3bf8316347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bfa5d07f124a52" /><Relationship Type="http://schemas.openxmlformats.org/officeDocument/2006/relationships/notesMaster" Target="/ppt/notesMasters/notesMaster1.xml" Id="R9677d8e4717a49f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bb14cf975b14e0a" /><Relationship Type="http://schemas.openxmlformats.org/officeDocument/2006/relationships/notesMaster" Target="/ppt/notesMasters/notesMaster1.xml" Id="R8906922b3d0d48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9689db748242eb" /><Relationship Type="http://schemas.openxmlformats.org/officeDocument/2006/relationships/notesMaster" Target="/ppt/notesMasters/notesMaster1.xml" Id="Rb978df48cc254f4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275a9b6c0c4c14" /><Relationship Type="http://schemas.openxmlformats.org/officeDocument/2006/relationships/notesMaster" Target="/ppt/notesMasters/notesMaster1.xml" Id="R78742fa874e546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82723143f5a4721" /><Relationship Type="http://schemas.openxmlformats.org/officeDocument/2006/relationships/notesMaster" Target="/ppt/notesMasters/notesMaster1.xml" Id="Ra0fdd0c203ea49f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866999dc3f4b03" /><Relationship Type="http://schemas.openxmlformats.org/officeDocument/2006/relationships/notesMaster" Target="/ppt/notesMasters/notesMaster1.xml" Id="R0e10bdcebbed4f2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87a718316df46f7" /><Relationship Type="http://schemas.openxmlformats.org/officeDocument/2006/relationships/notesMaster" Target="/ppt/notesMasters/notesMaster1.xml" Id="R913dc2eeba99483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1028f7560064b31" /><Relationship Type="http://schemas.openxmlformats.org/officeDocument/2006/relationships/notesMaster" Target="/ppt/notesMasters/notesMaster1.xml" Id="R109a37ef4210403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ff0c42183a64b94" /><Relationship Type="http://schemas.openxmlformats.org/officeDocument/2006/relationships/notesMaster" Target="/ppt/notesMasters/notesMaster1.xml" Id="R7e44b6d4c40f426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d1d95137b164d2b" /><Relationship Type="http://schemas.openxmlformats.org/officeDocument/2006/relationships/notesMaster" Target="/ppt/notesMasters/notesMaster1.xml" Id="Rdd3aa914c01d4e0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a48323d16854e1b" /><Relationship Type="http://schemas.openxmlformats.org/officeDocument/2006/relationships/notesMaster" Target="/ppt/notesMasters/notesMaster1.xml" Id="R21255d9866ac481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00e8f16ebae4120" /><Relationship Type="http://schemas.openxmlformats.org/officeDocument/2006/relationships/notesMaster" Target="/ppt/notesMasters/notesMaster1.xml" Id="Rd1350397134d40e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239665cacc54a8b" /><Relationship Type="http://schemas.openxmlformats.org/officeDocument/2006/relationships/notesMaster" Target="/ppt/notesMasters/notesMaster1.xml" Id="Rc3a8b5408e9f4a1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6107aef1f28414b" /><Relationship Type="http://schemas.openxmlformats.org/officeDocument/2006/relationships/notesMaster" Target="/ppt/notesMasters/notesMaster1.xml" Id="R8bab861f8b1c4cc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ccda230d9fb438e" /><Relationship Type="http://schemas.openxmlformats.org/officeDocument/2006/relationships/notesMaster" Target="/ppt/notesMasters/notesMaster1.xml" Id="Ra961afe8d7ed4d3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edef90cbb5c4536" /><Relationship Type="http://schemas.openxmlformats.org/officeDocument/2006/relationships/notesMaster" Target="/ppt/notesMasters/notesMaster1.xml" Id="R0014474a9677454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ad9385395f24d5d" /><Relationship Type="http://schemas.openxmlformats.org/officeDocument/2006/relationships/notesMaster" Target="/ppt/notesMasters/notesMaster1.xml" Id="Rfac13187becd4a5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3dbcf688ada4c87" /><Relationship Type="http://schemas.openxmlformats.org/officeDocument/2006/relationships/notesMaster" Target="/ppt/notesMasters/notesMaster1.xml" Id="R9ca12aee8125466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c6ab30a97ee4238" /><Relationship Type="http://schemas.openxmlformats.org/officeDocument/2006/relationships/notesMaster" Target="/ppt/notesMasters/notesMaster1.xml" Id="R74cc0ccf7fb2432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9fa31f9d313413f" /><Relationship Type="http://schemas.openxmlformats.org/officeDocument/2006/relationships/notesMaster" Target="/ppt/notesMasters/notesMaster1.xml" Id="Rb37fa17fc1574dd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4ad99025b484108" /><Relationship Type="http://schemas.openxmlformats.org/officeDocument/2006/relationships/notesMaster" Target="/ppt/notesMasters/notesMaster1.xml" Id="R711b376f9d72465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76583cd5ed94488" /><Relationship Type="http://schemas.openxmlformats.org/officeDocument/2006/relationships/notesMaster" Target="/ppt/notesMasters/notesMaster1.xml" Id="Rd3595151416e484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41b679eecd14441" /><Relationship Type="http://schemas.openxmlformats.org/officeDocument/2006/relationships/notesMaster" Target="/ppt/notesMasters/notesMaster1.xml" Id="R96c7a6431f4d4b2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de3869506554a84" /><Relationship Type="http://schemas.openxmlformats.org/officeDocument/2006/relationships/notesMaster" Target="/ppt/notesMasters/notesMaster1.xml" Id="Ra3d5fd64181e4e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eab054e7d974d93" /><Relationship Type="http://schemas.openxmlformats.org/officeDocument/2006/relationships/notesMaster" Target="/ppt/notesMasters/notesMaster1.xml" Id="R9318787ceac8486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1c00a3ab4fa4d53" /><Relationship Type="http://schemas.openxmlformats.org/officeDocument/2006/relationships/notesMaster" Target="/ppt/notesMasters/notesMaster1.xml" Id="R60c0d8724f42498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934402f7a2746c5" /><Relationship Type="http://schemas.openxmlformats.org/officeDocument/2006/relationships/notesMaster" Target="/ppt/notesMasters/notesMaster1.xml" Id="R4c7d995b2ca4414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aa124d629344c54" /><Relationship Type="http://schemas.openxmlformats.org/officeDocument/2006/relationships/notesMaster" Target="/ppt/notesMasters/notesMaster1.xml" Id="R3c70331d6cd84ab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1847db8f8ea480e" /><Relationship Type="http://schemas.openxmlformats.org/officeDocument/2006/relationships/notesMaster" Target="/ppt/notesMasters/notesMaster1.xml" Id="Rcc14227ad8db4fa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dec0d07bd1a432e" /><Relationship Type="http://schemas.openxmlformats.org/officeDocument/2006/relationships/notesMaster" Target="/ppt/notesMasters/notesMaster1.xml" Id="R7c4964714157424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468af8f6fd645bf" /><Relationship Type="http://schemas.openxmlformats.org/officeDocument/2006/relationships/notesMaster" Target="/ppt/notesMasters/notesMaster1.xml" Id="Ra0cf212f2e6e419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1def928437547c0" /><Relationship Type="http://schemas.openxmlformats.org/officeDocument/2006/relationships/notesMaster" Target="/ppt/notesMasters/notesMaster1.xml" Id="R49d377bd650c49d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0ad54145c964475" /><Relationship Type="http://schemas.openxmlformats.org/officeDocument/2006/relationships/notesMaster" Target="/ppt/notesMasters/notesMaster1.xml" Id="R6013b4b1cf56448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1509fcc51b54038" /><Relationship Type="http://schemas.openxmlformats.org/officeDocument/2006/relationships/notesMaster" Target="/ppt/notesMasters/notesMaster1.xml" Id="Rf785dd35d8c14ab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649096a1cde742bd" /><Relationship Type="http://schemas.openxmlformats.org/officeDocument/2006/relationships/notesMaster" Target="/ppt/notesMasters/notesMaster1.xml" Id="R86d128560dca4b1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431198f5c73450e" /><Relationship Type="http://schemas.openxmlformats.org/officeDocument/2006/relationships/notesMaster" Target="/ppt/notesMasters/notesMaster1.xml" Id="R0e9f591a2ee747b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1abb723e9e542d0" /><Relationship Type="http://schemas.openxmlformats.org/officeDocument/2006/relationships/notesMaster" Target="/ppt/notesMasters/notesMaster1.xml" Id="Ra567bb10257541d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b5ccbf4624c4624" /><Relationship Type="http://schemas.openxmlformats.org/officeDocument/2006/relationships/notesMaster" Target="/ppt/notesMasters/notesMaster1.xml" Id="R6c9d2d28202c495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2f405d93dcc48e7" /><Relationship Type="http://schemas.openxmlformats.org/officeDocument/2006/relationships/notesMaster" Target="/ppt/notesMasters/notesMaster1.xml" Id="Rac90a2e4f6d8495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dab4f3eb00f4edf" /><Relationship Type="http://schemas.openxmlformats.org/officeDocument/2006/relationships/notesMaster" Target="/ppt/notesMasters/notesMaster1.xml" Id="Rfa9993f1481f495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72f1d894b064b8a" /><Relationship Type="http://schemas.openxmlformats.org/officeDocument/2006/relationships/notesMaster" Target="/ppt/notesMasters/notesMaster1.xml" Id="Rde3a6e7665e6425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b82bb42146d4f9f" /><Relationship Type="http://schemas.openxmlformats.org/officeDocument/2006/relationships/notesMaster" Target="/ppt/notesMasters/notesMaster1.xml" Id="Rbfa5f303f8924ac3"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e59d705d5984734" /><Relationship Type="http://schemas.openxmlformats.org/officeDocument/2006/relationships/notesMaster" Target="/ppt/notesMasters/notesMaster1.xml" Id="Re433fc9f6d77402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a259b4cc91c34025" /><Relationship Type="http://schemas.openxmlformats.org/officeDocument/2006/relationships/notesMaster" Target="/ppt/notesMasters/notesMaster1.xml" Id="R60bfcb6b6945400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dd1ef8d6bd0490a" /><Relationship Type="http://schemas.openxmlformats.org/officeDocument/2006/relationships/notesMaster" Target="/ppt/notesMasters/notesMaster1.xml" Id="R2e5810adb1bb457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358cb04940748cb" /><Relationship Type="http://schemas.openxmlformats.org/officeDocument/2006/relationships/notesMaster" Target="/ppt/notesMasters/notesMaster1.xml" Id="Rc7919b567cc440d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0885e4b8bbe42ab" /><Relationship Type="http://schemas.openxmlformats.org/officeDocument/2006/relationships/notesMaster" Target="/ppt/notesMasters/notesMaster1.xml" Id="R75e3b2db000b463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b46d456a1374766" /><Relationship Type="http://schemas.openxmlformats.org/officeDocument/2006/relationships/notesMaster" Target="/ppt/notesMasters/notesMaster1.xml" Id="Rddb82eef44944b5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ec3a58e33544fbe" /><Relationship Type="http://schemas.openxmlformats.org/officeDocument/2006/relationships/notesMaster" Target="/ppt/notesMasters/notesMaster1.xml" Id="R50b47f92a102485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3c4256f5b854e74" /><Relationship Type="http://schemas.openxmlformats.org/officeDocument/2006/relationships/notesMaster" Target="/ppt/notesMasters/notesMaster1.xml" Id="R9ab182a3af284e8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3263e7779d74bb3" /><Relationship Type="http://schemas.openxmlformats.org/officeDocument/2006/relationships/notesMaster" Target="/ppt/notesMasters/notesMaster1.xml" Id="Rf2a15b9575b3446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9612c53e2854818" /><Relationship Type="http://schemas.openxmlformats.org/officeDocument/2006/relationships/notesMaster" Target="/ppt/notesMasters/notesMaster1.xml" Id="Ra0b63bebd44a4c6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827aae9158f46fe" /><Relationship Type="http://schemas.openxmlformats.org/officeDocument/2006/relationships/notesMaster" Target="/ppt/notesMasters/notesMaster1.xml" Id="R37c7ce135f8d4abf"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1d92f0d407b4f66" /><Relationship Type="http://schemas.openxmlformats.org/officeDocument/2006/relationships/notesMaster" Target="/ppt/notesMasters/notesMaster1.xml" Id="R0dca23f8be724ef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9cfe294ffe44031" /><Relationship Type="http://schemas.openxmlformats.org/officeDocument/2006/relationships/notesMaster" Target="/ppt/notesMasters/notesMaster1.xml" Id="R9cf99c98e62140f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caa8a25f894427e" /><Relationship Type="http://schemas.openxmlformats.org/officeDocument/2006/relationships/notesMaster" Target="/ppt/notesMasters/notesMaster1.xml" Id="R997149d37d66404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8097909d90546ee" /><Relationship Type="http://schemas.openxmlformats.org/officeDocument/2006/relationships/notesMaster" Target="/ppt/notesMasters/notesMaster1.xml" Id="R906f949226a14c7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fcfe46402ee4782" /><Relationship Type="http://schemas.openxmlformats.org/officeDocument/2006/relationships/notesMaster" Target="/ppt/notesMasters/notesMaster1.xml" Id="R55ad8346aa5d48e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ba37d6f612b497e" /><Relationship Type="http://schemas.openxmlformats.org/officeDocument/2006/relationships/notesMaster" Target="/ppt/notesMasters/notesMaster1.xml" Id="Rc02f697385c9419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78eeced49ca4944" /><Relationship Type="http://schemas.openxmlformats.org/officeDocument/2006/relationships/notesMaster" Target="/ppt/notesMasters/notesMaster1.xml" Id="R0dbecd0b835c4c5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1b044c5a30649dc" /><Relationship Type="http://schemas.openxmlformats.org/officeDocument/2006/relationships/notesMaster" Target="/ppt/notesMasters/notesMaster1.xml" Id="R93a56ca4500849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6e304c626347b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3498d0ec1d452e" /><Relationship Type="http://schemas.openxmlformats.org/officeDocument/2006/relationships/slideLayout" Target="/ppt/slideLayouts/slideLayout1.xml" Id="R911e7c9551e641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1e7c9551e641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706782cf94b4c34" /><Relationship Type="http://schemas.openxmlformats.org/officeDocument/2006/relationships/notesSlide" Target="/ppt/notesSlides/notesSlide1.xml" Id="R96916bd73d3e46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a3b4d0b9bb43a2" /><Relationship Type="http://schemas.openxmlformats.org/officeDocument/2006/relationships/notesSlide" Target="/ppt/notesSlides/notesSlide2.xml" Id="Rc12f725e7c8e4d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23cbc6e83194a35" /><Relationship Type="http://schemas.openxmlformats.org/officeDocument/2006/relationships/notesSlide" Target="/ppt/notesSlides/notesSlide3.xml" Id="Rb7d5056e794d4d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afa1005952c4303" /><Relationship Type="http://schemas.openxmlformats.org/officeDocument/2006/relationships/notesSlide" Target="/ppt/notesSlides/notesSlide4.xml" Id="Rebdab238947742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a710b50df334572" /><Relationship Type="http://schemas.openxmlformats.org/officeDocument/2006/relationships/notesSlide" Target="/ppt/notesSlides/notesSlide5.xml" Id="Rbde5d6d8554a41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dfb320172344f09" /><Relationship Type="http://schemas.openxmlformats.org/officeDocument/2006/relationships/notesSlide" Target="/ppt/notesSlides/notesSlide6.xml" Id="R13971fd6ab7644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0afba06ebc54524" /><Relationship Type="http://schemas.openxmlformats.org/officeDocument/2006/relationships/notesSlide" Target="/ppt/notesSlides/notesSlide7.xml" Id="R4f2dd4c470e344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6bb9b39ed7340b0" /><Relationship Type="http://schemas.openxmlformats.org/officeDocument/2006/relationships/notesSlide" Target="/ppt/notesSlides/notesSlide8.xml" Id="R16fd2c18dad949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9a5d02510a4ec2" /><Relationship Type="http://schemas.openxmlformats.org/officeDocument/2006/relationships/notesSlide" Target="/ppt/notesSlides/notesSlide9.xml" Id="R3d7af15103414d2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89f13558e93464c" /><Relationship Type="http://schemas.openxmlformats.org/officeDocument/2006/relationships/notesSlide" Target="/ppt/notesSlides/notesSlide10.xml" Id="R6a938fa67581411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0e9658617754d55" /><Relationship Type="http://schemas.openxmlformats.org/officeDocument/2006/relationships/notesSlide" Target="/ppt/notesSlides/notesSlide11.xml" Id="Raf7eeea8c3da41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6cbbae379084239" /><Relationship Type="http://schemas.openxmlformats.org/officeDocument/2006/relationships/notesSlide" Target="/ppt/notesSlides/notesSlide12.xml" Id="Rd031dde7859e44e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66153056c1945a1" /><Relationship Type="http://schemas.openxmlformats.org/officeDocument/2006/relationships/notesSlide" Target="/ppt/notesSlides/notesSlide13.xml" Id="Rfa5b1d45e4cf4a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058cd434d1f42ce" /><Relationship Type="http://schemas.openxmlformats.org/officeDocument/2006/relationships/notesSlide" Target="/ppt/notesSlides/notesSlide14.xml" Id="Recd6adf0bb7f4ef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3d80064e7dd4892" /><Relationship Type="http://schemas.openxmlformats.org/officeDocument/2006/relationships/notesSlide" Target="/ppt/notesSlides/notesSlide15.xml" Id="Rc1791c548a0e4d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d7b717903242f2" /><Relationship Type="http://schemas.openxmlformats.org/officeDocument/2006/relationships/notesSlide" Target="/ppt/notesSlides/notesSlide16.xml" Id="Rb1ed349915f546d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aaa12db74b445d3" /><Relationship Type="http://schemas.openxmlformats.org/officeDocument/2006/relationships/notesSlide" Target="/ppt/notesSlides/notesSlide17.xml" Id="R2c00a1b228a843f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da8d44bda354c7a" /><Relationship Type="http://schemas.openxmlformats.org/officeDocument/2006/relationships/notesSlide" Target="/ppt/notesSlides/notesSlide18.xml" Id="R9449a74f7e764cf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bd8c6410fcb4585" /><Relationship Type="http://schemas.openxmlformats.org/officeDocument/2006/relationships/notesSlide" Target="/ppt/notesSlides/notesSlide19.xml" Id="Rcabe4d1884d94c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df3e620c7904e4a" /><Relationship Type="http://schemas.openxmlformats.org/officeDocument/2006/relationships/notesSlide" Target="/ppt/notesSlides/notesSlide20.xml" Id="Re8913486450a405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840ee59a2ac4e91" /><Relationship Type="http://schemas.openxmlformats.org/officeDocument/2006/relationships/notesSlide" Target="/ppt/notesSlides/notesSlide21.xml" Id="R149e079616d74b9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8e8512941ba4681" /><Relationship Type="http://schemas.openxmlformats.org/officeDocument/2006/relationships/notesSlide" Target="/ppt/notesSlides/notesSlide22.xml" Id="R8a662fc96a284a6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ad4c8649a7b42b2" /><Relationship Type="http://schemas.openxmlformats.org/officeDocument/2006/relationships/notesSlide" Target="/ppt/notesSlides/notesSlide23.xml" Id="Rce1c63aac66241b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3f8e0e1f8e418b" /><Relationship Type="http://schemas.openxmlformats.org/officeDocument/2006/relationships/notesSlide" Target="/ppt/notesSlides/notesSlide24.xml" Id="Rcdaf9993defc49e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52d4c41985a48cf" /><Relationship Type="http://schemas.openxmlformats.org/officeDocument/2006/relationships/notesSlide" Target="/ppt/notesSlides/notesSlide25.xml" Id="R8269d8081724484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561e64fea78478e" /><Relationship Type="http://schemas.openxmlformats.org/officeDocument/2006/relationships/notesSlide" Target="/ppt/notesSlides/notesSlide26.xml" Id="Rdaaa39438eb84dc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e44eb3d0bdf4134" /><Relationship Type="http://schemas.openxmlformats.org/officeDocument/2006/relationships/notesSlide" Target="/ppt/notesSlides/notesSlide27.xml" Id="Raff32b1fccb14a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bc7341be8744280" /><Relationship Type="http://schemas.openxmlformats.org/officeDocument/2006/relationships/notesSlide" Target="/ppt/notesSlides/notesSlide28.xml" Id="Rfcad492430a048d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9f223360d3d440f" /><Relationship Type="http://schemas.openxmlformats.org/officeDocument/2006/relationships/notesSlide" Target="/ppt/notesSlides/notesSlide29.xml" Id="R5e353bfa53664c1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79f71861c0e44d3" /><Relationship Type="http://schemas.openxmlformats.org/officeDocument/2006/relationships/notesSlide" Target="/ppt/notesSlides/notesSlide30.xml" Id="Rf1e10e7550bd456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5d43dc40927491b" /><Relationship Type="http://schemas.openxmlformats.org/officeDocument/2006/relationships/notesSlide" Target="/ppt/notesSlides/notesSlide31.xml" Id="R96f1c8897c3640d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bc6b46dd0a942fa" /><Relationship Type="http://schemas.openxmlformats.org/officeDocument/2006/relationships/image" Target="/ppt/media/image.png" Id="Red3578ea10c74b8f" /><Relationship Type="http://schemas.openxmlformats.org/officeDocument/2006/relationships/notesSlide" Target="/ppt/notesSlides/notesSlide32.xml" Id="R420f2111c063477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3f6411703a245cd" /><Relationship Type="http://schemas.openxmlformats.org/officeDocument/2006/relationships/image" Target="/ppt/media/image2.png" Id="R825995307cf44b48" /><Relationship Type="http://schemas.openxmlformats.org/officeDocument/2006/relationships/image" Target="/ppt/media/image3.png" Id="R51e95e65b6884eb7" /><Relationship Type="http://schemas.openxmlformats.org/officeDocument/2006/relationships/notesSlide" Target="/ppt/notesSlides/notesSlide33.xml" Id="Refb6dadf97e8405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a6c3f96cd0f4947" /><Relationship Type="http://schemas.openxmlformats.org/officeDocument/2006/relationships/notesSlide" Target="/ppt/notesSlides/notesSlide34.xml" Id="R901568429aa742b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f57ef2bc73b45bd" /><Relationship Type="http://schemas.openxmlformats.org/officeDocument/2006/relationships/notesSlide" Target="/ppt/notesSlides/notesSlide35.xml" Id="R650e9cc7510f4cf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2da7a1312284e2c" /><Relationship Type="http://schemas.openxmlformats.org/officeDocument/2006/relationships/notesSlide" Target="/ppt/notesSlides/notesSlide36.xml" Id="R17f8db0f727741f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bb20ecfecbc443e" /><Relationship Type="http://schemas.openxmlformats.org/officeDocument/2006/relationships/notesSlide" Target="/ppt/notesSlides/notesSlide37.xml" Id="R362e8c6d19ba431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1b1e8b807af402a" /><Relationship Type="http://schemas.openxmlformats.org/officeDocument/2006/relationships/notesSlide" Target="/ppt/notesSlides/notesSlide38.xml" Id="R1dffa0b191d243b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57056a392c7455a" /><Relationship Type="http://schemas.openxmlformats.org/officeDocument/2006/relationships/notesSlide" Target="/ppt/notesSlides/notesSlide39.xml" Id="R550fbe94fcce4d4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60d231d9fd943d0" /><Relationship Type="http://schemas.openxmlformats.org/officeDocument/2006/relationships/notesSlide" Target="/ppt/notesSlides/notesSlide40.xml" Id="Re78ff7e291c944a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0d4c33d4c05b4721" /><Relationship Type="http://schemas.openxmlformats.org/officeDocument/2006/relationships/notesSlide" Target="/ppt/notesSlides/notesSlide41.xml" Id="Rb23d99815b0f498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ab39a79865b440c" /><Relationship Type="http://schemas.openxmlformats.org/officeDocument/2006/relationships/notesSlide" Target="/ppt/notesSlides/notesSlide42.xml" Id="Rd8e5251dc92941d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3462f2c45c3f4263" /><Relationship Type="http://schemas.openxmlformats.org/officeDocument/2006/relationships/notesSlide" Target="/ppt/notesSlides/notesSlide43.xml" Id="Rf9c6520c07ae416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bbcc27b1d20f4167" /><Relationship Type="http://schemas.openxmlformats.org/officeDocument/2006/relationships/notesSlide" Target="/ppt/notesSlides/notesSlide44.xml" Id="R29d9c5ba8e16457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d6a94b602a247f4" /><Relationship Type="http://schemas.openxmlformats.org/officeDocument/2006/relationships/notesSlide" Target="/ppt/notesSlides/notesSlide45.xml" Id="R5e93d77a41c84ae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c1d48f0aa904983" /><Relationship Type="http://schemas.openxmlformats.org/officeDocument/2006/relationships/notesSlide" Target="/ppt/notesSlides/notesSlide46.xml" Id="R93d4a635106b4ce6"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4907da3eb4d45aa" /><Relationship Type="http://schemas.openxmlformats.org/officeDocument/2006/relationships/notesSlide" Target="/ppt/notesSlides/notesSlide47.xml" Id="R3f810049071a4d7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a1df139e917846c7" /><Relationship Type="http://schemas.openxmlformats.org/officeDocument/2006/relationships/notesSlide" Target="/ppt/notesSlides/notesSlide48.xml" Id="R5d8a5aa408a0423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463f619fef34d6d" /><Relationship Type="http://schemas.openxmlformats.org/officeDocument/2006/relationships/image" Target="/ppt/media/image4.png" Id="Rffe96d0ecd5e46da" /><Relationship Type="http://schemas.openxmlformats.org/officeDocument/2006/relationships/notesSlide" Target="/ppt/notesSlides/notesSlide49.xml" Id="R64961ea295aa4c8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371f2ab6e304ff9" /><Relationship Type="http://schemas.openxmlformats.org/officeDocument/2006/relationships/notesSlide" Target="/ppt/notesSlides/notesSlide50.xml" Id="Rb5ac47875c20436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2ae04fc21378434e" /><Relationship Type="http://schemas.openxmlformats.org/officeDocument/2006/relationships/image" Target="/ppt/media/image5.png" Id="Rbac82342c5d4496c" /><Relationship Type="http://schemas.openxmlformats.org/officeDocument/2006/relationships/notesSlide" Target="/ppt/notesSlides/notesSlide51.xml" Id="R7add993384e5465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397897ea6174e19" /><Relationship Type="http://schemas.openxmlformats.org/officeDocument/2006/relationships/image" Target="/ppt/media/image6.png" Id="R40de21edcde74a09" /><Relationship Type="http://schemas.openxmlformats.org/officeDocument/2006/relationships/notesSlide" Target="/ppt/notesSlides/notesSlide52.xml" Id="R3236890efa7c4d2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274815fc79d4283" /><Relationship Type="http://schemas.openxmlformats.org/officeDocument/2006/relationships/notesSlide" Target="/ppt/notesSlides/notesSlide53.xml" Id="R1b9eb71d29b74b8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2d8aa0853324901" /><Relationship Type="http://schemas.openxmlformats.org/officeDocument/2006/relationships/notesSlide" Target="/ppt/notesSlides/notesSlide54.xml" Id="R1c929151e5a8474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5ecfc6f0e80454b" /><Relationship Type="http://schemas.openxmlformats.org/officeDocument/2006/relationships/notesSlide" Target="/ppt/notesSlides/notesSlide55.xml" Id="Rb73c6d4b8c5c453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d59acfa4dc544b7" /><Relationship Type="http://schemas.openxmlformats.org/officeDocument/2006/relationships/image" Target="/ppt/media/image7.png" Id="R4deef8f83d4b4638" /><Relationship Type="http://schemas.openxmlformats.org/officeDocument/2006/relationships/notesSlide" Target="/ppt/notesSlides/notesSlide56.xml" Id="R85b9e49b700c400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ce87714e61846f2" /><Relationship Type="http://schemas.openxmlformats.org/officeDocument/2006/relationships/notesSlide" Target="/ppt/notesSlides/notesSlide57.xml" Id="R72ed58129cee41a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c6801c0ca45f491d" /><Relationship Type="http://schemas.openxmlformats.org/officeDocument/2006/relationships/notesSlide" Target="/ppt/notesSlides/notesSlide58.xml" Id="R2c6769992123436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5d6b68037a2d485c" /><Relationship Type="http://schemas.openxmlformats.org/officeDocument/2006/relationships/notesSlide" Target="/ppt/notesSlides/notesSlide59.xml" Id="Rcdff83fb3bf041e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dafcd57ab0d47de" /><Relationship Type="http://schemas.openxmlformats.org/officeDocument/2006/relationships/notesSlide" Target="/ppt/notesSlides/notesSlide60.xml" Id="R1a28cce74c1049e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20b0cec70dec4288" /><Relationship Type="http://schemas.openxmlformats.org/officeDocument/2006/relationships/notesSlide" Target="/ppt/notesSlides/notesSlide61.xml" Id="R3f25906caa4248d8"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cddc1897dad4b8c" /><Relationship Type="http://schemas.openxmlformats.org/officeDocument/2006/relationships/notesSlide" Target="/ppt/notesSlides/notesSlide62.xml" Id="R3087101b99c446b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985d117a001e48ff" /><Relationship Type="http://schemas.openxmlformats.org/officeDocument/2006/relationships/notesSlide" Target="/ppt/notesSlides/notesSlide63.xml" Id="Rdc3e55af526a460f"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a2e8f9be802484f" /><Relationship Type="http://schemas.openxmlformats.org/officeDocument/2006/relationships/notesSlide" Target="/ppt/notesSlides/notesSlide64.xml" Id="R63b4afc610174e6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bbb78792d014ef9" /><Relationship Type="http://schemas.openxmlformats.org/officeDocument/2006/relationships/notesSlide" Target="/ppt/notesSlides/notesSlide65.xml" Id="Re24d781f90f944c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c7e33fd9f79b4b48" /><Relationship Type="http://schemas.openxmlformats.org/officeDocument/2006/relationships/notesSlide" Target="/ppt/notesSlides/notesSlide66.xml" Id="R4b055e068e7742d1"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6e385d5f5f6a45a5" /><Relationship Type="http://schemas.openxmlformats.org/officeDocument/2006/relationships/notesSlide" Target="/ppt/notesSlides/notesSlide67.xml" Id="R28ef939fe25c4f9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1efc2b9250d94264" /><Relationship Type="http://schemas.openxmlformats.org/officeDocument/2006/relationships/notesSlide" Target="/ppt/notesSlides/notesSlide68.xml" Id="R6e86e76dd4aa493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579a9e91cffd4673" /><Relationship Type="http://schemas.openxmlformats.org/officeDocument/2006/relationships/notesSlide" Target="/ppt/notesSlides/notesSlide69.xml" Id="Raa9d9ee4ff1c4ac0"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c5abdf8ff864bfd" /><Relationship Type="http://schemas.openxmlformats.org/officeDocument/2006/relationships/notesSlide" Target="/ppt/notesSlides/notesSlide70.xml" Id="R2768cf52ca4c4ce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96f4ccb8c63b4ea4" /><Relationship Type="http://schemas.openxmlformats.org/officeDocument/2006/relationships/notesSlide" Target="/ppt/notesSlides/notesSlide71.xml" Id="R0c1e962d2417416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abea7203d9e4b65" /><Relationship Type="http://schemas.openxmlformats.org/officeDocument/2006/relationships/notesSlide" Target="/ppt/notesSlides/notesSlide72.xml" Id="Rfc371c699692439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98f9a466d1a44c5b" /><Relationship Type="http://schemas.openxmlformats.org/officeDocument/2006/relationships/notesSlide" Target="/ppt/notesSlides/notesSlide73.xml" Id="R1ec0918819494c91"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6ab77eb8ea684117" /><Relationship Type="http://schemas.openxmlformats.org/officeDocument/2006/relationships/notesSlide" Target="/ppt/notesSlides/notesSlide74.xml" Id="R530bc0874e9a432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33cdc243dcf94e7a" /><Relationship Type="http://schemas.openxmlformats.org/officeDocument/2006/relationships/notesSlide" Target="/ppt/notesSlides/notesSlide75.xml" Id="R32113525d7ff41e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FA8714-738A-4DA1-B0DD-D04BD20AD31C}"/>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940D0DED-E65A-4A9D-907C-CCDE088C6F8F}"/>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13D7B505-976B-42D5-9250-6897E8E65853}"/>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E29D363A-BDA6-4A81-9651-B0BAFCE2CE5C}"/>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C46ED8F-9B82-4C0E-BF0F-D02938DD8116}"/>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2ED8CA63-CEAE-4BBF-A583-343DA849C6FA}"/>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607F2FFB-C37F-4BAD-BE2F-E48DC1A488D9}"/>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9568946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EAD0599-DC34-4D49-9CFA-F27AC957D87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86728D7C-46C7-424C-899E-E37CA079220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E22F2F1A-64E6-4C37-A2AD-0E9C1F59276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7B2E4F-2E84-4455-BC92-7338098D32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A7BA137C-91A7-4850-96D0-718E62652703}"/>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83B2DE3E-3D21-43E6-B368-6FB691A81832}"/>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3781D5FB-C251-4EF8-BEE1-6A335DC8A265}"/>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87D95448-5B66-4DC8-A964-EA85549D9589}"/>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14CB8F8B-24EC-482D-820F-2CFEF5ABDB76}"/>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94B5B880-3E83-4964-838E-5E5EA710530D}"/>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CA21960E-BDBB-4817-9274-E7BB0CD48298}"/>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7BF75A-6EBA-4FD0-A7D7-78B6C445F6F1}"/>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EA14712E-6854-4F76-8E79-AE91F4062BCE}"/>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2F4E30B1-2475-46B6-B977-E7E09685F964}"/>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2CB147BD-4814-44BD-9EDF-6110EA7DE16F}"/>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93BB0CC8-78C3-4921-A1B5-F02645D5AF67}"/>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A638E248-596E-4F3F-8972-843C9A245019}"/>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1D98DF51-80B3-4ED2-87F0-48D60E3676ED}"/>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EED5EDAA-3CC2-4740-94E1-DDFA1B5B3E10}"/>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45DCC900-041B-4F87-9656-3441E3C7260C}"/>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21AE736A-925C-4C37-9411-3D8189591716}"/>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ECBBB2E5-C251-40CC-B973-B06A43DAEF0B}"/>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A5F18C1D-29BD-4BE2-AB8E-010BFC96EACD}"/>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0CA5B103-4471-4181-A895-5BCDFDFF8978}"/>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3188030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BD653C-BBDA-4CDD-8F89-967B9B21EDB9}"/>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5CC86D2F-7A3A-4A10-A480-DC8ACA945191}"/>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33CB68C7-4077-4408-B9ED-DFC936FD1FA9}"/>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DA1C83DC-3702-4F61-B4D3-3011713FA187}"/>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C8788B8A-7FA8-4F92-A515-C4654F5F0668}"/>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C2CAA505-005F-43AB-AEE8-9B69751BC9BC}"/>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03DADA1E-F2B6-46E9-B5A2-D35F02A589DD}"/>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25491D67-019C-4A08-82FA-FDC2E51090B8}"/>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6581567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C41D4A-9421-4498-921A-4CB8915D0B1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1F531A55-A326-4D59-BC7D-CE4896CBEE2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C9614997-37F0-4755-8189-12AF9F50FAA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AE6FCC-6CB8-4D49-9F71-4717BD50C24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17256740-AC73-4AB0-9589-DB4F96CCD0B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68C3053B-EC18-4516-AE82-E1B15893CBDF}"/>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BACE6978-3FBA-4A08-BABA-BEBE128276B7}"/>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35638F0A-2635-47BB-8663-FFC9CA6724FD}"/>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5936891-E025-4167-9AA1-DCFD6C078760}"/>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EF38B211-52A3-4206-87A7-CE0CB078BE95}"/>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AFDA8B65-AEC3-4F02-8B76-5543380EDBD9}"/>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58C7A366-47B8-479C-86F8-E712E5973B4A}"/>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B5B7700-DF8C-4F03-81C2-F17D41667717}"/>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765AE66-43BF-4A60-BD85-74B300ACE416}"/>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A3DCBCE8-7E80-4462-ABA4-7FE2F39B1AB8}"/>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1D026EA9-7580-4CCD-8366-0BD06E4F49ED}"/>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696ACC7-A9FF-455B-BA85-876BE608FA9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A3B0656-B591-4EC2-9637-440EE7FD5D6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20817469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7216605-D871-4EED-A25F-E6446207D91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247320AF-3B5D-4ECA-B126-2AD8E02E756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8296394A-CC7E-4EC7-80FA-E30A985AF97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E7A66E-F68D-4654-8670-E7CB7950A5E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BF44E298-D6F5-488D-BD09-0010CF3D5652}"/>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96FBFE6A-025A-46D5-A1AD-737A060CC02C}"/>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F74F4D8E-C8E9-4780-86E9-5249E8A8EFD1}"/>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D5EE6FC1-6DBC-4E11-A9CA-A355F11ADF0A}"/>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645C7F2-0A71-4E71-98F3-7D9D9F4D5456}"/>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BA8C51D7-ECCE-41FF-B2BF-5E0E01FF13A7}"/>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3E4306EA-4380-43E0-8F31-F31DA05D9C71}"/>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4ECA34AE-C748-4A5B-9D05-80B50A1026BE}"/>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C4CEBF6-37C2-4765-A02F-FF7D3B07880F}"/>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E9B790E9-C383-46B0-9C1F-2D7ED4346DEC}"/>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81F1C2D3-DFD8-42A3-BDEF-3811A8BF93F9}"/>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637834F0-4DCC-4A5D-8670-4F7BF5339963}"/>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BE5DB5D-BBF3-475B-B496-9BE34C8AC949}"/>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0405F0CA-2B30-46A4-A34B-45DC6EB322A2}"/>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CAAE6ED7-5E94-4521-AC93-44F53B2AA375}"/>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B6B23001-4829-4B9B-A333-AFAF3F683517}"/>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50961F6-0A79-40DA-8B4E-2C7486D9522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D407690-F5B5-439B-A518-7E73AE89A83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116939090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C1488CA-AD60-414D-A42E-91D189C27A8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88C96A9B-742B-40DE-82E1-8639F98AAD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4305AF1C-2CD5-43BA-A1EC-AD806E93F4C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D3C5E18-9D76-4904-9C57-90C82D045B2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E6DE4D11-7607-497E-B57B-FFB932DDC92F}"/>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1D9AF5B9-4F54-44F0-8FFF-DCA012BD29DF}"/>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43DA7A28-BAA3-4AAD-BD72-586A9C5AC361}"/>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2A909F04-FBED-4B52-82A8-7032BF12D040}"/>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0974DDDD-C23A-4CEA-9257-9294127C3A24}"/>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C718DB1A-BB95-49E6-AD86-AE941156C508}"/>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57160615-F575-43FA-B7AA-59C6FADFE4F6}"/>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0C7E27CF-FF29-4E7D-8BC0-64D3253B264D}"/>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CC8FC7A-C1EC-4D08-BA9D-BE812A994584}"/>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F61832DB-E963-4628-AC58-2A323E8D6529}"/>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809634B5-10D9-41AB-9726-71F8A93065EB}"/>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F838A343-2B3E-491F-B5B9-891D1FC8D032}"/>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887DE42D-A08A-44DB-9F32-1D53DB4F9A88}"/>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46E0B1A-A040-4A50-B470-0C6C341F567B}"/>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38D34009-B3F3-4F54-9B56-5C1D3B2C0B6B}"/>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2F4A3FEB-9EDE-4755-A08A-B891B23341D8}"/>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3F30F8CD-9638-46F7-986D-70AF63E62ACB}"/>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49EDFC5D-577D-431E-9B73-A866414448BD}"/>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4D8893B-7BD2-45B5-A44C-8DA765167D35}"/>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A965438E-41A6-4A16-8107-5A529DB61656}"/>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214AA4AB-64E5-449B-8304-5742DA520058}"/>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5780AE84-1AC6-4211-B883-71D55055003B}"/>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5989C294-F179-4E8B-9C81-93F52A72A624}"/>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1387890-3249-4D87-AAD4-92AAA9A8E74B}"/>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126BEB6D-AE81-413F-8873-174496EB71AE}"/>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A1ADD62F-CA9D-4A17-AE80-C128C5E6256E}"/>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9BAB464E-36AB-4891-9DBA-E38C0D87B598}"/>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E513390E-685A-4D58-B410-AC2DE846264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07AD19C-179C-4E44-8BDF-4B3A1B62884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7483186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026E703-CD90-4067-B738-C09EC329BF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36BF51DA-FC04-48AD-ADFB-D67C43B0CC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CE4101CF-F1FE-458E-92D2-2E078D194D7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EC7432-7663-42B4-B040-8977FE15608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E5743488-C5E8-48D2-9034-97B4AE745DF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C991F34A-719B-4942-AB49-DE8FCD288BE3}"/>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5D5C1B32-BB43-4D2C-9884-1C55AFBE57A1}"/>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7A0FAA05-E7EC-4F43-8A0B-9E3E556CA65A}"/>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83B106B4-F96A-44A3-AD96-19D030E5FBDF}"/>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C64B523D-DA58-4D6E-8448-6A9288A729AB}"/>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5837CD5B-A12D-4F65-BE42-CF03A9FE2987}"/>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41AF6FD9-7E2C-4D9E-B996-DC088722584B}"/>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64B57DF0-47CE-4DED-BFE4-BAAC26B5BFE0}"/>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A6A649E2-D0C5-4DE5-8132-A93F70200475}"/>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FB59D4E6-EFB8-42A4-B5AE-B76DEBF6ADF3}"/>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58EE0A7-5D16-42E1-AD5B-B14F5A74476E}"/>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D8460D6F-B356-401E-96E9-512454D1AEE2}"/>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32587865-F6B5-460A-98DA-B1E2DAA0DBDA}"/>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120D31D-11FA-4C1F-A1DB-70DB17A51DBA}"/>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F2F5C3A-4364-4130-8916-7F407520D399}"/>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3DD2B972-D398-4136-A9D6-62604CA55F74}"/>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B4E420A5-13C6-45B0-ABEF-72FD830B3405}"/>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5E96E16-A0CB-4181-9919-1F4246E09F56}"/>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AAB0BDA-7824-4700-BD03-A7D09027F0D9}"/>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352FEE72-E429-4886-93CB-968963AFAECA}"/>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F20FDA5A-AC7A-4E49-BA76-40C434EB9EFC}"/>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064CD04-C8B8-4D00-8FD5-4E44A6127843}"/>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070F1CE-398C-420B-BE06-93305C9A60A0}"/>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8E1EB1B8-5C3D-47CB-9ACD-0325DDD3D095}"/>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4635174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FC96948-8DD1-4EA4-8B68-73024CCB7080}"/>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EAB9AEB9-C626-4D6B-BC0B-018D9EAA3848}"/>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82BE35F8-8F23-4B77-A96F-D969F037CD62}"/>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7316EC-2F5D-4B10-955E-365FFACECB4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D29995F6-F89F-43FE-BF4E-7F19C4F1060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AE6641-8B0B-4257-B7E3-7CC0D653536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1503E6F-E57C-41AF-97F0-C38993E6E61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54160F-BCB9-4F88-99A0-40906F1C5C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F185BA0-E69E-47DE-A16A-967BE2AEFA3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F80255-6E0A-4028-BC2D-D8ADFDA5B55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53BCEC-7B12-4C16-8BC0-5385F85522C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6E92F5-004E-47A8-876E-0614513E68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E3E1972-7D6B-4EC0-803B-0330C3E62C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4034454-7456-4389-82C6-9E823C51C1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814835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94EAE848-47FA-4A23-936F-2049B545C10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6B502F4E-DB9A-4057-A870-C5528CCCA3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C08079A9-84B9-440B-85F4-E7D6FE64D1C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A6A391-BE32-4E91-94B5-7E470A701A4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F582518F-C515-46A4-87C4-5330DEACF86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A19D1C-FDD7-4655-93AD-AAC063AF5BE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C6B478-1142-4282-B8B3-A4DF9524D97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42BDAE-C242-4DA9-AD97-85D8FA5B847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4A60A9E-F6E6-41C6-A1BA-FAEC871C08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B07FEDB-7D21-4E6B-8D8B-89079D7593A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BA808F3-1102-493D-9087-2A584B1DBA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EAA3AD-1F4A-40EA-A169-37D3D57EC2D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E5796B-8340-4C3E-8350-94AAFC2D97F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2D3BF5-DEB5-4CC9-9858-FA4C995980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AB0347-AECE-49FF-AE5F-54A2276E3C6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B38F4609-9FD0-4A70-BAA8-D710B0C289CA}"/>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9C313A9-334D-4423-BF29-05587C9E59BC}"/>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869F320-3024-46EE-B920-7CA45B41C4F6}"/>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1BD866F-BF97-4718-91C0-CAE8DC21201B}"/>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65F755-DD9C-4EE8-901A-DBBCDEEE3E7E}"/>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31B5DC8-FCFD-4E4B-8AA4-78C3963C56EF}"/>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7DEC794-78F5-41BD-94FA-E3A1934F4D46}"/>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C54051C-E0A7-4E3E-BB96-A5DFC3037FC3}"/>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7AEFC2AA-C228-4449-B566-20A39A68C74E}"/>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DC3E6F8C-D84E-49AC-8D02-7CD287E94820}"/>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10A0E2CC-0332-4336-A560-A49E76A57EF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779FB7A-D94E-4E6D-8D1F-263D937FEFC5}"/>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1A7991D8-86FA-4E6F-8F57-B3011C3AE33F}"/>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C1529B5B-47EA-4D36-A6B0-791F64782FCF}"/>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E57A2E26-AFDE-4171-9D17-2DE69089B90A}"/>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8CCD19B-83FF-4097-B1A8-C274B191A3F5}"/>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F88113F9-BE2E-4B81-A58E-1D334E02000F}"/>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8BD2517A-770A-40ED-B435-554B1B4C4BFB}"/>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4398765A-FE7C-48B7-B4D1-2E092F474945}"/>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7E8B354-2168-4409-9809-9C1C8A21FCEF}"/>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BBD9B1C5-7B86-4629-9C82-46676293851F}"/>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4A8810EA-14C7-4134-A6EC-963CD7292B4B}"/>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D2F98E63-8521-4892-AAA5-C41153823738}"/>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53A1AF4-05D2-467F-A3E5-FA4BB4BD59AA}"/>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6E900D69-8E2C-4585-9D52-62ABE2032712}"/>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E978F3B3-DDAC-4913-8101-44129E0F9BCA}"/>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7F987010-2531-45D2-AFC7-8D5113A39535}"/>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D0AA7329-6616-414B-BD6A-D549D7F61BF8}"/>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5F713200-0AA8-42C3-8C75-6833E4657B21}"/>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F86C18BE-BC9E-469A-A510-3B2BC777C801}"/>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B5DB92D1-FFC5-4433-978E-92C9C79A32EB}"/>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566496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FEFD9527-740E-4A88-9D8B-B2AF015BC7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DB7A181A-1EC0-4720-936C-FFEE27BAB2F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6A4419AD-8580-4C0B-83B0-ED5E3ABC9D6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52ED466-9B50-4803-813B-ABC0CE3AB5A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6A8C17BF-E0B0-4654-A306-9928B939FBE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94DFC1D-A1BB-4C4E-B94F-EC931BB2EC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C948313-99C1-4F32-B67A-92A865AA242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A5B116-A188-4CF5-B5CA-5FF5F0E100A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6F6E23F-9D28-4D79-85AE-FE077823FE8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9F90465-EB73-4344-99AF-DB86215563D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731BC04-5BA9-428D-9585-547DCA26913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5FCD48F-6BB8-4320-89DB-BF249B749B3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D9F04C3-2339-4D45-A713-1C54A25519F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97B83F7-F4A6-4FF4-A2CF-648F24EA05C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CF7590-E997-490C-A069-EEFD7689B58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CE285DA5-5104-470A-B37F-8A25C342743F}"/>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E5AE60D-E5C0-4465-B980-EE36E455515D}"/>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87040CE-16F5-4AA5-90ED-D6CBA995B4F8}"/>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EAEF8E2-E8C2-4291-B0A7-E5C0FEC33451}"/>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9B6D687-BC48-4089-960E-47357E5C4DDB}"/>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CD15207-A62A-4158-9D52-2F4DB4163F93}"/>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7D34A3F6-D85D-40A0-966B-6E233F677D23}"/>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17C0F29-BACF-43AD-8EA1-E0A37CBD5D03}"/>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7D33B3FB-99BF-4E31-94A3-7127AE6DA097}"/>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E71E9508-A3EC-4864-887D-1AE0D9EA1DCC}"/>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31D8C48C-475E-48E0-A76F-87E3038C06A1}"/>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5916703-72DE-4F63-B81D-FECBD1B8E77C}"/>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0D82AC30-E128-4DF4-83E9-C1E89C558846}"/>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73D5783B-2B6B-48CB-966C-15F7A12951E6}"/>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3EB8A58-2240-49A9-ABD5-4CA2B01A36B5}"/>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67566BE-44FC-4372-8D6D-EC763F5BEA09}"/>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47E12497-D7AF-41A6-B948-1BD77BA857ED}"/>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441186B3-F473-4458-B4F7-C87E4A2B0769}"/>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7CF3F5A4-48B2-4AE0-BEFC-7403AB2320F1}"/>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EFA858A-D550-42AE-BAF6-6A0A6433BDE5}"/>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11DC36A4-C606-4864-BB39-7ABE957A6D40}"/>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D2215F68-3A01-4416-B203-FE23311444A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EA3A4B2B-DC4C-4EDD-9996-D0B1CD6A0BBB}"/>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AC4CC8A9-CDAF-43E8-B1A4-0D1B23D6B218}"/>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8147E1DC-590E-48F3-A441-A7359531D8AF}"/>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F785FE38-E5BB-4598-A67F-B8D1944ED9C0}"/>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BD5ED597-14F9-46B2-ADB8-DAD40B56B44D}"/>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CD442A21-7513-4932-B062-053CD457C80D}"/>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1995C4D3-C483-400F-9667-0CE38A4C6F24}"/>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C2D62FEF-1755-4A91-BA22-A7341C62E60C}"/>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4E08E07-4444-4C85-9D0A-F667EA86D79C}"/>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429B7FE-21BD-4B95-9D56-CBA38FB870A4}"/>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772981D6-B89F-4752-9303-836410C82E13}"/>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718FB622-35FD-4F0D-961E-A8DA0D74A35E}"/>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D97D8F85-F6B4-4941-B269-B033FBE83218}"/>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77540041-D29F-461E-9535-25F1B9109E78}"/>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CE1200DB-A26E-4A9F-9179-4BCE587C2FAC}"/>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AFB51A78-7B9B-4785-8568-D5350AA72429}"/>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FEF278E2-332D-4B66-9F71-629245477BFB}"/>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CF2723D2-4F1D-4B1E-B80B-227360D83D8B}"/>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E6EFD784-970D-47A9-B0A0-92BBD3BAA441}"/>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FF22AEDE-45FA-43C9-AF2D-1CB0BFB90DA1}"/>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D35A01C6-C52E-4383-A4B3-925B70AF3E95}"/>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EC9A7E4B-D13B-4EF8-ACA9-E2E2B636D604}"/>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186FC01F-0272-4384-81D3-388433CA370C}"/>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7526969E-499D-4CBE-BEFB-C7C18AD60D39}"/>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FDCCF801-429D-475E-A388-C55C5C693733}"/>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3C95F8A4-5106-444F-8385-52D799511670}"/>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02CC2E70-E90E-4581-A976-6BD3BBFBBFBD}"/>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2EF3B920-14D2-4975-B5D9-37F44CE0D04B}"/>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5898548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B4148019-98A6-4FD2-B879-2DD1C009110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7CF33BD5-6DCF-439D-9103-DCA384E787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EFA845F-2EB8-409F-9C78-F9E92D805B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595241-981A-404E-A6B2-978F50D9E87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B1EA44B-7AF0-4197-87AD-9174FC5153D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EB3D25-A057-4E30-9CE3-BC2EB5D6A5F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52831B-2B2A-4F0C-97AF-0F5CE065780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CFE8412-C462-44FD-AE0A-F507954E66F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27AA208-50B4-4DA4-A49D-CED06857772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6FDB78-FEFB-4FFC-8812-D3556AF2DCE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DEB454-00F2-4EB9-AE8F-48C7E90383F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047C06-6AFA-4C48-B6BB-D782ED8051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5BA924E-A362-4148-A01A-C0EED1DA92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1DEA90-FFB6-4797-9FEE-E7F06EC36F4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5663DF4-91F8-48D2-89D1-29C14BAC7EB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7B5D2420-0E2B-4DCE-9B17-D7E2DD095AE2}"/>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DEBF6423-AE00-471A-93C4-0843DE9A7F19}"/>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41411C29-E19B-4143-BBE4-DAB9ECC3C17C}"/>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01548F8-D094-4C33-811E-99E2916477CC}"/>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DADF2D0B-10C5-442E-A061-02C3B6CABB9A}"/>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8E22176E-0A18-440E-929C-18DADEA722A5}"/>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886ACD44-BE37-403F-84F2-041B5E2C2449}"/>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9AD7D3CB-5AE4-4E6B-9A44-A5DAF5DC8EA2}"/>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26A98CDC-6D23-48C8-97BB-1A9431D59FBD}"/>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5A1B129E-7C4B-405F-B51F-DE068D3F81FA}"/>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7A507A0C-0479-4DCC-8854-F8FD514DB050}"/>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47A33103-C378-4367-B2C3-F21639BFB41B}"/>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2904FF6C-3298-47F3-8428-F2DB2928DEEC}"/>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E154B962-FAD2-4673-86E5-CE80C43B0BF8}"/>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CDFF0E04-AF1E-4203-BA75-6D169A22740B}"/>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90E36885-EB4C-470F-BB66-8F5B31902B37}"/>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2F4A1DE3-AD06-4797-B174-31606353EE7B}"/>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566EBA11-A00C-41F9-888A-B94C3BED926F}"/>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6BCB998D-1736-4D6C-B99F-258F3369E4F0}"/>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0E6B8878-5D11-4B42-B4B1-74C71AFF475B}"/>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D2193643-9F7F-4825-9749-BF209485D51C}"/>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73EF3AD1-92B7-407E-95FE-10E150A1C4EB}"/>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CC46DAC-BE58-4827-92C4-8F7955264C70}"/>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33B95B18-6E84-4567-B0AB-A78A20F6F086}"/>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762410AB-9A63-40F3-8F98-6ACBA770C7C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A431CB86-7CED-4B15-8661-FEAC46F2EEA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41750443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CBDEA4BB-A7AE-415B-9100-B63DB81827C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99D1881D-8A6F-4BAC-A1DA-5129FDF81C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C61FB14-B6B6-4194-93CD-14946838357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33ECCA-D379-4F8B-BA42-59906D1906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5E48505E-F097-4531-937E-FC231EF359D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AD6E0EA-1FEA-455A-A967-2604C7F242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6D3E7D-1AE3-43B9-A073-3EFEAEC3567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DC841C-2586-448A-AF39-067FA87AF82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522C489-C56A-4A09-8D5A-A3D4E76B3B9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BBB48F-AB50-4DF0-ABF6-CCD1C449FE0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9875ECB-BC40-492E-821D-773E6EE152C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23A14E-F50B-47D6-BDCC-B3A829D0A1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C724E39-D266-423D-8F6B-536493DEC0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6844196-E7CA-46A1-8669-9ECCF34739F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4FA93F-580A-4F2C-8CFB-8F7999EBFF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A966215B-45C5-4A63-A018-8C68EADB3EEC}"/>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6C3F6776-E612-47D0-9671-83DF794A2888}"/>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CF0CA39A-8B98-4A38-9A8D-E7CD5409B0E9}"/>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479C6EF3-5DEC-4FB0-891B-0FD2DEA97EA7}"/>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B9E32F5-265A-4988-8D2E-63C8BC94B44F}"/>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ADC19105-7F00-4A1F-9DAE-A8E5BF64C214}"/>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009DE10B-A100-4F09-AB59-E1ECE83FE853}"/>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DB4D09BA-706D-4AE3-94AC-4648587067A7}"/>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912F5F7-6A9C-4F62-830A-58583E661E33}"/>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33915B6D-85D2-4406-B6EB-4EA9B924A90E}"/>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941C1E6-45EF-4721-BA5A-AE1BF333BCBC}"/>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5C609BB0-59AA-40C5-B419-4EE9C1D43622}"/>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478B3A1-E0B3-4C4C-A06A-6C97FA096422}"/>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F327CC35-DF94-4530-9DB4-0BD34FF64C91}"/>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E662494-DD2D-40FE-AE3F-E7159990AEC7}"/>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45734FC9-D28A-4420-B214-A87195945A31}"/>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7B4235F-4A36-42BC-88E7-309773DB776B}"/>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EEA9946E-C84A-45B5-8ACB-A92B7CEBC4D8}"/>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11CB30A2-FC8F-4295-A8D5-34758635D32E}"/>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D8D87E44-858C-4FB4-95E0-E197E7AE3ECC}"/>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A595413C-5A67-4B3C-9E29-D1DB616B95DE}"/>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75994D29-2507-4674-9C12-941DA6D060F7}"/>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EE64FA45-E1B8-4537-862D-B073E51BB4F8}"/>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D9164226-17F8-410F-93DB-3EBD6E4B4377}"/>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0977C5B8-F748-43D4-9210-275C8B9BE57A}"/>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43C2FE71-314E-436E-935B-37F40D3E42E8}"/>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F52FA974-B320-47FD-90CB-5311D20DC7F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E96E7B9-5279-4812-995A-EA055A2717E1}"/>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4003187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CE69EF3A-D2C1-4D35-B2AC-D2B1845EB0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669841CB-B9D8-4EBA-9C5A-F112919EBCB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855C5A7-A2FF-42C9-BBF0-2A1AF8E59F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DA95F1-DB88-4733-A913-B269633DA10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CACA6FBF-74C4-4000-A09C-EC6643BC928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BE0C5E-5CD7-4BD4-BB31-B7C7FEA22B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BA5413A-37AF-4B2E-A106-DCB58339E4C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823EB17-2C53-4DDB-92B3-23A97C7E0F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A2539B7-27B6-4234-9BDE-F907DC65C73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4B23DC-74D6-40C5-9DD1-F3B6016A7F6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0304BF-C4BE-4E4B-8189-96BCDE03C0B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958D28-0DE9-41C0-84C5-062CEC0A74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E5F43F3-9E89-4339-B490-2661D38125E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79765B-7CC8-4591-841F-CD934D8110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DC48239-CCD8-4D56-9C86-B2FBF0FCFE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6241EA45-CE74-4F43-B246-879C04F66E5D}"/>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59F2FDE0-4836-4BF4-937A-3E6E5E879D48}"/>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B51FD61-467B-4D1A-AAA3-F6A086147B87}"/>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88692C2-0A99-4B15-A904-50020D73523B}"/>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AEEFFA5-D9C6-4CDB-B68E-D746D6498068}"/>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7C6D8940-2F58-4C0B-AB9F-2AAB1F6128AF}"/>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0A0FD891-2E2C-432B-B1D0-49D857B2B70E}"/>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E6BF7A7D-1A24-4435-9310-083F7B2F770D}"/>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65B98C10-0AF7-4A04-A4CE-66EEC7DF4E5F}"/>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69A9DB0F-2F17-4FC5-B2F3-DABDD0F7677C}"/>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97F4AEEE-BCF3-4D00-A49F-405D38FD36F6}"/>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850BCDA5-96D8-468D-9D0B-9466A5DD5107}"/>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311ED3D3-CDEA-48A5-8342-7C50D49A6A42}"/>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50533274-9B7F-4AE8-935A-97203543BBF0}"/>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95E28640-E0B7-401F-A610-F7957D26EEE1}"/>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554C4AE8-66DF-4E9B-A2A4-9CBBEBA799B5}"/>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5AD41B7B-0ED2-47E4-A5EB-88EE32D474F3}"/>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4C5ED364-479E-4A0C-B5D6-93BCA3D278AC}"/>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35CB0054-68AB-4FD9-8E78-51EEB8F7795B}"/>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E5F1BB2-6513-4967-8610-5D840CD6C437}"/>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A3279690-2D23-4E0F-AA6D-5FE8E8F42DC9}"/>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602ADBA5-6CC5-4064-8087-188262DF0A2F}"/>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7126389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6920702-B6FF-4233-A309-7168C93196E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13BF9468-2FE0-4CF0-B6BB-590A676B74B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BBCA2D2-94FC-46BA-96A4-7E8DAED687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9A93702-120A-4861-A30D-B6313F2605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96CEB39B-7AA1-4FE3-81E4-8F1E9E2B998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550AD6-1826-423E-8ADD-736A2E8D5E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D22ACDA-75E9-40B1-8AD5-E84FD718EBC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CD2E21-E702-4B4C-8D25-8D7808CEA19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C94883-40F2-4CB5-BBEB-2B8D6F1E9ED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1CE266-FA5F-40F1-BD05-76C4096CF0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24C11A-4863-4646-B72E-3AC81B7ADDB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CE7B927-2911-49F7-BAB8-990E6AE839C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3B3BD64-670C-4AC4-95EE-2CAE461F764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F559B0-C2B8-4A5C-96F5-5106220E8A4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ABC49E2-E0B3-4C5E-9C30-A20EFC36DC0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10F1A351-3EC5-4B08-9B2B-ACE089CA88EB}"/>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C18F55E-0356-42DF-8A84-A8C1D1DBF557}"/>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F848B828-1D27-414D-846C-B250B10F0E62}"/>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5EA8C68-3365-46DC-A20D-86FA690ADBBE}"/>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888AC9D4-5197-4B5E-B091-B40643A71125}"/>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A2843CE8-38DE-4D40-A9A0-216F8C8441A5}"/>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352F9D1F-68DE-4A22-9536-AC66E5E4B9F5}"/>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A86AD5BC-EBC1-4865-B8E3-B3633354FD45}"/>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4153DE24-F4F7-40D3-BAC8-97C8FD67C7A9}"/>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A2FF5519-E06E-47F0-9BBE-EDD1E1F7BBC9}"/>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BB0300C7-B954-436B-B5C2-5832E1175EC9}"/>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D9CAA755-5DEF-4E0F-804C-B01C41A2A867}"/>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C325D16D-2BC0-4E31-98FE-196A74188692}"/>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EE959AC9-D501-47B0-AF53-FEE9112A03C8}"/>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0A50C5A3-9EA4-4894-8CD5-A8676CFA6B80}"/>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5A836179-9E20-4DCE-88BA-190CB88F2038}"/>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6B8D878B-0586-4199-91DD-A0EAB47E8865}"/>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9242D83-D473-47D1-B7A3-F94730498D2B}"/>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4134149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47201FF7-1B4E-4356-B0D7-37E02FE1E49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806E4030-9951-4AD2-B69D-E0892A3DE8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9DE6CA8-3EAD-4AFB-A8F3-3D87C17B64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6796D6C-8B56-4598-A9EA-C829A34DA2D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30E18E63-C6E1-4298-A655-0E4C9C18B26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F3DA92-0C6E-4878-B82B-E60201875F1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ED39DA7-EF17-4B76-A475-6E07AB2604A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86A2A7-4D40-4FEE-B6DE-098E1DE8B48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8440476-7B7B-4EB2-97E4-E8568060A3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E6F675-C81D-4CDE-B762-0AD6B876578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68E7BEB-78D7-4449-A3CB-0D3276BB493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E033B3E-5894-4526-B2DA-CEC344B25ED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06F2A19-52BB-4C40-ACB2-FC32EF3819E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91C208-747A-4417-B688-D6015714968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11DE8A9-9E4B-426B-AB2C-25A97FBEAD3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1D9D135D-1A56-4429-9E0D-A41002B69EE7}"/>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851A19ED-09EF-42F3-BD92-53CAB81363E3}"/>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B5027A89-F529-4DBF-8424-CB5855E2F730}"/>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98D8038D-1880-4551-807D-A8BDDDE8787D}"/>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6638472-BA1D-49EE-A508-2446FEAD964B}"/>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2E4DA0DC-8187-4232-A9B3-243FC677DFC3}"/>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7556D36-6DBD-43EC-9B45-180A6E2928BE}"/>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AEF8C2BE-E35A-423D-906D-1649E9E85D25}"/>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08A1544-DCB9-4EC1-8F14-0065E8A5CE88}"/>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C84B7F2E-5EAE-4929-8B27-27562F3C441F}"/>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5C122728-FB86-4B00-8735-F8176F1D0E14}"/>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DF2515CA-1380-4ED6-A82A-4C74AE3D7B86}"/>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AF670E6-89F8-486E-B1EE-67C296A875F9}"/>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12968219-CD16-4BC5-9B8C-6A034577011F}"/>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DB6D3C8-C2AB-4AA3-97E6-15DC5ED9DCC7}"/>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5A0BACF9-C7A8-45CC-ABF2-35A64598BB38}"/>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73A01A9-6CE9-4CC5-9571-EBE287002714}"/>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EE115E57-EDD9-4576-BBFE-92567AEAC255}"/>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A90577F7-A0D8-427C-B3A8-FF2222C78F37}"/>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9FEA0C90-C567-4914-BB7C-01B0AB3819DD}"/>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4D6F1A23-7E9E-4DB0-97BE-C45A1D917497}"/>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045E8A74-356D-49B1-B9A5-363BCA6FCE33}"/>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7B84B924-9C6E-404A-B306-83796C8AB61D}"/>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98DD08D5-BDFE-44F8-A1DC-91B859D5A437}"/>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C21BD972-723E-4625-B191-E36EE8E3AB51}"/>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908114BB-1991-4B90-A238-6C25CD1B4343}"/>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48A71985-52BC-4B5A-BE0F-3E83E20AC427}"/>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72BBB76-262D-4F26-842B-B18CFDAD441E}"/>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BCC546EB-E072-41A7-895C-9518269E62D8}"/>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365CB47F-2101-419C-AA7D-EDB46D84F908}"/>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08E310EA-4C4C-42CD-AFFB-4B0F77B1E44F}"/>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423166A-76A5-48CC-B5D5-4B7D81312A3A}"/>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D370FEC6-EA00-4940-8ADB-A424698B208A}"/>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540EE2EB-AC35-4131-B3CE-527119F14C2C}"/>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5D4B12A6-CDC2-430B-AC4F-C1E0C1A8A833}"/>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CF28460E-F237-42D6-8D4A-E262A5327032}"/>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7DFF057B-2A2C-4F38-BB36-518CCB323B01}"/>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5F465ACD-06F5-4F12-B957-1E6029031719}"/>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058FDA0E-C47A-4F8A-8AB6-BFD23205B553}"/>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CE7A6B4A-5C3A-443C-B6CF-F096DD34101C}"/>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C9F3D35-EA0E-400C-928C-988BE3A46BA4}"/>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04513237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30C016-E31C-4685-8646-E4014E058B4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D22C6456-6307-4402-B6F4-9708F641BD9D}"/>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6FC1BCCF-C63A-4217-A453-90D85FC49843}"/>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F4FE16-1400-499D-BF36-51282721FAA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9AA378C1-C46A-4BBE-A28A-A87B601C3F7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161900-8D4C-462D-8320-2F7E988262E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3FB02D3-7B97-4035-AAF2-35B69C404CC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DE51F8-A609-4766-BC06-6F9EC8EA51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D23FCFC-A0D9-471D-9A55-9C1F1B75DB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F4B63F-FD0F-40ED-9F17-E7813C357DF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FAEB38-3ACB-49C3-BFA7-150256D4D80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F58BC2A-F4A4-4307-AC47-831A2F16BFC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F38BFA-F8A5-4E3A-8562-3D31178CCCD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12D97C-4C58-4BEA-8651-AFB66278896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6381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95703D5C-2E13-44D5-91B8-3AC7AF0054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8B0472F8-B99F-4CE4-B169-62147881AAD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B0068760-CEBD-4E52-8EF2-D3E40A1EEC0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DF8560-41CB-4A46-80B6-A960E8C2BE1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4EBD6EA6-8AC9-46D4-8E92-685A884DD90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88A8D18-D80A-40C2-8944-D5CE948637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61B274D-7AC9-4506-A0E5-648320DF550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32163DF-729D-4926-A846-944683F667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C08995-6941-4B9E-BD71-C50BA76C234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F7B96CD-F175-4DA4-91CB-8A735F34F5B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E11DC9-C789-4FE2-99D4-B804F86CBBD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37288A1-2A8A-4179-98F3-86B681AA75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E4F64DF-EEF7-49C7-99B2-274E8512AC5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7587E36-CC6F-4467-8300-FB9C9BA51CF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423910D-2EF9-48D6-B130-5CF39651B414}"/>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B8525DE3-D334-4AC3-ADFF-8839D849793E}"/>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7E4229D9-CD6F-4206-A2DA-1BA829276E8D}"/>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6DAECDE9-256E-49F6-9635-2C9B20D40AF7}"/>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19C43B7E-30DC-421C-8AFB-25E25122985A}"/>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37C4039-65B1-4F79-A836-46285480A230}"/>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3CF612-90AE-49A2-AAF8-62CA31925AC1}"/>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D97A4EB1-7118-4819-BB45-63FDB417FFAC}"/>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75C751F5-B88F-4A81-977D-9B17A5591799}"/>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80A74303-6803-465D-9DC8-743260CA8A06}"/>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317839DD-2D02-4E94-AB9C-56E72C6DCADA}"/>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C0E4160-75EF-4B72-B843-FE5BC239954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7F1F35B-1472-4301-82C3-E0673BA1ED3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1784618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D1564BA9-14C9-482B-8E66-C29095B25A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40C01AED-6466-48A7-ABEC-1AE51D755C5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EC9F4117-3B95-492F-8E85-0A35C70708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864E2BB-6828-4746-A47A-FF6342E2BCC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D1D23A4D-3620-439F-806E-5D729770EC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83699F-6D08-4624-B14F-B6DD065A04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AAC51F7-D6B0-4EF0-9B01-B7918216121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32C9B8-71FC-4BD2-865B-13D22ECBCB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F35FA0-D3FF-4F06-BB8F-4399EE5305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CDB56C-F9F5-49EF-9AAE-25CFFD7C36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6C6B69C-535E-42EC-B12D-693BCDDABC4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BAEF9D-4F2F-4CB7-BED1-C5CD04711D1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95F42F-9899-4EA3-A8BF-7BD915FE75D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84DEBD-D45A-460A-BCB4-F75D505DC47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7BA47B3-52F6-4B3D-A4F6-FABB8C02EB9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B2A4EC4E-FF6C-4CB5-8E17-851DFEEBAFC2}"/>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AF165C6E-81BD-4983-9EDA-BBD5819A453B}"/>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8E72E26F-9D80-44D5-8967-9F0123242682}"/>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01DFCDB7-04B4-4422-8D45-D57A994E6871}"/>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86E0422-705D-46FE-8806-0873A5E4E098}"/>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4B1E619-C1E5-4480-9F05-EBFFADA15E8C}"/>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FBA1436A-4FF9-4ACD-B7B2-96304ECAB604}"/>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A5F44216-3422-405F-8E35-37ABFCDBD4CB}"/>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0FBA2738-A0B6-4C91-B11D-67564BB1B17E}"/>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6046FFB8-8AE3-41B3-B10A-6A358335FBC9}"/>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87A043A-A04F-4FAE-BCAF-9A58594CFEF3}"/>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11A0FEA-667B-4E39-891D-31F90893CBE8}"/>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8AEE7748-7239-4FFA-8E90-EDC65273E76B}"/>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B6157591-8EFC-4B79-A76C-D84807DF17A4}"/>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3D5E13EE-28FF-4C7D-8EAD-252047AA092C}"/>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AA734861-60E7-416B-AD00-7B30F29FD872}"/>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767288F-CEE1-46DA-82ED-3410BC2267D9}"/>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239ED4E-97A6-4734-B410-DD5ACF5AE896}"/>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6FF632DA-8413-4198-85A4-92AD0ECCE40A}"/>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2D4283BE-78C5-4AD9-8491-12D84E3F0CD2}"/>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6DA56896-51FE-43B0-9068-CE9B53A7B08A}"/>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0BB1ACD3-3D2D-4BBD-98B1-39F1CE6D3344}"/>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9B476CF-D3D7-4253-9B0E-64885490BDD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05BDFFC-3448-4D2E-B0AE-717887D90046}"/>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71820345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8F1EF26-9330-4F25-9E96-4F26710DDBF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5464D921-8BA9-48A7-8BBA-1DF931A9FCC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4052C826-A603-4675-8C77-ED99C954A7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835B11-2DA1-4510-A961-6C24512B7A9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B1B1E56E-DF5B-44BE-9467-6385A725D9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13B06A5-ABE9-4C8E-88DD-1DF929FBB65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5EE2E42-0E98-48D0-AB8D-98167C6B01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983CC9-8D22-4641-B766-EC0D019316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C24A128-F2BE-48DB-B3E8-4C0B168D503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482D6A-08BB-45A8-864E-9AA78306EF6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C44D401-FC29-4379-85EA-23F2D8EAF96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7CF6D3A-703F-4AB3-9196-793EFDE387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C15E380-109B-4305-B1B3-CBFDCA9858B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19DAC77-2666-4476-B786-3B6A97C6933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EB9E8C4-2B25-43B4-B583-F6A3CB91CDA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695EBC7B-A610-4C46-958D-85D069F48F7B}"/>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782C8A23-F267-4B45-A2CF-818853E3F35A}"/>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054CD261-F59A-4D07-8679-361BC9E8A0B5}"/>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CBBF311-C9B6-45F1-948E-509E6D7D5BB9}"/>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478466AC-E62E-42F3-9F46-532039C6FC5C}"/>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A101289D-0955-4FEE-B8D3-E3020C12CA0D}"/>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0C28CAFE-E0BF-4C17-9D1D-47CC344CED6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82F9205-A187-48B8-B3FB-B0F1CB656933}"/>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6739594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C5CB427-3D3A-4E1A-A9E0-3175ABF5077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E9C66269-4EA9-4135-941C-6D81967693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CCD43E19-08BB-4A69-83A8-84FFA8E82DE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B3F4BA-DC38-4396-ACD7-0D7CFE2ADBE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44C1FBB1-56F7-45CF-B3E8-A6C513FB44F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A1EC9BF-4D0C-400F-AA5C-62EDB40553B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2C1A71-0DD8-4A58-AF8D-E07C0379365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FC11B1-8D09-4534-917A-990FDBC7E7D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884FD7E-EEC2-4A6E-8131-B29A07B2F5D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F65102-A02B-415B-94A9-05224E8AB66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0F85BF-FB1A-467B-B478-A79410BAD5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6AD873-5709-48C6-B82A-1451A007A5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23DFE40-FB4E-4801-B7BE-895AF1B9ADA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44D3EE-1B1A-4C9D-990D-528CDBBF24D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13C2CA-8324-4FF7-982C-A5AFC2B62D6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235432FC-37CA-42A9-A7B1-C2AC0730B3ED}"/>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55CA0462-6104-411F-94F4-137C1C532FD5}"/>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54C0FB76-8907-4B85-924C-5D811F786094}"/>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D8491A89-B1D3-41B8-8330-75B3583D8C07}"/>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31E3CF45-0FF5-4835-83A5-449B498E8661}"/>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B0AD37EE-42FC-4839-93E4-E99A9AE54C87}"/>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83229181-9CEA-4E18-B704-A16B24AC472C}"/>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EA200502-3096-4A4B-BDE7-0F267313A8B5}"/>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1A1A9CB0-F9A1-4DF6-8C64-6BD20F1A77D2}"/>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F41A86B2-FC0F-4DF0-86A7-74DEF6E7DAD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C9109D1-E3E5-4199-8BFD-CABBD1A684F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02787914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0724BAD-0FE0-4BFB-BE91-7DE416F0CEF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DD6BF747-4C40-427D-A66F-E85F475CFA5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A270ED68-C0C6-4BDA-86CB-978054A2294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2631DC-1EA5-4591-9029-47A29433DE8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A4A6C7E1-488F-4FC5-A54A-1D77F1BEAC4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B5D1B2A-A104-4C4E-926A-0474E393BB2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2C1777F-05D5-407D-9726-83A99DAE310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642DFF-269D-4D8C-8D70-850526067DF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8BF1C3-3B18-433B-A1EB-19D3822EB7C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1ED9D32-A12E-4D12-9EEC-C574269D891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83EE574-411D-4EE9-A581-5F2C401922A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81E61B-0668-4FB7-BEB3-0FC2080A1C7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3940BD-CFD4-49F2-B072-B5EFA2F06BA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EFA840-67C7-4FF6-B867-519BAD5C5D1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BCB39AB-018A-44BB-B7ED-740C7110DC09}"/>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27AD4281-FA81-4961-8941-B900C922AB0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3535AF90-B3E4-4DDF-8337-862552DBDE8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4A2F0B1-9B3C-42A6-AB10-4F6C7C1FD8B2}"/>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22282251-E7BE-41CF-AF91-22440CEFA4F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E04EFEAF-2D07-4B14-8E57-939D4087F837}"/>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E26604A-B883-4C6E-BF84-8A2BB03C811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F34B941B-E2C2-4146-823F-EF89BA89E7B2}"/>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20FA2184-362F-4CAF-9C5D-6DF6F58F957D}"/>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61CF105-EB5B-412D-9ACA-D97A1EFEB2A9}"/>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AA8FA03C-8792-447D-8074-813B90D035B6}"/>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1B0E290E-2B70-4206-82D6-47D287A3483B}"/>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B02E32A-4CF7-4A22-BD26-797C69631FD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ADCC59-9093-4DD4-BBAD-CA019677BE5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4298727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E60A370-C59F-411F-98AA-284D7B3BC063}"/>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DD6FC1C6-2F21-479E-8A4C-573A2C1E2F14}"/>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67AA64CE-4249-4D48-ABF6-8EA2934B702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7987B2-28F9-4B4C-BDB3-769792CD09B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C0B0A08-9C62-4725-B6F0-282FF536B8D0}"/>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B9757396-80EC-40FA-AB6B-7EE501DC7AB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20768838-9B01-4BD4-860F-EACA4FEABCF5}"/>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92A1280D-589B-49B3-9BF4-E51EAB027B02}"/>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755D389-729D-4E90-9F64-7EE63525A127}"/>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4301673D-4030-4B57-9714-6D0B7152EE0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8216D1BE-39CF-493A-AD4E-06149A226957}"/>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1488CEAE-3471-4BC9-ACCC-36224C58CE96}"/>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BB4D4E34-4A32-4C96-9F86-679F054ED161}"/>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D66E622E-B772-457F-BA96-57B1999973C3}"/>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7EC8C5F5-93EF-4997-ABE0-49E00FF87EDF}"/>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84F83315-F21E-4B09-AB9A-9C06F52A8E90}"/>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18D51FBD-97C7-4628-817B-BDF120CDCBF8}"/>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09624028-5109-48AF-A826-4C0CDFD7B453}"/>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DB0C8C5A-249F-49A3-BAB2-C99D7CE4921D}"/>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2B347A9E-42D8-4F44-981F-0C77D82D62C6}"/>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DE8C442-CD67-41C4-948E-EA16A6FC28B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A91E19D4-533A-4A25-9BEE-EC8912B3761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DD58BE0-DECD-4C69-A5A6-FC9C50CC6B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1D244969-FA97-492E-ADA8-3682A762450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1772A51-DCDA-4AA2-9460-F49E2805203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B2501DB7-CCB9-42FC-844F-1777B5CAF20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8D944ED-C3D3-4744-885C-1C778DE4F59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7094A74E-8315-441F-BE4D-35DE37440EE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4973B70-8D5B-40EE-B728-B6F1DDB8A44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FA515079-A290-4032-A250-3E3E7DA88A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31188B6-0782-4CEC-A049-1BA49B0C379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8666116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C126BDE-A3B5-40C2-8771-D4AA8544088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98DC0D4F-27A7-4169-A4B4-F28F74F045F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5D556EE5-3CEB-43B6-8CFE-8C932CF281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7F72EC-F683-4899-BE32-631AFB78F7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84538E4C-F221-4144-9D06-E3DD6EA5A57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C6A421E-8120-4953-A4B8-8C9E5AA7F1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C996538-76F6-4406-8BEC-BB6B08371E7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AE2146-4D7E-4049-80C3-66400CB283C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0A9732-3FAF-4E87-98EE-C1679F12323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46B2DF-3A1C-4776-8F43-BE3BD4AC1A4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6E6A5F0-B7E3-448F-A4F3-CDD6BD7BEA9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74412B0-41C0-42AD-AB43-A856929C2A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56C8E02-FE21-47AB-99D7-E185EAEBD3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662740E-8516-4749-87EF-9D84CFA88D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D2566DC-E4CD-4E4F-AAA6-EF158CB3C01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9EBA16F7-DDBB-4042-A11A-85734B73D061}"/>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A7DD54B4-3495-40F3-A2B9-1A99C61F9F8B}"/>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FFB940C6-9A90-437E-A895-01FA24DC0388}"/>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335F5032-1FFB-4A4D-93ED-3CBCA45DF638}"/>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88659E8-F388-4C73-8406-ECDC0A735508}"/>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5FA63EA7-4F10-4F97-AECF-0B4210850F14}"/>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A5C8EA68-481B-4B39-9667-895E9B0D31C2}"/>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4B6FBC5-9E8B-4AAC-A0C1-9BCE10D35394}"/>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5C6269D1-6F86-4D8C-AFAC-B76332E42CBA}"/>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826E064A-451F-49EA-B85E-DF38FAB62944}"/>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E5E79C8-02CA-419E-8946-C99B5C2370D1}"/>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B6FE04F3-7DA4-42A5-A1C9-CB94DC90FD63}"/>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CAF043C-9E1E-49F0-83AF-B730BA5AC3FF}"/>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5C826EA-75F7-4945-A962-7E2B6E48C418}"/>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7927902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219C9DA-12F5-43FC-B6D0-66139F056C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F787E78D-0053-483B-A13A-02672C8D768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B47C9F08-6238-4C59-BB58-7C355DC87EA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86F9C3-9236-44BE-9BA3-DE26AB6683C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61E6D398-A2ED-439B-94DF-2AFA7699FDE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324433-4798-4452-9E23-D5413E1B79D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6C4780D-498C-4C01-805A-677749585BB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D61523E-577E-4369-B4FB-6B7D9086CDF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8ED3D6D-F1FA-48D4-8192-556FC49DB49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0682C1-81F6-4052-9CFC-09827398382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E7B0D8C-91AE-4B18-B316-F5E11115AAA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C922DFC-ED6D-4858-AFF1-9149882A803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44D6E9A-83CC-46DE-9496-0BFFDF8FDF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775678-0C31-4933-B36B-421ACBF39BC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C2797D5-C501-4DBD-BE10-0604B9DC0B4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544E16CE-3BB1-42EF-9C81-FB3AA33EC735}"/>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07EB1762-21CA-4D03-9CF5-B0F882257E5F}"/>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E043D4FC-9219-4354-8708-B95E8AE533F3}"/>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CE8F944-DD63-4D29-AB77-D0F0BFD00EBE}"/>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4C8DCCC3-2012-40F3-89BA-BACD010E515D}"/>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B1706578-ABB2-4D8E-AA71-231D6118036A}"/>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29DC9F6-3935-48A4-BD08-CB36AC0B1B23}"/>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3D55149C-0369-4C7E-945A-FB54D93B22C6}"/>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6BE636DE-A5BA-46FA-A0C9-C79C42C11B6B}"/>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8C66917-46D6-48B5-A54C-A2EFAC9D8322}"/>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31189916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1596E86-8596-4764-9761-5C4F8C3F839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DA2D7010-CAD4-49A6-B752-DEFB06CB5E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72266B43-C9D1-418D-B9B0-761C4CCDB2B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80741D-AE3D-4CAA-A019-29457B9FED8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BCF0897B-5566-409D-B452-4493F49073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A11953-4624-40D5-8AE6-695FC6C7F58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EE2DE11-E005-4D94-B35E-65994C30883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E39F4F-9E06-4C2E-B39C-F8D6DCB5166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4AC7EA-0C9C-4F52-A6D4-7E4085D15A2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2F8F85-867C-4B13-9DB0-51BC529B45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E95B0FE-CC48-43C9-B702-40553B55C8B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05A7E75-ADD3-4F61-97BA-0A566BF5483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7AE0296-3C46-42AB-BF00-BB57F4FE3A0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BF700C-60D3-4A8D-AE81-D5CBE1FA2B4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D34E994-3849-4DB2-9FAE-BF8DA51981B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F993B932-E910-4168-9311-280E3EC41338}"/>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A00EB434-323C-4580-AB7E-388A4546D51A}"/>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0F4512A2-DF87-4539-BC72-6A2C2A2DD857}"/>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395B630-50BF-4C27-A462-ECFC12D16246}"/>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64DBE501-BCA5-444D-BF43-BEE824D8C9F9}"/>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6603A497-8D99-4ED1-8ED9-8279844C9E87}"/>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DF607A0-1413-4FB0-A59D-6108B34F9F42}"/>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90702251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75EE7EC-F355-4A7B-B5C9-1676DB71A5F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F2D44C3B-16EB-4AB5-8DD0-B32D15E299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772F6577-22F1-42EC-AA17-2280F6EA3C6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4D5828-EA50-4F46-A7DF-8BC3D784886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5FF27F5-87AF-4047-A757-E5A80904E50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902F21-18A1-4A94-B53C-F5E2E7FBAA7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829C8CB-AC1B-4871-936C-485A6D7E53E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24CDF5-DA7B-466C-8D8A-397FC3A4033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478276-D3F1-4B85-90F8-8993C89BDF5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00C11D5-1883-4179-9A3F-89B27EAB19A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9DBCA93-AA86-451D-A498-683604AF488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7637F0-64D7-496B-BE3A-13F4FA943DC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61F5605-0F78-4EBB-A07C-827F6A9E51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4B84D4-C1F1-4C19-8725-7F469B53B9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DF88C8C-2047-418D-A4CD-36CEEC85B5EC}"/>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2DDAC4C6-AEB9-4277-B67A-B51A0A3355F4}"/>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F11A9DD1-3EC4-4E3A-AEF7-125EB654A11B}"/>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64697DB1-B081-4068-B915-14DFF3CFFF19}"/>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A08C8D4-A08E-4F46-AD92-1193F4D2DD60}"/>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A74FF785-A469-4ABE-A441-CFB46AFD7ABE}"/>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F7EBB454-B07E-44BC-ABF2-C36F8ABB752D}"/>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0ECB81B0-0F68-445C-8E7F-CD58E4ABA694}"/>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CF0E4FE-FEAD-4F8B-B140-2275BC8637B8}"/>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6BFC2239-A71C-48F3-BB86-3518B3F6AE96}"/>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D52B2246-63A3-4B87-BD23-D4545AE4584A}"/>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D54D350C-10C9-4FB0-92C6-FF555CF006BB}"/>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3661D70-C8CD-4EEF-BC77-55F306E880AE}"/>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23AC512E-B0E2-4ECE-A88C-11C3A8ACF6D4}"/>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3F268D90-FD07-48B2-9836-4216396A04B5}"/>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4C6936BA-0AF7-4238-A0B7-0265B37CD752}"/>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8BDF4E8-FEDA-44F9-8DF4-C62AFD8EE862}"/>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85F7D66-AE25-441A-B0DE-75551CD51EFA}"/>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55252768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680992-2F30-4639-896C-213241D83414}"/>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B9478B71-DB80-48F5-8FAD-B1C663AD7933}"/>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3046BEEC-A844-46D7-A20C-41F6B49C25F5}"/>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65B8B4-3CD6-4852-8C48-D62849827129}"/>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62D5FFBC-2019-49A9-AACD-67E5E48F75C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F083FC-EC22-4D7A-9800-D8C8F46BF9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43C62E-5007-45B4-925C-01D723D91B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6A42475-D198-4EA3-8EC4-75FB183195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88E62AF-D5D2-4092-BB36-01DF0E4E87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9D11C54-88AA-4C18-8453-9BFF44DCFF9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F34B1E1-272C-4A78-87EC-30FF172613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91A11F-9D04-49F4-81FC-D931C82F474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CFDA52F-9FD3-4DF1-B9D9-C7270486E6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1F2A2FE-3560-47E0-8850-75DD43E0DBC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2655190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DA987BFB-686B-4F38-A192-E7D4B12232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01C8C8C7-50C9-41B6-84C0-14A6CC7D69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A5D293E1-2AEC-4224-902B-FF066F0C2BF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EC89DF-BE7F-4FDA-87C7-540A2EB5D94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48A19073-CEE6-4729-94C2-C46BB84D677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BCD4B31-B5DB-45D7-B0D2-BF252945C21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AC96D81-42DE-47C2-AB32-E07EE8356FD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7EC547-533A-4EBE-B0B3-EF9B7FD42E8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8E790C-F222-4F19-BCFD-BBAF086AA0B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747803D-924C-4B64-9DF2-43E52BFE52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43C88C2-D415-4055-BD82-7DB9B0A531E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BBDA924-CA75-4C93-9A92-406D2EBBD9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B119F49-38FE-4613-A511-344E6C1FAEB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E2631D-E167-4019-98B8-6249E3F69CD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2CC2B8A-DD35-4875-869E-AA85083574A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5109B88A-F77B-48E8-9CFC-2B6F53F03BC8}"/>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7F9D4D54-0955-4E23-BC22-1AA8DC2D2012}"/>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93CDDED0-2903-44BB-B1AE-EE528FCAD80F}"/>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8AECBE37-BB9B-4A05-B49E-7D68E8D77360}"/>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63BD0FB1-59DF-479E-B8EE-EB933F467397}"/>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C6E07F25-8582-4E0E-81F4-0674C50587CA}"/>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21C5440A-BD11-4893-B6BF-17505E96611D}"/>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5135F47-F650-4F4B-A98E-7231DC4B0A9A}"/>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EE8F5FCD-4386-4ADF-A8D8-A6FB1430BED4}"/>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D1178617-F265-4FBC-B63A-D56A9773C730}"/>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F83353FA-78CE-4F90-8611-D5DA185F0FD4}"/>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6DFB5C-2540-4086-9217-70A872F63484}"/>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6F76CF04-98D7-493D-A189-C648D57E2F2C}"/>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38A890AC-313F-4471-B66F-70A09C1CFF20}"/>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B7330599-68FB-41C6-AB21-E38956823D46}"/>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14B03A8-6B24-465E-8D3E-E7CC033DF25A}"/>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529EEF7E-B8C5-459F-AAFF-1B50ECD42B79}"/>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25B1E063-9C19-4A14-A2E4-EDF1244FF4D2}"/>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7E084BE2-A3C8-4235-BD1B-52410EAC3E41}"/>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75A14FF-FBAF-44C2-82DE-B34F69435AE1}"/>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BF70F9F0-34B5-4EBD-B4EA-74DC29825944}"/>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B7FD6F8B-B084-4119-A13B-D5EBE90E5068}"/>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94D63AA9-835D-452D-AAA9-40FFC0CB5987}"/>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EF87C5AB-93D8-40DB-B341-589890946DFA}"/>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EC70446-5B6B-4BF0-9F8A-7B281FF4236B}"/>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20511659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DBA451A7-63D8-496C-8714-24D50D91482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3D68476A-FB12-419B-8D45-A862ECF66DF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726371F4-DB19-4C58-9682-46B845E9D6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3B8AD9-EFF9-47E1-A221-0FEB7A0A081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8FDA93F6-3332-40CD-B24B-C2D4905C126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FFD5D0-C6D4-4FB3-ADD9-D25F5E7ED16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00129FE-F702-44D7-82BE-AC4DCF989BD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15B153-F3FF-4B02-82DE-5E646ED1F9F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0603CE-F1F8-4376-8BBF-E2D51A26B63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8C2B32-B3F9-4B93-B6BB-27BF0D211F7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273447-986B-4827-9788-12205217510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A61CCAF-45BC-449C-900A-4A8B93FFE27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8ED651-8BC0-4F46-8457-58524475C6E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95294D-0083-4421-8A87-9CDAEAA0A1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2EAC92F-7D37-4B77-89F6-592C8E1F91F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2B1A8DC2-8034-431C-A257-441C10EBA73F}"/>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B97C0BF5-B1EE-4EDE-9E53-442CA9C78D52}"/>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E6E350C4-8214-46FD-9963-06B6D963BBED}"/>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0F3A18D6-567E-4EFD-8216-CFBA3253448E}"/>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4ED83D78-C4A2-4378-A72F-E7D8B9F21772}"/>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F5B306C-E11C-4CE7-B0C8-BA22BF1271C2}"/>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8AA1325-7172-4B93-9380-8AE6255BAA97}"/>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70019A5-55DD-43A8-B9F5-E1191F0F8093}"/>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AA61E91-C9DB-432E-A6BE-9F6DDF24606F}"/>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DBCB3AA-8841-4B06-BA51-4FA757B60BE2}"/>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52C49C5-122E-4988-B2A6-D37D551B1823}"/>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E38588A9-826A-47FF-8638-AFC00680B444}"/>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2FDF37E7-C54E-4749-AFE0-51683F4CEEE0}"/>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BF966C33-3DF3-46C9-A514-71FB8E304267}"/>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E988E155-0180-4C14-AE51-CED478E1A38F}"/>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27732DD5-7CA3-44E0-8181-A292C5625825}"/>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C85EA1C1-C20B-4E04-9991-0ADDF7CCAAA0}"/>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F5EFC3D-595F-4AEF-BFFA-B39904183B9E}"/>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23B1FEAF-D2C6-41F3-90CB-B9F347965595}"/>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8499924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AA8D726-2777-4FA4-9B92-01CC7ECE451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B0426D5F-10E9-48F1-8CBB-D05B6A5441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8FBE84CF-14CB-4097-AA01-E910CCA202A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66B2FE-EDFB-4051-B6F4-D0EC129EB8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1A990A0A-55AB-4553-8F0B-C5FF8F39CA9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BC5FD3D-1389-4EA7-962A-B07A66F7FC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F3B4285-AC19-40D8-B75A-E590D15564B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68F8C8-2F78-458C-9805-1686529B1E7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A2CCB70-3881-4BCF-B8E5-BE8509D3B5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620396-212D-4512-A427-BBF29CBA3E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C1C8D6-9F1F-4A2D-BDFA-A75FB4038C8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6F17D8-4DE0-4477-8C6F-A07386CCBA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7D16C3-4219-4F74-B5B3-150CC4A956C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873D11-10FE-41F9-BD21-87FCAC8EB25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291951D-711C-437C-BE10-E24D0B92ECF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B27D3B8B-3976-41C0-8FC6-69C06427A7F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858A09BE-F17D-4DAF-97D7-D1CE111872B2}"/>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D83673-1CE4-4DFE-9E55-C21A61CA1D60}"/>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A8A656D4-0B3C-45D7-9599-008631DA1BD2}"/>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5B58A689-EDEC-4BB9-855A-35324F2E406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64C04D-CD27-4F62-A9E4-8D387A129AB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9E70D1CB-9E61-4018-9504-010A4826B80C}"/>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BAA60BE3-EE17-4858-B0C6-95766032FBE3}"/>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0BFB272-985A-4299-88B5-E65584F4B1C6}"/>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87655F34-DC4A-4CF7-9DC4-D789371E572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3FACDEA6-A4DD-4FB4-A800-6883AEDDEA35}"/>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84614C4-3EE3-4CA9-9AD4-3131CD342E9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AF85A75-20C5-4F6E-98A9-ACDFF61AF62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73787806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4645830-4265-4ADD-A4CB-90379BD6F0DB}"/>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A0FE9493-F78D-4940-AF4D-0C2EF8FA505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B59B2A9B-76D0-4096-8F06-B7733E7D80E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339278-1489-4275-B5F6-BEF7478A99E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E1ABA674-62C9-4DD0-92E7-28FD9ADADC5F}"/>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A2212A4B-F31A-4D0A-8D14-6364A3B1A7D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59ADA8A-8A05-4F02-9E70-4D235CA587A5}"/>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E490C20D-34E3-4D5F-BCC3-2CD192DCDE57}"/>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4A2B3B0-B607-442D-85D6-943CD64D0CF7}"/>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7643CE3D-D3EC-4F65-ABC3-B8D8D450B84B}"/>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B11D3C98-5910-45FA-AFF0-7AE84B88B3B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DD3B1385-AA6C-4BB3-840F-389028101541}"/>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E4443004-0BE2-4565-9664-4039D4009DD9}"/>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BAB92582-4D27-4099-A7A2-B9A4AD25D391}"/>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72D70CB-851A-4046-9F62-435A89D1FB6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BAA4446A-ADE2-4664-85A3-F5BBD17C4C5C}"/>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3BF690CD-012C-412A-B462-00C6F70B1745}"/>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7A7BA3D7-6A06-44CE-852E-0764EB8B168A}"/>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141992E7-FAA5-4FDB-9D47-C44C9787CDD2}"/>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AF795828-72B4-43F5-B350-0BAB528CDB3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CECDB62-5503-4A9E-98A7-AB4C2679FEC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5521270E-0E2A-4110-86BB-98D22853864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F000357-D84C-4806-8123-D10A895EF7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434BC6CC-1465-46CD-AD50-6DFAE204CB3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C84426C-659E-4DB2-9156-A9F01394291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A84D640E-B755-4A86-A0C9-16262E8430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ED50E7D-3CCC-4889-A89B-774873EF4A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8B168362-5119-4D75-BC5B-90A44A8A957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BC30908-BE7C-40F5-9B66-423F37DCA78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9A2BF719-5535-4C18-9B13-7EF8014A43C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991AA25-2E31-4124-B33B-0E54B143F7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6672222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614A21A-0A5A-4992-9DA7-5E46D125EF6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8BA18A39-457E-4B35-9902-80A513043F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176E9D9E-AD2E-4DCF-B8BB-B0D7180644B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6C4D8B7-2031-4211-A91B-4DE2563B280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E27377AD-7A51-412F-8718-772E809CA3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9C6BF7-56E4-4F07-B3BA-CF3151B1090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BE1EFB5-401D-4257-9A8E-BB7769B3B5C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B4C89F6-AC46-4B37-8414-DD2CEC5A09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81B4695-4970-41C6-BA35-BD43236D292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928DBA-FD8A-48D4-97CD-B41E1B1134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B8F657C-A846-412E-B121-353058EE077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B265CE-AF0F-4642-87E8-83F2F089654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3FEE5A-13BD-427D-B2D0-7E5F0EA24B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74D9FF-82DC-4D56-A3D0-61E62698B6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821A41-D05A-49BC-A048-5DD70E599C2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0BF64DCA-7BEB-4CD1-84AB-C09DAE94C21F}"/>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d3578ea10c74b8f"/>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1E63E9B0-CFB2-4718-BDD1-449FBA36E3CF}"/>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C785600-693D-40B3-B51D-353F7997A21F}"/>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013680A1-E495-4666-A184-D83343D15473}"/>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3F80B52D-6CD8-4A54-8E3E-68A598BCEECD}"/>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C66D336B-7CC9-4228-90D7-E5E0E48B7B61}"/>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87216EB-D8C4-4AF6-841E-10C5E5F4FD1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20541619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778AEA8-7A70-48F8-BC2B-77980DA8F7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BCCE5D76-CD73-444D-9EC6-A7AA58E6B5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162567D7-2565-4D08-B711-AEB687BFCEE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29F18F-B08A-4174-993F-B86152B62E3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2205E093-DAA7-429B-B664-E70AC3B06F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48E7DD-E7B0-458B-A4E0-0875009342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2C6660-392F-4A30-BD0A-C16A7E3BA62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3946AC-6E21-41FD-A086-776054EC8B8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43AC20D-C3A7-48BE-89AA-1FD75FE7511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B22BB-3DA8-4758-A0D0-E7CE25A27E2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7D707E-70D5-4907-9FA2-37243CF8CD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FAA826-408D-480C-89B7-819A5E9CBF1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57D4DC1-0FD8-4A31-A9BE-A69AA53652E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A3101C-32E6-423A-B99E-843557E5CA0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B1EA51C-10E5-48BE-BD16-445E8052375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B932948B-6A22-439A-ACBC-5CF1FA2C69DA}"/>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89EDA679-CC5C-499F-91AD-DB5A3352CF19}"/>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A4F9FF28-26E4-4A34-AE6B-1B81202D8C44}"/>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2770D77B-64AB-419B-96A2-12BA6B512841}"/>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825995307cf44b48"/>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51e95e65b6884eb7"/>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F8C3210D-853C-456D-AE95-EF01B1DF14C2}"/>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731A008E-5B4D-48F1-A701-7913DE66E2D6}"/>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45C663CB-F094-4EAD-AB23-8A56C591130E}"/>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83C9C3E-E07A-4AC8-A15B-5ECC0B2768FE}"/>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3E78F15C-A5C1-4879-B959-8CF2280AD5D8}"/>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42BC52A-ECBC-4A68-9479-B892A0F8D81A}"/>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0AD3DE13-AB0C-49F4-A547-CD9AF57B3EA6}"/>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3621969-5589-48DD-93D1-4E1534A3920F}"/>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57F24C8A-CBE5-4A0A-82D1-05838307C040}"/>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0092C0D-D742-4D09-B90F-A81A9E78CDE7}"/>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208901030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2CDD66-577C-4647-97D6-A3122D66E626}"/>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22263DAA-C121-4D61-A48E-4A27BC354662}"/>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91CE2BD3-6381-4935-B3AD-1617C20141E3}"/>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A1BAD8-88F3-44F4-9330-5CE7919E9CA2}"/>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775FB745-CE40-41BA-819F-B26C0FAA61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564973-D7AB-4569-80B8-2589F7BD34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9545CC-A7FD-4717-A1F1-85A93AEF96A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6E15EF-919C-4CAD-B573-60E91CAF49A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91F50A-AE15-4DF9-878B-A849BF92DF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44748B-0733-4FA2-888F-01A4D51623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A4FBB21-4E0E-4CAD-8D0C-68F9B64B2B7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7476B07-C7B0-4652-8CD5-93E49BBBB0F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0150B3-F40E-4CB7-A304-2E63D04F3A5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3144F7-60C9-4739-933A-8D9E781A151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7498349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670FF70-A230-48AB-8578-EC0F677596C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789470D4-56D8-422F-ABE7-9DEEBB268C1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D683FEEB-FF6C-4891-BF0F-58E07E386CD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2FC3E20-50E8-4E08-8267-EC5C048FB5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476B4DA8-B53A-41D8-AAEF-1CB6BA37392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26FF15-5CC5-4F73-A3E4-80E57469ED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AD1D5C3-6CC1-4FC2-878D-14C29B0063F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0CC5D58-2203-41D8-9DA0-C220BB59A8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BBD606-827D-4320-97DE-33913F742C6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5FFB93-7520-4BF1-BFAC-DEEA2740D9F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693C99-D82F-45B9-86FE-6B478B60B41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D15304-7F71-4792-B2D6-1F1429821B8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132C65-B0DA-400E-8669-AD51853F937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81936EA-EBCA-4737-9787-7DC53A49DF0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D67256E-9FCD-4119-AC82-582DE30515B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262A41DC-D614-4CDA-B58F-23C072DE3E4C}"/>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81CA3B92-95F5-4966-BE6D-808AFB87F9D8}"/>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D320B04D-A1D6-488C-AE32-127CB47EDC93}"/>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ED429016-9EE8-4953-B0A2-D56E95FBF51A}"/>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336AF0C-A236-4684-9D97-767575FDE7BB}"/>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6954A5E0-20A3-464E-B036-07E3ADBBE502}"/>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54648E0D-9908-45AD-94A7-CC0ACC489A6B}"/>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94A5C277-ED08-43A4-BDF6-66E66228106A}"/>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E974377-C679-477B-8D37-0003455BD0A3}"/>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8D12C036-3C87-4497-A99D-2337577E11D7}"/>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217205B8-856B-4421-8829-B513CED5EE62}"/>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1917E678-0392-4740-945F-7B9F2E8658E6}"/>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D85F11A-8B79-420F-BDF0-FF96E84B5019}"/>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51922880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6ED9EE6-F5D5-42C7-BC2C-8695508799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E526B83F-6C3E-4046-A6C1-EF485BDF995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EF04C618-E7B4-4279-B110-473DF6C846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00AFCA-ABC6-40BD-B745-420E80D8A8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9AEE4B96-8573-448E-9DAB-9C7A4B0CA7E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A0C65C-4661-4536-A908-652B11BABA1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0A839B2-66DA-470C-8EE5-414CD0323BA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934B2E-DCD6-4E6F-B5C3-66737DC2397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F1D07AB-1722-46B9-9D8C-F0380D3529B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50C07F-A164-49D7-972F-1D8DAE0ACE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39CD33-92F1-4EFA-8C89-A148BB54FE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FD8B6D-7EFD-4A89-8191-E67BE939C71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96E9AD-8E2A-4A17-A69B-502544430D7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BAD89EB-FF04-474A-8BF3-BEBDC257310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F67098-55EC-408F-A946-3EAE46392C34}"/>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6A43F416-96BA-467D-A9EB-2BCB3343DA42}"/>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16B02AA1-DE83-442B-A54E-403255A33B24}"/>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CA2D7494-7302-41EA-ABED-6BAC6FE12DF1}"/>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EFB926C3-C1E3-4EE3-880A-C417DF936A5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1EDF2FE-A674-4246-BE29-8D531486979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184571638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B105065-A722-4C48-882D-3EC179EB68F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F5E372C4-C745-4969-97D3-7CCFA27F316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68B835A0-C420-4DE1-9209-94D8EDB2DCD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6E465E-E59F-46B6-855A-C0429DDEB11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5EAB77BC-9F1E-45DB-B690-8CF69E24CAA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2384B9-C138-4AF8-A003-F201840DAAF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A67D600-7943-4190-95B9-5B578B53E71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9142DED-4AF7-4861-B776-BC678BB1A83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38A884D-EE34-4C52-9AC6-6FF064BA71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83F626E-A30A-4BEB-8A55-E9794763A6C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17EC579-7F52-49DA-A117-F4E60F3189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619399-6694-4B68-8B3E-1F7BFE82B55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2A32944-DEBB-4E6D-80D9-D2A4B2E10C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7385D3D-9488-4DA3-A533-49177B64446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63BC041-7F9D-4B6B-9E6F-AC48A9F10174}"/>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51248EAE-34E2-4152-BB2E-48DEAF35E7D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5721A870-7C4C-4362-9F10-171825F3D551}"/>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5B0BAEE-C840-4B1A-8981-DEC95F073361}"/>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F36DD81F-E38A-4B35-AEAA-145C5B72F268}"/>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249BB2CC-C34F-45E5-8673-9F46888E9469}"/>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DFEB981-B55B-40FB-8D8C-5C09A08F82CF}"/>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CFFA0FA4-D092-4142-8424-1102EC068AA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23069340-38BC-46C8-AA82-93D289AE9D2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F7D80E2-A620-472F-9974-1B60B5B4AE97}"/>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63EDE07D-23EB-456F-A5E6-E2781A810E0F}"/>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2E95A265-F6E8-466C-83C5-2DE62BFAF2CA}"/>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71A8510-D80E-44C7-A71A-5F33B152D08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2248BA6-6E92-4CD8-8FD0-F523F6E755B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91806862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07CF5A2-95CF-40CF-93F9-738F153A59F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71B8FD0F-572F-41EB-8401-A33DDDDF9F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37319DB2-07CE-487E-BA6E-5A0B16341EE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3153CC-EDF7-497E-BDB2-AEC70CE5BE0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7F940D8C-8029-4779-8470-EDA64AE66B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D4AC498-E3AF-41C8-95D2-79AE6371418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9D9DFF7-EB92-4120-854C-3D6BA1BC1A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4B62188-7862-4006-AC24-EB27B72F6F0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49F871-BD0B-4881-8D03-3D697E1491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FEB93F-40CA-4798-934F-D66BCAC1A7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CEC5ABF-56D5-4A4A-A1D3-E9F7906BC11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436905-078F-4F8E-8E6E-0B8DA24AAA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4367D20-0CB0-4AB9-A91F-21FC08E83FC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6AC4E2-C3E8-4902-BB4E-5616FEA8FD4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2DD227E-E938-48D8-9F39-09785C20B0DD}"/>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5F25B70B-070A-4398-93AD-E92E29DB5E10}"/>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9D509D48-0A14-47E4-A787-6F4D269116F1}"/>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41914E-96B1-4B91-A3FE-DA5E5141A10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32B8BD4C-F394-470E-B86D-7B9BA5E2AD7E}"/>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E0A93186-99C0-46CE-9CF8-AB6C6BB48D4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E81EBA7-053E-4067-8925-F7B639A15FD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34840F2C-51B1-4E11-9104-4028447A6B2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B28AD81A-F9F6-407D-8170-8D44152014DC}"/>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3194B6E-DC21-40B2-8236-898D68F7509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3F01911B-FE68-4FF2-B6FD-C30C94829D92}"/>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2F32F14A-1C86-47AC-8D95-3D8249EAB621}"/>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FFC2D6A-9680-4CF2-BD6D-D9A1B4A7DDC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FDC09AA-BC7F-484D-AEA3-9823152D679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98297583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BEFBF58-E067-487C-9DED-D2E2A9EB56E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08FC9E73-F851-43F0-AEAF-860295583C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57DE4881-8254-4D9F-9AF5-2732843E17E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A351732-913E-4DB2-8B06-D48A367EC8B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A5511CCC-9011-4586-BCD1-C4688A15B23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181329-B6D8-4648-8992-4D8F964F41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A97A11-5915-495F-95E3-66015087972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AA751D7-AE9E-4344-A0DD-9ABAE10E970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5E9C59-C8C2-4F64-B8EF-23E17B6963F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943811-744C-406E-9248-36954156D3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B6E3620-D206-4932-9DFE-25F9CD1493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FE16CF7-4D9C-448A-973B-C867858F853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A0891F6-F104-4436-B7F0-032398A1E00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7F2577-EECB-4CC6-90FA-025BC88417E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21013F6-2412-4C03-800E-D66D937E92C6}"/>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669B94DC-FD72-4126-9F53-DBE22C4BADDC}"/>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A7A081EC-AABC-4973-9CD9-0380A23CD642}"/>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2EF30317-9006-49DE-8F21-DFC9C7C9226F}"/>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FC9270F3-A979-431C-8356-81CF7E57B29F}"/>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FBF2A67D-AD89-4FF8-A339-B0A58264A888}"/>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680E8C4E-8F90-474A-852F-C4F764CA15CC}"/>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DFCA91F5-9229-431F-9479-412F811B99B7}"/>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52AC397-C4C2-4839-99F9-B7421E6E5656}"/>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7845DA9F-F413-4DDF-BAF8-BED64A974D6C}"/>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02A127CA-2405-4236-8ED9-8B085E4FBC1C}"/>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32D25512-E4CF-4C87-AAC8-D319A84A3BEF}"/>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141D0B5-D7E4-4DC3-872D-93AAD7EAC8CA}"/>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D7ED6AE5-C04C-4CE5-B25A-C9F36C212B65}"/>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E61915D1-DBBD-4FB1-9EFE-CC237907D675}"/>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D2FECCE5-64CD-426B-82F6-368107689501}"/>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B8E8030-0324-4A66-97F1-89213D2C4D80}"/>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023FFC9-9716-4301-A88C-A3142D96E0E7}"/>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27434998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D378736-27B8-4C03-AE45-BCAB0F294A3F}"/>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32983E5B-0DFF-4FDC-96D4-357FBC332B5B}"/>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F2CA4AC-9E31-41C2-B727-11862A5D32FA}"/>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8041675E-C561-4BA8-807E-6DBCCC973A5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D72A8B6-1088-45C1-A99D-C1DDB8B3FB6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A8247832-3DFB-4E9E-8EFF-771A07A1BB2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574921C-2864-4311-B477-AB12E777277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CD0F8C4C-F872-4BE1-91A5-DED1719445D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B582987-1FC9-45E3-B5CC-330F6234A0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04C8D1C7-EF8E-4B5D-8CEB-8E2EF1E4B3E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F09A764-6B0E-48DF-AA94-EE5FA708904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D8705424-6BB8-4F5E-95DF-32CCF31613B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F5764DA-A317-41DA-AB59-397074B8AF8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2108298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DF1194D-A3E5-49AF-B857-75F7AB2BE02E}"/>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31875D5C-4F4F-4206-8DF4-A996B3BC42E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4443923E-03F7-4918-9949-7DCB986FEDD0}"/>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4E412D-CB0B-4E12-A0AF-DBE7C665FF91}"/>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9537B5B1-6319-4B27-85FD-DC787D91A35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AC33CF1-3737-45D1-9992-C89F837BFA0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0C3DCF-E0C0-4F0E-9592-FA1C26E5008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0415200-4E90-4970-9EA8-00684A64B0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417D8B3-E13C-4C5A-A610-D771B394D95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C96F24-291B-4127-9152-7B1F30829FA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F52B391-0A64-44A2-8FB8-BB3E95E427E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BD992A-B987-4ECB-B26D-21229363D2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193A14D-072B-461E-A564-3799F755B2D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3AB1D1-A290-4B66-AA6E-93D555C5130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0215283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F7EE259-6C09-4A0B-9354-B66360E7EA7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164D04C0-4F82-4875-939A-C9CA96287C4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A1A0E318-0414-4E62-835E-02B052014C8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D1AFF8-0BEB-48E2-BEF9-3A0A4BB3A81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FE978C38-106C-4AFB-9186-D92BE6CFDCD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782208-6A7E-4431-905F-6F85D318A42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2407B1-A059-4AE6-8856-040DACFE322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6904C2-2AD9-44D8-8ED3-8B7D9D7F066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F66BF64-3668-4A3A-A50C-E166035D93A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EFFA9D-E36D-4CC8-90BE-AC1C8E9622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61010F7-172D-442B-BEAA-8EB3E900DC0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C84755-7D71-44A0-B7EB-E18D58E6BB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1F43BF6-2439-434A-A148-E756C093C7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3C2EAA2-3B1D-442C-B5B6-BC1FBA8B87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5B1518-4F43-4479-A365-EC443C7C8E5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DE63D69C-AFEC-42B9-A563-351E981EC570}"/>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2B621885-5F35-4718-B30F-40D47D6CF7C9}"/>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10E97C44-FA8D-48FC-B8C7-9BAC45A9948D}"/>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3B79A61-A73F-4D6D-B728-4B9485C35848}"/>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601A76A4-3D5F-49D5-9C47-DEC6F5117CBD}"/>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4CFD2410-CC2D-4AC0-B228-3C46387199E9}"/>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CEFC44A0-8134-4E26-BF65-D8A17F502457}"/>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99AE1583-0AD7-456D-9B07-647299284646}"/>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D73D162-5EB7-470F-B7AB-67BFE121BE6D}"/>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64F92F12-C6CD-4005-8B08-38B36FAC02F6}"/>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46D183C1-6716-4B96-84C8-D555FBAE78B9}"/>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087AE00C-459B-409C-B524-1BC5BCC9C951}"/>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DE7A693-CF8D-4331-B62B-E1AB366EB6C3}"/>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200302932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24E6711-A5FB-43AF-82BC-885A28DFF6F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FD899856-2D27-4D4D-B03F-C5B55E911A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C2C5DE1C-B1EB-4E8F-AFCA-3B46D7EB233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F9190-4AED-438A-BAD9-FACD4C8840C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7ED76B77-D2A7-4348-B055-3501FFCACD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46C649-08ED-44BB-9B13-8419B8AD88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F79797-C8EB-4763-828B-1C8A8CDD417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6C18330-BE76-40C4-88E1-944AFDFAF1E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BFB53B-3193-460F-9F15-1CE51FC943B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E1A828-7756-404B-89C0-3C915BB6824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2243BCA-CC9A-4F7A-AA8D-08787FD19FC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A53BFA0-580F-44F9-A277-B05682B27F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C1C8D4C-9BD0-4443-9885-6002B9BF4D5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3F6D819-81A3-4C54-8911-916C729E564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04895F-90BA-4B8E-B045-4DE6B6D2EF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9651B6C8-2642-4710-8AED-F73654FD71E2}"/>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DD35C170-1172-4788-8D60-004276B84C91}"/>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D09B1E92-B0CD-4CCD-B5C0-CA3A14B6C827}"/>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700EBA44-F57F-44F4-9A9E-12333264865C}"/>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BB5FAF30-9754-4112-876A-E458F8AEB952}"/>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11AA081C-C9B7-4821-9394-A541C81F9C04}"/>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DEC5762-E4EB-4E6D-9A3F-3931AC9C60BA}"/>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EEAEEC3E-9108-4E86-BF6B-0F7F39D6E3A7}"/>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9BC9AFC6-4A6C-4575-800F-BD3A8E213940}"/>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D5FB66B3-E8B1-4A54-8D4B-62D00B8F784F}"/>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E45FA57E-5593-4839-9869-E43149F16DD0}"/>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15252059-DF94-49FD-B1C8-22413473633E}"/>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D214D9E3-E708-4E02-A3FF-BDB2976267A6}"/>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462AF43-FE14-4DF0-BC73-11B53983C549}"/>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55559253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A175BD8-73CE-4DA2-B4C4-241143FE79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8582408D-DC9A-4728-99F7-D8E02E5A4D2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A02B0FB9-0553-4450-8974-E6896CC067B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13026A-5631-439E-B9F0-D542D29BB0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A729E90D-8E06-4622-91AE-CDAF9DE868D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1AD42E-CE36-4185-94A6-09D0E944C1A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2950970-CFA5-414D-937B-D60EECCBC55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771C15-27ED-41E7-9904-9165212B74F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680990E-8BDE-471E-A92D-4A688333048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1119D4-C846-451F-921D-750C0CDA0C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98F94C8-F855-47A6-A7A5-A25DE913930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52CC41D-023E-470D-AF03-C25CFB7A01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F7842A5-9A6C-4568-BF15-731DE9CEE1A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8890982-C801-432D-96C5-2FFAEA0E59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57C84FD-7E87-4EEF-913E-8687FE0D598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2A25D1A7-6968-4431-8E5A-DCE74FDC66BD}"/>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5A76B9BE-2D8B-4F6C-94A2-B62AEA19C779}"/>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22F17F4-2B94-4DD5-BEC6-BB250A60CF1E}"/>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87014507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07AEA63-9987-4AD6-BD98-4CAC7EF4C5A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77FD6C14-FF0A-464A-B225-CCA4C841528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AB54B3A9-66EF-43F5-B4BF-A2D1DDAAFD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5E03EB5-7DEE-4A15-B161-171CA1608C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30D3A635-D06B-4FEB-B0C5-1F7D12AE68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76EB79-EF62-42B3-8D08-352735FD014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3ECA283-8798-4482-B9AF-750EC8B346B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2A3892-D5D5-492A-BBA0-4DB31F4AA4B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461F853-3CEE-4265-9C72-07668597825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3AA36B-0EB2-46F9-BE52-4039CB4724A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008CA23-3909-4BC6-A0D8-AD11C5A467F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B73C4EB-895E-4FC4-A193-9FDF5637090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AEB1E2-711C-4CE6-BF00-31D83F198E6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8EF301-5CAB-4326-AF1A-10B9DA0DF74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47AFA02-4825-4FDE-8683-EC937D3E984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FBF1742C-E500-49B3-B625-82D46C563C25}"/>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7940BB1F-E95D-41D2-BDA3-B0B8412FA23B}"/>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04C3B94-08AF-4B38-A51C-EE6FA44CC047}"/>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4EDEC1DE-4170-44A2-9C8E-D706418CF4EF}"/>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56B996B0-CF34-4551-BE6B-AD8F65C7E733}"/>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D62066FE-2DB0-4628-96A7-B81A3F77512A}"/>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EB076A-54EF-4FED-84CF-50D24CBAE3CE}"/>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25760864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1A1E583-D31B-4B54-ABCA-F1A15B6AD28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F5BDEDF4-5ADB-4DA2-B439-80EE6C96B2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942CD225-81CE-48B6-92BC-E1CBEBF74A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E605BF-5CDC-48ED-A9F6-A853AFAAF17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BE4A8834-4281-43D3-8C8D-160FFA52C3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8721647-0BE6-4CE2-8246-3B7203F19D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3CF092-C9D2-41C3-910B-2B17B2B7470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E536B9F-A95F-4F44-9B38-A9121BDF707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8E119FF-69B2-4CE3-A1B7-54BC8A44B8B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3DE7E6-D03A-44E7-8922-EEAB6EA0BA6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7E256FF-3E74-41FC-BC17-81FA662F7E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B1BA46D-BC93-4635-8380-E51F994680A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6B8BB97-48A6-4743-99F5-7D26B78C466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8F3AF2-5FF4-4D1C-9538-E6D4C41EAF2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99CE314-C057-4A7F-8DE8-927BE894AFB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C3C98D40-F4C9-4428-97A4-61631E47DA4F}"/>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D3920A6D-2C02-4D2C-BCA2-A0CAE8EA76DE}"/>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61B180C5-6843-4B0B-ACDE-1B2D702BC3EF}"/>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C2406579-4A2F-4098-AE0B-EDE491980DF3}"/>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3E059296-E4BE-4F2E-8A49-AC62659CBF0B}"/>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53B37818-A2AA-4CDC-BBA8-B11D06A2FA93}"/>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0971DBAC-0552-4538-A064-3831537089D7}"/>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F01FDE91-6FC5-4020-9851-FDF5EB7CB64B}"/>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3BEDA98E-F97E-48E6-B743-B89F08CC04D3}"/>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0B2BEEDC-6D89-43D3-8566-5D7DD73989D0}"/>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361261A9-DB66-40A1-8A7C-6089A2ECD5EE}"/>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0BED5793-A323-46C5-86F0-289E258C8B7B}"/>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556082AA-CB65-445B-93CD-5F7C8FAED414}"/>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DC0FB2-9204-4A6A-A402-166278506F18}"/>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85635689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12C5CB7-D31B-410B-BEC1-D5A95E7F05A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A5A4B378-565D-4CB7-93A7-4AB17DF0144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407B1FAA-9339-4D6D-A128-85FF1C52DA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C5323B-F2C9-433B-B1E4-4DE78AC2AB0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85113269-33CB-479E-B4EB-030767B639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16FC22-E93E-4032-A770-DBC859A374D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7373E87-90F5-4223-8DE9-9EB1B2C9118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10BB7E7-2A86-4CBA-A79E-4D953B11825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4FC780-0BA2-499A-B6DA-CD2D922912E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FA429CD-43BB-4014-B447-3036662CF9F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06EBCB9-25A2-408C-9624-AE71F7FAE4B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509897-A206-40CF-9ECA-561E369B4D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D68ED4-705F-4B88-BD7E-1A384EBC6C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B2C3EDD-03AA-4778-BDD3-185FD7C012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601C579-ED28-4BB1-8764-39D8B9E6E9C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F77BF1AA-61A4-453C-ACCD-9293323224C8}"/>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A90A80DD-29D2-407B-A5FF-34B2ACCA7FB3}"/>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CB6E23BD-8F2B-47E8-ACCB-4F88BC8D6EFB}"/>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B804ED16-06E5-4378-9A64-FD090ACF5F7F}"/>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E704E6BA-1264-4372-8591-90159E7143FD}"/>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1A7CCD19-2E41-4CCA-93AD-35A361984C7C}"/>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2C0C6EFE-6278-4928-810B-4DBA56C6FACC}"/>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95236FCE-C44E-4D61-9940-CBDEEF739F63}"/>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C3A8D677-6766-4177-9AD7-F43325617506}"/>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5FF6ADA3-1DA3-4847-B4C6-CDD5E0F7A6F7}"/>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269CEE35-6FED-4F36-8DA0-79516AA2C54E}"/>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6E7631E9-DFDD-425E-9B8C-63FF2D309543}"/>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F5CEA60B-4E45-4259-93A8-4A5EE1109E87}"/>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EC844624-5AF6-4F41-B0A0-322EA911AB88}"/>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A655204F-EB82-48C6-BB36-FBF3080B63E1}"/>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483F7EDE-B43B-4C5E-83A5-B1401A5B968B}"/>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7D5DB1C0-644A-4D1A-A156-20570FE4B0E2}"/>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009D584-BD5B-4A32-9A5E-DC193F289BC7}"/>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79812164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EAB02BE-CEFC-4AC1-9904-1469BB82BA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748BE11C-004C-4DE7-9780-FF206BA2E29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1C2F6057-0E3C-418B-9604-14F56A8B91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6E482C-FA31-4134-A324-005D15D8D7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D7CBB955-3DCC-4843-A4C5-1AC77ADE010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FFBCF2-8EE4-4559-9C75-C203A70EC6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8E322A5-3EEB-4515-AE8D-9E74AA333A6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E5441C-9F59-45EB-B9BC-7E28E459D6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B5BCC35-1944-4A90-B5EC-2986F1BAA75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A79F05-C53B-4504-8F4B-55310B393E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EC5425-E904-4333-811A-380591BB354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21ED8C-22CC-4149-8580-5497EA41D61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EC2BD61-07CD-4DCE-95C4-0118CAAAAF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68D33AB-89E1-4E59-BDB8-DFC79A87DA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7595A45-A99E-427C-8071-6294A3A061B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F3F279F2-235E-455F-94D9-560DF3835546}"/>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F30A5CA7-4259-4549-935D-9EE1E8B637A7}"/>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BCCE6C5-8FD8-45A1-9651-A2BF14590B0D}"/>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868DBF8A-1225-4A83-9887-223BD960C245}"/>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C12FF8-30AB-4814-985C-A7F6B8FF6EDD}"/>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18028FE9-5FD9-4439-934A-412D4EE5E896}"/>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C3AC3C3-7BDD-499C-9CEB-642F1C07E506}"/>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9AB21224-19E2-4159-B589-8711F0C2AC4B}"/>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C3A1112C-BF80-4349-A1EE-0128B293F0FB}"/>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8881CB3C-C260-4075-9773-F8BF4B269627}"/>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335DB1F2-2041-4A00-93EE-3C83FB417FCB}"/>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4749F853-54A8-4DF2-BF58-55C12228CFF1}"/>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77CEB2E7-5C56-431A-837C-B55BFF9C2FCE}"/>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35A3677F-AD12-4330-BBC5-9B7F774CA79F}"/>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D728B91A-8D4D-49DB-AECF-2605A43E767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83CBAFB-4400-4EF3-B9BF-3E533534A8B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76197718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DE890DD-BDC5-4D28-AE94-CF83A9DE8F2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9A422B63-17A2-4045-A8F5-0CD0BF7B651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2A521B84-517C-4614-A5CC-423BE2D241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00B2A3-36F9-4BE6-88E8-49EA760F238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70693C5A-8440-44F7-BDF6-AB6B56E213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006319F-E3D6-4514-AEC6-93D8D4CEE32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4A41263-ACE4-4C00-82CF-E99007D22CE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DC9E93-5B03-46BA-AA6C-D3CAF0978E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AE09E5A-F885-4E8B-9491-379941CB52B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E1F097-BC9F-4D3F-B957-8AF26396BF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2FC074-A9DC-4EE3-9792-E2E490D3FA7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8453D19-1A69-47AA-BBD8-938035E9F66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04BF8F2-119E-4249-8794-34028AD57F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6C9A77-DFE7-4916-B53A-DA3A9D081F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680DC9-B765-4C50-B806-C72721A853D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B8FF214B-432B-4A84-BED9-123B1C2764C7}"/>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ffe96d0ecd5e46da"/>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7C26875-6031-4FC1-8A9D-FBB8FCA336FA}"/>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6DE6B7CE-970A-4ECC-82B4-55C0E5B52DD9}"/>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2D646A9A-5566-40A2-8704-87EAB8B2DDD8}"/>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0E0A882C-6E70-49E7-8F31-074767273482}"/>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8644C531-F3E4-4506-A4CC-679B2F6272E1}"/>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BA96E6CF-E5E8-4911-BC27-E83B02AC754A}"/>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7E6DB1E8-FCDF-49CE-951D-91835C056E49}"/>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ACD9C07-A7CB-412A-AC35-3B52A1F125DB}"/>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17304231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10BBA34-485C-45E3-ABA5-F2414B0172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BF359C45-3808-445F-9123-F3B4E330DEB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B13E65D8-9F1C-4444-82FB-2354D624BB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9B5E3B-FF55-4D0B-8D85-D8457E6965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F9D1D05F-E9E4-4FAA-92D4-86DADA5E408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A8E79D2-7580-4CD1-B30C-11E0F39C32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F4910A2-AC84-4467-A777-96232526707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DB6843-6359-4B26-9BD4-33F78B56989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BDEA83-C116-419D-B257-47849F93198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FBB4900-A3DA-4990-A4F4-FB9242D6EEB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639BC5D-1133-491F-B7AA-5666495FA63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AAE2E8-D591-410A-810C-307EA2B497B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9B0F060-E577-48A1-B376-88B530400D0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BC9F16-3143-47F2-A3A9-986C7D2D29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45851FA-7B4F-4EC6-8D8E-AFC9FF6C40F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454D8891-324D-4079-87E6-58B61953F401}"/>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6C4AEB3C-62BB-401E-8BA5-594EF93B1C55}"/>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F309F33A-F4CC-4577-A816-A65806992B44}"/>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4A04F80-6992-4DA5-8BEE-B30EC6853AB8}"/>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888C79C5-3A55-4F49-81D2-0933DC2F9830}"/>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329F292-3A74-4CB6-9DF8-7B328584F5DB}"/>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E4494725-EA62-4F85-8C82-F903BBE2AA98}"/>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D2F099F3-49EF-45F3-A468-C6ECD12F1A93}"/>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3C734B4-7D63-42BC-B216-627080FC627A}"/>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0758009E-3412-4AF6-B4E3-C50394B9DBC8}"/>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34ECAFC-62C5-47C0-8C4F-D454265E0D6C}"/>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D1DDF1B4-43F1-4D7E-8207-016AD9011AB6}"/>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4E6089EB-3496-4EAA-AC8A-CCFB878F316A}"/>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7230416-D1C2-4FDB-9416-6A2FDA1B61FF}"/>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5E9388E7-A694-442D-8122-B77A849295CD}"/>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3C68991-4017-42EA-B4CB-D9BF8227E862}"/>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1062C212-5443-40B8-9D67-6DF65427FCA0}"/>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515D11AD-8FDA-47C9-8B5C-8A6A60A3AD1B}"/>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6903A33B-E66A-4B35-BE72-41A339E648B6}"/>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A6CBDE0A-B38C-42CF-951A-F0BC719C3CD1}"/>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601FD06A-A5BF-43D5-8C51-AFEC6707DA8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4FA60E5-2435-4482-8601-01AF747A9BC5}"/>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35265854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F37AFE8-5852-4D20-9F59-E61CF6EDE54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3EF4EE5B-8F08-4099-BE1F-7259AB5FC45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C7CB0F6A-98EB-412D-9D8F-C699495430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F0A85C-ACE5-49FD-A0E8-A2E4637F6B6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BF70CD22-C376-4413-9613-7DC96756A4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C8DE1FD-8296-41A7-9B71-505AE41F499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B9D8B9-C513-4029-A6BA-8D64CC1DAE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6503C7-3109-4205-B663-2926A8CC08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19E8C37-A98F-4CB0-B70D-40C467DB766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04E97F8-A4BB-45CD-9575-13FC84BEF3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5CAD172-3BB2-469E-9EFB-A4E717F2E85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D61FEE-3B95-4368-956D-CA0AA82233B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479E138-8D2E-449E-AC25-279120664BA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28679A0-5382-4F8B-B7E8-4C32F54AC7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79179D-0698-4DDC-A9D1-A7E12A3FDB3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ac82342c5d4496c"/>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27475819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0BF93B3-3CBC-4358-AE80-DC14E7DC6F5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D47CDE0F-8A51-4672-8A90-CA52997A6EE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E951683E-B240-42A2-9BA9-74426AA3C17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670A2D-A376-482B-B9EB-D14DC484F0F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1EC9F4A6-A6B9-4CFB-B3D5-06A43A76933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42D09F1-B471-4B87-B809-061E1584AB3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133D3E4-740E-4BF2-987A-F6B8B074F8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28A3B18-2553-479D-80A5-7478D98A54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D43A076-FB9B-460C-B0C3-354FAF6E6AB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9BC07D-F385-4B36-8500-556C2A9772F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D57BF00-EA69-4011-903E-5FFE7730EF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DD9B2F-0C11-4209-8C8D-8CC85FEC8E6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57C863-1A53-4898-AE45-BF41F6E737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2F870D0-CABA-4A58-A4E3-C034E90706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02A0BDC-E513-4288-9264-28BDAC0EC91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AFA95718-E7E1-47B3-B2AC-994337E9FB8D}"/>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0de21edcde74a09"/>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19BF481-7C92-4E14-9AE0-D1F478A24D5D}"/>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6CE59670-C753-4403-A3DE-325015BBFA7A}"/>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33C2D04D-739C-41B9-9373-A053EE3CC5BA}"/>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97F4DB56-900E-4E45-AFA1-112A815D4C90}"/>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30DA185F-0701-42DC-91E1-27A5269CEBD7}"/>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BC570E-D301-49BD-AAA8-927A38DE424A}"/>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608C1773-F626-49D5-85E7-BF075BBF51EB}"/>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69053F2-BFE7-4F9A-9A59-ED1C0D64087A}"/>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A5B0448E-4E3F-413F-9028-39E8979463FA}"/>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19966813-6FA0-4AAB-A66A-F94B21A38BD3}"/>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1E3536A-5B81-4689-8BD7-A3B5A790B943}"/>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756339943"/>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06C18FA0-3286-4C36-953A-FDE42EEF8E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A53BF646-5FEC-4815-B32B-568F11B178B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705B6F03-62E1-417F-807D-2F758056F34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A12E4C-1956-44A7-87B3-B2403A4347E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CFF0AE4F-088C-481C-A093-579B7D41A2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D32D64-5589-41E9-94E9-FE7E2987BB2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29B290C-D5A4-4337-B40A-85D07264FF0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550E64-AACD-42F3-891B-64FC1954BA6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E079A54-E024-4BFD-90E5-2AEABC092D1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EBD2E2-8375-46E6-8813-022C323CDD6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FD68EA-2F0D-440B-9BAF-9E02D9DA19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5BAECB-EF21-4F2D-96A0-9DB9846DC0B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B020A15-A451-42A5-B279-D453E3288B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3B69128-CAC1-4C6D-AB8F-4AE2AD7AB50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DA172EE-0184-481D-8335-3B8D31AA61D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965EACA2-A4CE-4F4D-BC3C-2AB9375240AB}"/>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DC6A81D4-C260-4D43-B23F-9458E4B4A68D}"/>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19C1E880-7168-4D37-9F38-367D830CCC1A}"/>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C04B043-F7AA-49C4-A77C-8260844C4911}"/>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82E4B70F-9A9F-4AB4-A2DA-BECCAA42F310}"/>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5BAE07A-0F23-4261-AA89-5DC6E3393461}"/>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C1424630-3D44-4336-9A66-10D219B4E11F}"/>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3B1183F-A269-4AC0-B9F4-A69E8626DC0E}"/>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7417C99-B667-435B-90DD-5DFAF20264A6}"/>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C7B169D-855F-40F3-A0CD-4A825A079282}"/>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4148CE0-DAF1-46E4-9F1A-4A86CD54C2BE}"/>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A4684CF9-8A9C-4DFD-8C37-1258E0AD5FD6}"/>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52171E49-EB6F-43D0-9A52-09DB207EDB70}"/>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A0C08AB6-A4A6-4AB1-8922-C6004C250110}"/>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F30BCDA1-A413-488E-93FD-8BD3AB80619C}"/>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D826DBCE-54F2-45AB-A89A-FE3AA2A41842}"/>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412EF546-CF42-4C41-8678-65358287261F}"/>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FCAB42B2-98E1-4BA8-9363-B9F2E4D229AB}"/>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33FA1E8E-4E31-4ED6-930F-F71105A9B6C6}"/>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5F52B52C-1786-4DD5-85CC-5681B5527B8E}"/>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640ECC2E-B803-47CA-8D82-6C6992F480D0}"/>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7B56695-DA75-4FA9-83A3-A04219FA4528}"/>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DA526819-C2B5-452B-B687-3DB3035D0CB8}"/>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D39135A8-A3E9-4FF7-B5CC-A44E80F80280}"/>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0F3DABB6-A2C9-47E6-9487-199A0C6DB105}"/>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82DE7E94-0273-435D-BAA4-D5C05D55AE42}"/>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F546B166-D87F-4EDF-9EB9-4E9499158990}"/>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B274B0F-AD4B-4F5C-BE68-0354249CC9AC}"/>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68710F59-297D-402A-B1A5-7DCD93C4BC57}"/>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DCB815A3-966F-41FC-B363-D58DB00E2FF3}"/>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97C55B88-72CC-4FC5-B1AC-C2AA53DA6985}"/>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EA6CE4B-E95B-42FE-AB6E-DDCCC01F5959}"/>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8F760585-7134-4961-A639-138D180C79D2}"/>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853B161-743F-4171-8BBD-84EF5D54D4BC}"/>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75596060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8F9AF67E-F684-4669-9F55-B302728222B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656DF0EB-7BFC-4DFC-8ED2-8E580B0ECF9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59DF915A-756A-4E07-BC10-A07D8BF54B0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2548C9-AE88-46C2-B093-35B03218A4C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B1757BD9-DBCE-402E-A656-B3726864A48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8CBF93C-B3A9-4DD6-BC0F-FF2581EFEE6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53C0CB7-35A8-462F-AE7B-742859037E5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B2064C-480F-4C09-BF95-AE75F5BD34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A089A0D-BDEE-4631-8A66-F101A43895B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020B5F0-39AF-4DA7-B258-8E83B484A13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8BE12C0-3E62-40FA-9AB0-29C46DC9E35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316F318-F798-4242-B0F5-3854943753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277F3F1-0A02-4A92-A417-A91F37AFF7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52B825B-4BCA-4CAC-AF55-730B5CD2102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38629C-E842-4814-9FE1-4E4337EF57F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E5AECBCD-614E-467E-B3F8-2E9602A47AD5}"/>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94A39F25-B578-4B1B-9BF0-88444EFCC18D}"/>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F38A8762-450E-424D-9B79-F1DC96040277}"/>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001EDB6E-29D2-4172-9373-FCD7FF54859C}"/>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064E5901-346B-4CE9-BC6C-E1C51C41BFBF}"/>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0D89F8EC-C103-421B-8536-5BAC51036C89}"/>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4626910B-3B7E-48B7-87D1-6835B7B8870E}"/>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0664FCA6-16C4-43F3-9DDA-44EA36DCE59B}"/>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8D53B1CC-F332-446A-BF26-FB0F7D5E0FD1}"/>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B2946E20-2555-4217-A0B1-55DF30C78114}"/>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EB9051E1-8D72-4E79-9BBD-6865E8E6BC00}"/>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E858D89B-CAA4-423A-854B-3F90BEB41DA1}"/>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487017B0-3341-44DC-AE76-01A5F67E844A}"/>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2CE9BD4A-D73A-4E9D-B497-2DF3C0B6442F}"/>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A964C1BE-B8F1-4F27-8FBB-6951658404D2}"/>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28366978-5E31-4A6C-8C1A-585F86B3769C}"/>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DBF647C0-552E-442A-88CB-98A0BC75CF5C}"/>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C68C8CFE-AED1-4537-9C84-655526866D16}"/>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F851514A-8102-4AB8-8043-22D8A0751CA4}"/>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D4BA0D53-6258-44F8-B16C-3B9B33315BB8}"/>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69CD29E8-368E-4A6F-994B-3DC9C2BE9585}"/>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B90A8CC8-9BC7-40EE-A062-665BBE34B38B}"/>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68F37CF8-59B9-4C4C-9539-1924D21A5451}"/>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EA118E5F-5717-4C6D-BB6C-1E9ED2846371}"/>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ABF7870B-A1F4-4F9C-AA02-2C8F69B284AE}"/>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56393FB0-472A-458E-B997-18D7BB889153}"/>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DFE1E322-AD40-4214-8898-9E1B4473AB77}"/>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5CA1B908-2660-4BA0-8972-6F8BE083BF62}"/>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69621C9D-7885-4176-9C1F-1461E50179A2}"/>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748220B4-777E-4422-8560-33FFB96D10C9}"/>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4B2252CF-95AA-4AC3-84ED-71DBEA7431E4}"/>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8B5487EA-2B50-4084-84DE-E8F73729BEA5}"/>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BFDED7DE-CE09-4844-B23D-1BBA8EE137F9}"/>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2C12D3CA-F308-4D8B-B85F-28BBA87F748A}"/>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3613882A-02EE-41E1-AD77-1AE26EE4F05E}"/>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30ADFB02-8C19-4887-BD9F-C2BC9426DF93}"/>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2BEC443B-7625-469A-984A-F3B49A6D84A0}"/>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4DD7E3C8-D698-4F61-A6CD-A07A30830983}"/>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86C305B0-898D-45DF-A6D3-9698DD699912}"/>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1B97F4CC-C2F9-49AE-9096-7F1B57CFE194}"/>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F58A5EC0-C94F-4138-8FAB-278C8ECFF9B8}"/>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384C2FD5-55A0-466F-A91B-F8AD275C67C2}"/>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E2A8E050-5AF6-4D1D-84D7-D8CD9DBA87B7}"/>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8B299E8A-AB2A-43E7-96EC-8E18EEB29920}"/>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5996EF7F-EE29-450F-B0D7-EFFFB67B1741}"/>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6DD67841-4C1B-4903-9F21-CB26D906B556}"/>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531BB6DD-2722-497D-B7AA-108130B221CC}"/>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F24A825A-CD2C-4C25-AE66-ECF76B031765}"/>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94BDDF45-0B30-432E-9189-BAAD208F0832}"/>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95DF5DDC-2F42-4ECD-B08E-EE1AFA8F3943}"/>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46BD80B8-0C47-4746-BCD3-09600387ED1C}"/>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110B1FB0-9899-4DBE-A12C-1EE49A389EE8}"/>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DED1EF56-CC06-412F-8048-72F1AF1CDE4C}"/>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5B889923-D39D-4B4B-A9AD-F9D8DCFC0692}"/>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22119657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4293F7B-B338-4AAA-9321-5170DE16109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2197C74F-9513-44E5-990F-247FA2319A7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94741101-FBE3-47D1-90CB-1261DDE4D56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0A9B10-363A-440C-922B-E8A132B699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611ED361-8391-4D2E-8CD6-D81FF47381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61D4546-4008-46C3-82CC-7005304146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851570B-7576-40A1-8289-8638F604EE9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08FE89-06F8-4A49-864F-F7921D7EBE8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DF9C04-4720-4989-B0C8-97BFE1D98AD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70DC10-08B4-4AA3-9BEF-DA04B4325C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002757-DFCF-4DA2-A150-0872476C97E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2EF1F8-C0DB-4E12-A7BA-511FFF0BFE2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81FF47C-4EEA-4CFC-B3E4-3E4CE6669A8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AD2F31-F9FF-4059-B012-293D039C1B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19B001A-10D3-403B-8F45-5517BE8D2FC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A9F75882-2778-496E-9800-303CFCAC08A9}"/>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66AACF5A-55CD-46E4-8F7E-79D34E77B6FF}"/>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E784782F-43FE-4136-B99E-B247790BF852}"/>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A86081A-0A5A-4021-BB4D-111629F4D0BE}"/>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08387705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7C54B2F-097C-4018-82E0-16BBE823C3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DB561B34-8EE1-40BB-BA5D-AA6932DD245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FC800829-F9AC-4AA4-B46F-83B433D7AAE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9BFFFD-AC8F-4748-BEBE-1D69C32D23E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1B83C1A4-6AEA-4C44-8C06-789E0C5E83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09D48D-B50E-4161-8F06-6305E3D3567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794268-B20C-4180-8CDD-8DF3731F84D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4650225-7894-4A1F-8E64-622DEB1808D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E2DCB5C-6F12-41AD-A100-A75FF6BAEC2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236D59-968B-4789-9096-FED2FE518C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BC766D5-CF5B-4924-9566-6039563D3E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F4A551C-06B2-4764-A09E-D87DD32EE53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AEB52F3-814C-4916-9166-8030E5EC81D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060A61-7CD9-4E70-A2C7-BAB5FAB181C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98C726-EA5F-4D7C-BFE4-19ECFAD3A54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deef8f83d4b4638"/>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9DED899C-1B94-4B8E-B791-7C6354C65740}"/>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580457C7-F1C5-4976-A3AE-45D814A4F163}"/>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A1E333D0-EC04-438A-8A91-3958D28F6FBC}"/>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D270379F-E111-48BF-BD4A-23F32EB34E9B}"/>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C6164542-C231-4BC6-8A9B-A26B4AC45CE1}"/>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4FA25F0-2F4F-4927-B68E-4C80FDA0C113}"/>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66316425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3D0F846-C839-4C21-B6DA-81185AAF7C8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0278C43E-7428-4AC7-B33B-F10148923F86}"/>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2BFD34B6-7DE3-4DD9-B5E4-DEB5F0F49864}"/>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5D1ADD-D119-46CB-9882-786F551EE8D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AE414AA7-F4A9-449A-B7EB-FD6E7E837CB9}"/>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27E9C41C-A0E9-4BF9-BF07-4183499EE5DB}"/>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D9CFDE1A-3A44-44BE-BA75-7228C8319C2D}"/>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B3114D13-6C49-49ED-8B4E-5F0C9478B054}"/>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014B24B-562E-4FB2-9268-510D68C8AF20}"/>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0B0BC910-8573-4056-8A80-B56AF71131E2}"/>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8F98CAD2-0111-42DE-8349-706ECD5DBB97}"/>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633582BC-197A-4CF2-8EC6-B6FCADF7F679}"/>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9FB9DDFE-35E4-42D0-9471-24CBC9D01682}"/>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52FA6E9C-8A5B-43A8-BA61-BB62B2D3DD99}"/>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6F8FAC77-8035-4FEE-88B9-0C5BD20C75EE}"/>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A3DFBC3E-3E09-4E1B-B90C-B641ADF6B98B}"/>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C3C0DE10-2669-418F-A684-A53A8EE1CE77}"/>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71A90CCB-442A-4133-BB4A-81F6B7D93323}"/>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C98DDC89-54AA-483C-88AB-56DE5AFF4FFD}"/>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9BBD2BB8-1829-4CD8-9923-6850681BEAF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32798DE-D4D4-49DE-AC42-7446256D734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70CB6B10-4FDA-4D4E-A403-233BD109202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6D900AF-DD08-4993-95B7-1816011C437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72DD1F52-A5B8-4544-8016-929C42FC2F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F98F231-995D-4C60-8FAE-6528AB4189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EFC63ECC-6E71-405D-B349-43742B3A9EA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60AAED-6F52-488D-A45B-5199008E83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26CDD1C5-2A99-4532-B5F1-F5883691FC5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D419C40-12BE-40D5-B673-2B06640A00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112B67E0-D311-44E2-B914-5EC748B47B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6AB70C6-E415-4550-BC0B-D10501C0581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03315474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2ADD6C4-4FA2-4310-8BCB-3E3ED45DD850}"/>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FA8CFB74-DC82-4471-8508-C9DE2A19818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4C1A1FD2-79AD-4360-946D-177676849E3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CEF9AA-C6E7-4114-8F09-01149AFE2B8D}"/>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5947CDBC-DA7E-48BC-A977-8FCF7A6C99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8FE1AA7-B9A5-4F9C-A696-71802ACB50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825B72-6183-4283-90DC-9EEC297DF3F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360C9C-C60A-41E2-9701-58C457DA564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E7E9815-2E92-48A3-8E81-F5234FF463C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676AD6-D3DE-4E43-9032-A03D208DE8B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A415444-AD12-48D9-8283-13EE5FC3A16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38C651A-4DB2-4310-8509-AE38C290E6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58A49BC-E015-43DF-A89D-45700ED4C2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BB28E06-E706-4760-BB80-22E4C230FB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855666664"/>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86B03AE-749E-44A4-9CA1-1E815C8148E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99B35DD9-27C6-4BCD-8330-557F8CF15B5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4F2E9D84-FDD3-4DDC-B935-25010B10940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3EF0C6-23E8-4CA4-A3DC-EF0C0235DB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F0D25F98-8DDA-4014-9698-476E0E61AB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C72CEF-57DA-4AA5-8063-60AAB95A2F4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4FEE57E-3D0F-4A01-ADF0-512B34F38EE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079E3B-C8A9-4FB5-B0EC-4FE64305D2E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C9F2A8E-8836-4244-8F70-12DEE3FD82A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916017-98C6-4C4B-8B1D-7607ADA342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53A8EDA-8CAB-42BE-9519-5D90F2991692}"/>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A3352F-0407-4A70-B528-32F25ECB27A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54B1FC1-11B2-405D-A145-A22C33ADC2F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76AAEDF-76DA-47F3-9CA3-2CE2D0A8CC8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9024FA0-9D8C-434E-B655-5BE96EC868FA}"/>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898BA7B7-0ACE-4B7D-8567-A9D9F56F2A90}"/>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F62D5513-F307-4E27-91B4-768DDE894746}"/>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9AD5519D-4965-467B-B5A8-0E165AF6A04B}"/>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4EEDF203-4AC9-46FD-820F-6E0B9F577AE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CFFDEFB-84AD-4CF1-BF62-2E222727D2F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200721773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E8A2BE4-F1F8-4DAB-B097-88360015728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7B00FE8A-AAB4-4BF6-B3F5-A2DED81AB1B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BBA5BC0D-0095-4B82-B8B4-67791D2FD6B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F3CE408-91F6-4209-93D6-C5D813B64DE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144E2263-1837-4B05-8EB2-3029ECF7CB1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EE7587-91EC-4F45-917B-603205E34F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CCADC42-8DE4-45CC-9624-E31A9DCF7D4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FE0698-BD20-42F6-8A0F-E00933E99E8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9CC5990-0104-409E-8FE8-C170F8B074B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767FFCF-E278-4020-B5FC-61621FC5DF5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6A76C3A-8F00-4A04-964D-ADA326C1A9A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64940F-96E3-4A53-BB42-1A3D81794B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50C2D3D-3685-403D-89AD-7FA3675808E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8722AA-866A-4868-8321-032E75003B3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F7D48A5-6F82-4FF0-8947-8B96D954F39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820C6D25-B0F6-456D-9C5A-677BF9746CB1}"/>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98F3DDF6-91BD-43A7-80E8-B9146CBD87D4}"/>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F63ECACF-DE3E-4CFB-88C5-9670C5F12E82}"/>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381E226F-D33E-479A-860B-27236191CA51}"/>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AB681FA-3650-4FB2-9E85-BA280D8D1044}"/>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1B068790-BCDA-4C1F-A90A-38CC998A353D}"/>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A8104BDF-6CE8-4EF6-833F-A19C11366382}"/>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36B4A7BC-0F6B-45AF-8AEB-5CF2757177F1}"/>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406BEB7-A289-4159-B5C3-33EFB7076F56}"/>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8E247210-0409-463D-8B1F-97283A8F4F81}"/>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C6559330-D9FE-4686-A433-7078D5E16D77}"/>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796BE12C-79AA-4076-91F5-5617714374CE}"/>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38C8099-645C-4820-95B5-250803EEC5A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68AEC1E-0ADE-45C4-AA8C-5F6E38E8C34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39065039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5CD1BE3-66C3-48A3-B94C-66DF5A91C8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EB7C97B3-E338-489B-8289-07E4CD3B63D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021C594E-5A8B-492D-8947-F5CF301BCE3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9D58EA-A2BF-45AE-9A61-C8BF72A945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EFE725B2-3878-47C7-BDC7-7A20FBBBA7A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0400A8-2D0A-4230-8AC3-2CA14718CED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1836B89-68F4-4B39-8593-30B499278E3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EBF984-4880-4D29-A33D-37195249450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19D3A49-0D48-4B37-B3C5-65F9E677FB7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A30478-A552-4603-A57C-39299937B1C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C59D7F-E045-4772-84EA-1F790D75086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830C3E-960F-40F4-B390-0112197C2B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51D897-AF85-4983-B175-0BEF7A0CB9B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64433BA-16EB-4813-ADE1-D1DF120859A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10E0847-E568-4CAA-ABCE-E4473AD80537}"/>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840E148E-6C43-4407-92DE-F8EDD4F3734C}"/>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8F025432-82C6-4233-A667-EE48A4B14035}"/>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F76E1E8-101E-42D8-BA01-65608296587C}"/>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3176D6C2-3597-4207-A68D-AB43DDD0EDC9}"/>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47086CC2-34B3-464D-A838-AA1180A55660}"/>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9F9AA6F-6387-45DF-A51B-D9AA390FF179}"/>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0A105CEA-14A0-4491-9876-C25191E5C448}"/>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ECDF9A46-753D-4057-A007-E84233FF927C}"/>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4EC6690-1DC5-462D-9345-53C50CB4930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B9D6925-2AD7-4786-8A9C-9236857C802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82672886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A1D3224-7FFE-401C-B25B-DF7DF051AB3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52F16A59-20B7-4E8F-9EE4-1F12C53600F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B4059BFA-5BA8-4B05-83B0-022F357E0E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25F9F24-3A06-4F2A-9C9D-1FF8F484A78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93B22D47-193B-4D40-A000-3B550DC094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613D361-7126-46DD-A307-20921D6866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E6EFF1-D758-4165-972D-76DE970452E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7380F3-87B0-4154-A615-3EC495706D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06CC9FA-D9A6-4454-B68F-96FD8DC28E3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02239F-1D77-430B-8B35-8013FBA5D1E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D39C314-4D98-41B4-BDF0-D5ED4594374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170863-0FBC-4B5E-8D69-2D4189CCE98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23C2C83-3463-4FE3-BB83-E9656E2F3C0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AFDC7D-75A9-43E9-8755-D160EB0512D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EFE8556-DD15-4FDF-8464-6E1A5FA0CA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AA8E7796-6FED-4469-8F6E-E50F66B46278}"/>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BFF6688C-E8BD-424B-9605-17B184978E82}"/>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24BF6A04-7D25-4A69-B5C3-6F9723539F9C}"/>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365C05F7-BF78-4E4E-B81B-1AA9342173D6}"/>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462F66AE-9620-4FF7-A57E-536E60AD52F7}"/>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58D0B93B-42EC-422F-A170-84413C133434}"/>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E8494E13-FEE3-464D-AF1D-1965E79C82E2}"/>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36130F6-1C17-4619-A4BC-81403F9A0332}"/>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444B94D-F317-495E-9D37-C6CCEC08511B}"/>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87400BC-89E6-44DC-9C0E-96625454DC3B}"/>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C3FC09EE-0C08-49AF-9B37-9BCE982FE767}"/>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BD047B1E-7F63-4AAF-B6AB-80E8751F65BA}"/>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4468E0CC-B152-4FF1-AF7B-DFB05C739EB5}"/>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8F127AF9-D89B-4727-9632-2EFFB6961C6D}"/>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10365AB-FBFE-4E15-A0FF-957720B02146}"/>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06392651-40B8-4271-8CC2-0C4E79F3063F}"/>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227DA075-B159-4A9F-9F09-83D60C7B002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775C54A-DB55-46FC-9201-729FAEF0E51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60912358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B7B330E-3832-4F2B-9058-EBD5257BAAB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4811EDA6-114D-4F79-AF37-EFC6D26B1C1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434A0CFC-C983-4B4A-9658-6B0438DF99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CFE406-C6CB-410F-A612-0C90F487A5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602898E7-CA09-4BEE-9FED-2BE6B35DFFB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A69D3DC-DF42-422F-8F8F-1D0A787F8C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6152139-2584-43FD-BAFD-4C2F432B53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2057D9-F5B3-45A9-BB12-E3B23B19847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77F2FC2-30C5-4FF0-9D09-034819D2EF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BA5FEA-D37B-4E97-9403-A9426EE3D9E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4A47EBB-E73A-45D9-903B-FF21034ED58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2E7719-7DAA-413F-96B2-1359DCF93C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10B937F-78E6-4D86-9B27-97B1F9CBBB4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C3FE3E-865B-4BD0-A8A9-0850AD896C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8B74F6E-B739-4AD9-A9AC-FB27EA380FE7}"/>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B7581BB4-AC55-45B5-B208-B1905679362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BD035702-9E54-4E0B-8CF0-DBC1BB22A65B}"/>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3D46E4F6-DC05-4D98-86A3-18317AC641F9}"/>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A833DFA5-DC55-41A1-963A-1108CF0D590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A280675-AC2B-444E-8298-4F27898E78F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45474485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54EAA69-C617-4961-A1FB-3908CC2096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5DDBBEF2-3A09-4655-B117-2F0951D3801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0A8D9372-3555-44D2-8BE3-B0FC745B52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958F05-B5E7-4052-92E1-192FBD98B50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2946573B-13A4-4BD0-B8D9-635C2F5177C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B44290-A01C-4765-9EE2-BF76E7453DB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CDDD27E-3387-414F-A3C3-59F10FF11B5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D2F3DC-1C2A-4BEA-89ED-27028FBFE9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830D73C-7E12-4F4A-A175-8360512A7F2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D78E34-F1B2-4D8E-8CEB-ADFE9EEFD6C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8FD7B44-458B-464D-B213-7A5EF9B5070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C16BB9-DC71-4AF5-9AF9-395AA7C97C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6A8D4EB-64A1-471A-8AEB-3A87DCC75B6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FA17DAC-D220-4E38-9125-62D1408D74E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5A2001B-DF66-49FE-BFD3-CE63462F0B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E9B43E66-A51B-4731-85AB-A1CF09215C77}"/>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609192BE-0606-4BE3-A1B4-DE0E1EF48C03}"/>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40AFBE10-E3D1-4834-9C15-32E0E180B61C}"/>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5214903-9BE0-4958-8B13-D97F74BD64A6}"/>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BF073B04-78EB-40F6-B986-8C8D0A16A4D9}"/>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E963B676-10EE-42CE-9D61-30D6749C346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E1393A5-52BF-4ECA-93D5-585C3F22830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27150524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2638A74-BE25-4973-8723-CD187FDCFC8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2120B625-F967-44E7-A834-363311BE1A9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8CA029A3-C763-4648-A4EE-8D4163A5494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1C70CE-885A-4CF6-B2C6-E6017DBA9DF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4A24B144-A646-47E1-9132-F20DF65C99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63BF8C-AF65-45C8-96CF-F799DFDF2E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BCA58FB-1EE3-4E9C-8C2C-75DA2EB6589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A2E24B-F11E-457D-86CE-7851F699DC3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216A1B-B775-466C-8EBD-DB7473CB08C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236A35-77C3-46BD-A128-E25327CBA9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D860DB1-AFCD-4276-A51E-03CD2A4B6D8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0B4ACD-564C-4223-A85F-61501E62257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F526DEB-1B81-4440-B3B8-EA4C73BBC83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8EAA7A-8197-4D59-AD8F-D2B2A427F1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55BF5A1-6E62-45DE-897A-661696D6E45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C6BE5EB4-FC03-446C-9616-2CB37DF9CDAB}"/>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0F375314-074A-4456-8467-78CD7B01D7AF}"/>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D3D73AEA-D56A-4DF3-AEBC-03CD8F20338F}"/>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940ECF3B-3546-47D8-96A1-0263E3EF5562}"/>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E1272A0A-10D0-4E91-B880-3A59E10AF016}"/>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D7FFEC0C-6ABE-47C3-A710-7EB0B0F00EC2}"/>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6AA1FAD1-5555-4D4C-83BB-C7BEA01B997A}"/>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6A2D2E8-CC09-4CE7-B250-E56A18B91C21}"/>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8D3D278F-E5AF-4E6C-912A-9921B0D4C6B4}"/>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6CA33C1A-E32C-40D4-AE3D-44F6A7DB876F}"/>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92B2F765-41DD-4D32-B150-16318CD475BB}"/>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7D3981D-1BEB-4A9C-99F9-ECC67360ED68}"/>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7DCB6951-21B9-46A7-9EFC-52EB341C2C66}"/>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E0C88EB9-E065-4C0F-AE04-798880087AC8}"/>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4AB981E7-9FB5-452B-8361-16A0800F5DB8}"/>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0D78B90-48A7-444D-B130-61FE61CC660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2EEFE73-E3B7-489B-BB4E-1CAE34F4968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70091516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2098809B-7496-46EA-B9A1-5B563B3F0C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3335F22F-E54E-4753-BFE2-CE3B6B3052D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683EB16A-33EC-4A15-8A4F-B4C7CCB24D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F9E636-3206-4CCC-B1F5-05AD40F08BD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C2F9BEEB-AF9F-4693-A2E4-3EC0AD02E29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9172F5D-1ADC-41C6-A294-1FA603028EA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009C18-4546-4C3C-84B4-B7243B0A45D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FC02F7-98B4-4BE9-AC8F-EBEF400981E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7887A43-7C01-49BB-A66A-7AE08EBCB57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314186-FF8B-4691-B8EF-10AFA5D019D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5C6223-C081-4B30-A650-6903DFB8EBC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53BEE4F-D503-4C5C-9F28-85324B9336E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F266CD0-2D20-4FC0-860F-7B851005F54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DB4104-E997-4B4A-89A0-F618CC47BA8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4429261-2B61-46B0-972B-2673AA12B07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D4239EE8-32F7-46F5-BC4E-33AF8407FA6B}"/>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A103F799-56DF-42A3-91B8-A6BC589D10D0}"/>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27A9B657-68A7-4E49-AF54-EF6DD6205FCA}"/>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8ABE8D79-8E58-4410-AFD5-0BFC570164CE}"/>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EE617647-AC5C-4F12-8AF0-EF248C3237CE}"/>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3CADF791-A68A-49E6-B95A-DB305036106B}"/>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40D50F3-08D7-4460-ADB2-1D27085950E9}"/>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9F12C3DA-5E3F-4538-A0E7-4065C0A131C2}"/>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1839AB20-9311-4F9C-892D-61BC122D8138}"/>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38280A2D-5F2A-4F30-83DE-8D522780BAC6}"/>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1446A2CA-D530-4A74-8C2E-11E95681343B}"/>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A7D5C95A-28BC-46D4-93A2-0C8FC980067F}"/>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2C33A08C-1C43-426B-AE9B-DB6C5A1B1334}"/>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FC63E1B-F450-413C-A9B8-86A328AC93FC}"/>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E3C9540A-2201-406B-97F8-23BAE1091589}"/>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E429A1A-82D5-429E-92F4-C4DDA38FC2AB}"/>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D529EBBD-6799-49F0-8D31-7E9C832F24C5}"/>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8DAEFEB-1E2B-491E-BDDB-BEE7BCAAFDC4}"/>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EEF041D2-52DD-425A-90C5-5771C87EC554}"/>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A34B1AF4-3650-4926-A12C-90B708E8E79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94350106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0E8F340-F647-4159-BF66-F26B210F24A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4A4005B7-5845-4269-9FC1-F8B960747F0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C94598FE-41E6-4BD9-804F-75F7963DAB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AD9256-B46C-411A-A260-499871E56D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B1F24933-410D-4621-9E22-89B20872D71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9E60A9-C9BE-47AE-8DB9-F3356BADD69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097546-A2CC-4F21-AAE2-B8C4B0A9949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231BC4-D452-4471-A41B-15AE26C4D1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44CFCE-4499-4E6A-827B-E6174628DA1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ED6C38-647E-4308-A5F2-663404F3FE1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344B9A-4913-4679-B783-F80519104FC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C8CA72-20B5-4D11-B0A9-3E86A5A2790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E0E50E5-11BE-4995-AFD1-0D9D15550A5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F072374-EB24-4D51-8260-5A96A7383F2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39417C7-D9F8-42D9-B51C-4850C2284C5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10E82574-DBD6-4297-90C4-318016B4F114}"/>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E8072ACB-E31C-43F7-B95F-FF77707A52E0}"/>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A55D5C0F-DBFF-4669-A00C-5F8DDBFED8F8}"/>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BC67543-39C5-4948-B91C-8A97294433E3}"/>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7C1978C8-6D26-42A3-B70A-0FD18E399005}"/>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9BAFCF91-165C-4628-B19A-E41B7A26105A}"/>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7B06BC81-F7BF-482D-ADFC-2291657BFAF6}"/>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2468E60F-A684-4FDB-A404-81F1FCA8CA04}"/>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54B3A247-288D-4267-A8B9-EC75B7A18921}"/>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561721FE-6113-407E-9CF6-7830269D961F}"/>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DDE41C1A-4A99-4568-AB39-3A96B8B8E10F}"/>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6E01F248-8736-4E7C-8172-E7280C00D9A7}"/>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CF2BD30F-53DF-4688-AC42-31FCE79BA7D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A3C8732-6C15-4670-A8B8-AB9092D0BCE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28634369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F2C8ADC-08AC-46E4-B600-AE1FD0BCFDE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FD2B3C25-20D1-417E-9CEF-A1EEAFB5EFA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495AA3F3-3139-49F8-85B6-7C56549AA67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DC0AE4-7DEC-47AD-A9B5-738F217EC3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1B639300-8D29-4377-B77B-3E3C0442FD3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2E8D02-96D3-4512-9575-A7638A6F9B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1548A2-4B78-4220-BF4F-63B2B8D72BA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63EB5B-1888-4235-91CD-045F876DD9D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3C8DCEA-B573-44BB-AD67-292C43B5599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E3FFAB-7AE1-4EB9-A18B-5B8D85365AF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3D0612A-FA8D-48DA-80E8-664DDE99BB5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EF928E-EF9A-4C01-928E-1B173591021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8CF8352-334A-433C-9518-622C5ADF766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5E97589-BE54-4CC5-B095-F6A0F11845D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21A56A6-ABB3-465F-9E43-78B5A082FB5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FD0046E1-4F44-437E-BD95-AD69A2BB19ED}"/>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4C6CE2CF-827C-4E6F-ACA9-3FB60BEDF1B7}"/>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6EA5601C-0768-4E77-B4DA-CA49FFD43CCB}"/>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E3B17482-78C0-4F2B-A034-C73BEF27DECB}"/>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DF492210-0B7C-45FF-9774-860177F787DA}"/>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8074D164-8D35-4DB9-A98A-A8C7344AAA0B}"/>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6EFE5F16-25D6-4873-98AF-7F58133BD7A6}"/>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ADD64A4-4ABC-4BF6-B45F-1BAA5A03AAF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B1F7C81-1497-46B0-8D00-08136A20843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5060192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6405269-EF50-4401-902D-DFF7B4EAE7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6C1A89CC-E6A4-44B5-9AB5-63A6658920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9F16E157-6F4A-43A7-9DBB-FEC549265FA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415305-6019-4466-9ED7-58C85FDEDA9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CF40207F-B720-4D05-BB6C-BEA25688021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FF208A4-283C-462A-A0FA-2C65B2D4842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9F86A3-11E4-4DE7-89AB-6E55AE06FFC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1A592C-A1E1-495A-BF7B-025022E6202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709788E-EF61-4973-A52C-C8F7CDF1D9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548865C-8A1F-41D1-9B5C-4C3F15F126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CAF3137-8046-4F5B-B554-E5CB2C56BD0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7B7F957-AB5A-4FFF-BE3A-833C01EA29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26466FC-0771-4C0A-A97A-2C1944C07F2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D11C1B-4390-4796-BD6B-873126A6326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896532E-02F8-4B5D-9C56-EAA5DD12AE48}"/>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27ADAA06-D78B-454D-9304-1328F5F39BA5}"/>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4755C409-0BCE-4C24-8916-8C55568D5ECE}"/>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099FD82-F0DB-432D-A3C2-AD6467C82170}"/>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6785D89F-4F3F-41F8-8405-2D4684A4DB08}"/>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D781924A-D4D0-4D81-9DE3-29BA49F9F429}"/>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4263483-2BBD-4522-882D-B44F820A11A1}"/>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E0F91D1C-3B01-4E47-B71E-D55F30A811C1}"/>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521521FD-7747-4CCF-BC31-8107ADA39809}"/>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2F83C63-266A-4124-B8D0-92ECCF456ED3}"/>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BE3CD532-BC4C-4661-B1AD-94B5583F2444}"/>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C4A522A7-871C-4BAE-8D0B-8F8ECF496588}"/>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2A4227C-F36E-41C0-8727-C3CC764B269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99D77BD-AEF7-45FD-81D3-27975E47AED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18342570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A3A21422-153F-497A-BB26-1EFB43697B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63AB0B83-B5A6-4B50-9EAB-BC950894629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494FF164-567D-44AF-B6A3-327B8EC6BA9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CC860B-A736-4F0B-85F7-39C6A1B6D47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80A48C61-137A-46CF-A852-006CA9809E0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ED326E0-993D-4AF7-9BC6-4F58E1CDAD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E41CA8-81C5-4E58-AEDE-1170DD57C40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68C816-80F4-42B5-BF58-8E7D6402BF4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9EA5E6-80E8-4365-A77F-C65D84C93B1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164137E-D6EA-4CD4-B6B1-B694754A429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770233-B575-4018-A065-0606CCE9A8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0A7712-97BD-414F-823B-BC4CE37D241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C850498-4724-40CD-902C-2400146F6527}"/>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9B830E-4034-4E60-A4F1-25A472AA3D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AD1D91A-F573-46CC-8442-D1BC6E2EBAAD}"/>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2B3798FD-CC07-42FB-A96F-A1B485E463E3}"/>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8EA22460-E20E-4CAC-BB06-07C77DB2718D}"/>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84C47ECB-2CD6-493A-8109-F924AC878F0F}"/>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75CC941-695D-4047-B656-6530521A79F1}"/>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DED389DC-3BA0-409B-AA34-46DB8C46E729}"/>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8B9D9F3B-BC4D-42DF-BCA9-74E8F5A86E00}"/>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E7E30255-1FE6-42B1-B0C5-58B1A018D288}"/>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BD11C7E-DE0E-4C10-B9BA-A18E1798F8CD}"/>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5B70883C-F81E-49FA-8775-1A7F96C249D7}"/>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84B9BC61-2F94-4134-AA46-AA19FA74AA57}"/>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2B66FCE9-AAE2-462D-A4E6-D94CF641EEA7}"/>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BEE2529-E45A-4D87-BE95-9927106FABCB}"/>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73AB9AE4-AEC7-4A5D-B459-5375E4102FAE}"/>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6CFE2108-1B63-4672-ADCA-BE382F5D84AF}"/>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44EC62CC-DBF3-4A5A-ABBA-BD26373BAE8E}"/>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6B64245-B314-49C7-A9BB-5BB4C251C4B4}"/>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225849CC-25AA-4482-9515-5F6D3DDA22B2}"/>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D0AAA982-241E-4D6A-BAE3-EB5A6545BF3A}"/>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E14B20E7-A2D6-476A-8D3B-84F0C8E5A417}"/>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FE830910-3A52-432D-889F-EECF40ADE058}"/>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25229096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38EA02D-D596-4B1D-A09A-94470D337C65}"/>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17EE9235-A0E6-42F7-9526-159CF82057A6}"/>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38F0B62-7423-4EC7-B966-080D58EF63C6}"/>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3FBA8B3D-49E8-4033-A119-950518045B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E0E1AB4-C6E0-4FC9-89B4-99124BF4976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AE55F1A4-8965-4583-9528-0AC1A57FFF8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E5B1196-14D0-4EE0-9199-A70A15C5A5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B8A71309-293E-4274-AA71-1DC379C66C3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0A3CCFF-8373-404E-A5E9-77F562BDAFE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8E8D242-620D-4F5C-BB92-EE74EFEBA90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C98B0DD-5479-4E04-88C6-2AAA1DA2975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585CB53E-3D82-4386-B109-0BF1BBF00CA4}"/>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9AAE7E1-2383-419C-A7B6-4AC0FAE8F86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27688209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DDCD9F6-3A3D-434E-B2F7-B47694B39D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89A8000C-0860-4E63-9F46-4D389EC866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916F5D4F-D590-4114-A2BB-C18B07E2AF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3C5F1B-D3F7-41BF-871C-F44FECA7DE5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A277BCD1-9B98-4A7B-8AA2-CA39E456014B}"/>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1EF0BE48-95F2-41D7-88F7-E302C97B0468}"/>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6D0D9CFD-27FA-4DDC-AF31-340E301D55D8}"/>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F80947-70EB-4F96-B7AE-A105B43A249A}"/>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F796F246-E870-4CC9-B1CA-0ED83E562EBA}"/>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27D0CEF3-C9F0-4DBE-AC6A-EA64AA8D4922}"/>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6431C30-FD2A-49EF-B1D2-97EC486D51ED}"/>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E2818565-24A2-4D11-9884-56FA8B15D214}"/>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1C467924-E304-4825-B10D-4CC9A0DA3D92}"/>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751F16-9906-4920-AC33-284480A3E868}"/>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39F9E6F-CD79-4F53-82CD-F4CA3CAF1729}"/>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C997E3A8-447E-4ABE-843A-38FA51A45AB1}"/>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BA09C5C-CFED-4F88-9B16-ED2C50DE01F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049F24C-8A1F-479E-85B1-43F01A90FBC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73790519"/>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A41BD17-CC91-477E-94D1-8A6EDA5B9B6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DB9FDAEB-D2AA-45D7-9934-8D3F2C5FD7B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AB3FA6D1-208E-44D3-9B0B-2E1C565D81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1BE0309-03D3-4197-B197-A56489A0344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D204946C-5C30-4198-B77F-76273CE314F1}"/>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6E98E021-5295-4A71-8FCE-B36BC33E8F50}"/>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1EACAD70-A67C-4240-A7C0-3C99909E2734}"/>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F13A0ED-9027-4946-8BE8-C85D56DBE903}"/>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29074D4E-61AE-4ACB-AEF4-9B9DFEFF304B}"/>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9FFD986C-5F00-43EE-AB0E-7776CE57BEE3}"/>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672EDF9-EDCF-4C8C-97E0-748A304EDB5E}"/>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8C866F5E-ED40-41BC-B2CD-6AAE2C53716E}"/>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3639E895-F2AE-4A2F-96E9-EF6909F11F2C}"/>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82D669-77BA-4E7F-9DE9-F9053C65FFF2}"/>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74D5A046-0DC4-4F46-A7B1-7FC5E2105A60}"/>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731604094"/>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D469236-F040-434C-A5FE-3C4B7FD43C4F}"/>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D060345A-C3FA-4EA5-8678-B2374C1DC267}"/>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4C231368-9FF1-408E-AAE4-E9E77911A10A}"/>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60D753F-7036-4699-8FDF-97D1CECE90D5}"/>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7111508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C85540-4562-4CCD-A273-90C94899D9C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7414FFC1-1064-45C6-8AD8-1E3ADFCB888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4F9F6D6B-2685-4571-9C3B-7C94D41A50E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149697-E7C3-4769-8216-1A0B3CF8B95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91A473D3-A807-404B-BA92-83204AC12E1B}"/>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8244969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2026-08-12T22:58:33.1870000Z</dcterms:created>
  <dcterms:modified xsi:type="dcterms:W3CDTF">2026-08-12T22:58:33.1870000Z</dcterms:modified>
</coreProperties>
</file>