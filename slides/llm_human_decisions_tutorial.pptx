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a7bb324b0e4541" /><Relationship Type="http://schemas.openxmlformats.org/officeDocument/2006/relationships/extended-properties" Target="/docProps/app.xml" Id="Rae2a159f6f2942a7" /><Relationship Type="http://schemas.openxmlformats.org/officeDocument/2006/relationships/officeDocument" Target="/ppt/presentation.xml" Id="R018856f82d7a4661" /></Relationships>
</file>

<file path=ppt/presentation.xml><?xml version="1.0" encoding="utf-8"?>
<p:presentation xmlns:p="http://schemas.openxmlformats.org/presentationml/2006/main">
  <p:sldMasterIdLst>
    <p:sldMasterId xmlns:r="http://schemas.openxmlformats.org/officeDocument/2006/relationships" id="2147483648" r:id="Rb594bb28f2f540e9"/>
  </p:sldMasterIdLst>
  <p:notesMasterIdLst>
    <p:notesMasterId xmlns:r="http://schemas.openxmlformats.org/officeDocument/2006/relationships" r:id="Rb300ed18d12b4038"/>
  </p:notesMasterIdLst>
  <p:sldIdLst>
    <p:sldId xmlns:r="http://schemas.openxmlformats.org/officeDocument/2006/relationships" id="256" r:id="R62c6561e98204c0f"/>
    <p:sldId xmlns:r="http://schemas.openxmlformats.org/officeDocument/2006/relationships" id="257" r:id="R0c866e9fdbc343e0"/>
    <p:sldId xmlns:r="http://schemas.openxmlformats.org/officeDocument/2006/relationships" id="258" r:id="Rcd9eb443464d4bb3"/>
    <p:sldId xmlns:r="http://schemas.openxmlformats.org/officeDocument/2006/relationships" id="259" r:id="R3a3c6278e0054922"/>
    <p:sldId xmlns:r="http://schemas.openxmlformats.org/officeDocument/2006/relationships" id="260" r:id="R8fdcec68dc1c4249"/>
    <p:sldId xmlns:r="http://schemas.openxmlformats.org/officeDocument/2006/relationships" id="261" r:id="R4d28a46c1a0343b4"/>
    <p:sldId xmlns:r="http://schemas.openxmlformats.org/officeDocument/2006/relationships" id="262" r:id="R23acd7695e1d49e6"/>
    <p:sldId xmlns:r="http://schemas.openxmlformats.org/officeDocument/2006/relationships" id="263" r:id="R5e53d9de592e4337"/>
    <p:sldId xmlns:r="http://schemas.openxmlformats.org/officeDocument/2006/relationships" id="264" r:id="R7e06b0c4225a4c2f"/>
    <p:sldId xmlns:r="http://schemas.openxmlformats.org/officeDocument/2006/relationships" id="265" r:id="Rfb8f138b8a4a4554"/>
    <p:sldId xmlns:r="http://schemas.openxmlformats.org/officeDocument/2006/relationships" id="266" r:id="R05262e29629a4ab2"/>
    <p:sldId xmlns:r="http://schemas.openxmlformats.org/officeDocument/2006/relationships" id="267" r:id="Rfd38fde8c8ca40a4"/>
    <p:sldId xmlns:r="http://schemas.openxmlformats.org/officeDocument/2006/relationships" id="268" r:id="Rc1877eaabdf04708"/>
    <p:sldId xmlns:r="http://schemas.openxmlformats.org/officeDocument/2006/relationships" id="269" r:id="Rda4843a95bfd41c5"/>
    <p:sldId xmlns:r="http://schemas.openxmlformats.org/officeDocument/2006/relationships" id="270" r:id="Rf212fd8060c744e4"/>
    <p:sldId xmlns:r="http://schemas.openxmlformats.org/officeDocument/2006/relationships" id="271" r:id="R2f0d86cd860a48ed"/>
    <p:sldId xmlns:r="http://schemas.openxmlformats.org/officeDocument/2006/relationships" id="272" r:id="Rb6b2757e729141fa"/>
    <p:sldId xmlns:r="http://schemas.openxmlformats.org/officeDocument/2006/relationships" id="273" r:id="R173c469319e94185"/>
    <p:sldId xmlns:r="http://schemas.openxmlformats.org/officeDocument/2006/relationships" id="274" r:id="Raa1044675fae4cba"/>
    <p:sldId xmlns:r="http://schemas.openxmlformats.org/officeDocument/2006/relationships" id="275" r:id="R1ba5a4727c1d4e2a"/>
    <p:sldId xmlns:r="http://schemas.openxmlformats.org/officeDocument/2006/relationships" id="276" r:id="Ra3c358f40ae14c78"/>
    <p:sldId xmlns:r="http://schemas.openxmlformats.org/officeDocument/2006/relationships" id="277" r:id="R6784dc0bb2494bcd"/>
    <p:sldId xmlns:r="http://schemas.openxmlformats.org/officeDocument/2006/relationships" id="278" r:id="R296633a4028d4a59"/>
    <p:sldId xmlns:r="http://schemas.openxmlformats.org/officeDocument/2006/relationships" id="279" r:id="R83d5bc975ee24a65"/>
    <p:sldId xmlns:r="http://schemas.openxmlformats.org/officeDocument/2006/relationships" id="280" r:id="R37edcf6796424e58"/>
    <p:sldId xmlns:r="http://schemas.openxmlformats.org/officeDocument/2006/relationships" id="281" r:id="R69711b20e0c14891"/>
    <p:sldId xmlns:r="http://schemas.openxmlformats.org/officeDocument/2006/relationships" id="282" r:id="R1ff82ebb295c480f"/>
    <p:sldId xmlns:r="http://schemas.openxmlformats.org/officeDocument/2006/relationships" id="283" r:id="Rd5d7e8acdf9348f3"/>
    <p:sldId xmlns:r="http://schemas.openxmlformats.org/officeDocument/2006/relationships" id="284" r:id="Rd2ca0a1294204216"/>
    <p:sldId xmlns:r="http://schemas.openxmlformats.org/officeDocument/2006/relationships" id="285" r:id="R034dd949a3934935"/>
    <p:sldId xmlns:r="http://schemas.openxmlformats.org/officeDocument/2006/relationships" id="286" r:id="R3b6fac7ad3bf42a4"/>
    <p:sldId xmlns:r="http://schemas.openxmlformats.org/officeDocument/2006/relationships" id="287" r:id="R88f1d756134549f4"/>
    <p:sldId xmlns:r="http://schemas.openxmlformats.org/officeDocument/2006/relationships" id="288" r:id="Rd4f6f58cee554148"/>
    <p:sldId xmlns:r="http://schemas.openxmlformats.org/officeDocument/2006/relationships" id="289" r:id="R7833ba7688984b13"/>
    <p:sldId xmlns:r="http://schemas.openxmlformats.org/officeDocument/2006/relationships" id="290" r:id="R91f3e46f8d6f4a14"/>
    <p:sldId xmlns:r="http://schemas.openxmlformats.org/officeDocument/2006/relationships" id="291" r:id="R29dfde9ed9934b4f"/>
    <p:sldId xmlns:r="http://schemas.openxmlformats.org/officeDocument/2006/relationships" id="292" r:id="R426c75ea97d9458f"/>
    <p:sldId xmlns:r="http://schemas.openxmlformats.org/officeDocument/2006/relationships" id="293" r:id="R8e41aaadfddc4d22"/>
    <p:sldId xmlns:r="http://schemas.openxmlformats.org/officeDocument/2006/relationships" id="294" r:id="R28061a588fe84827"/>
    <p:sldId xmlns:r="http://schemas.openxmlformats.org/officeDocument/2006/relationships" id="295" r:id="R97b617cbdba24031"/>
    <p:sldId xmlns:r="http://schemas.openxmlformats.org/officeDocument/2006/relationships" id="296" r:id="Re44b0c5cc52d411d"/>
    <p:sldId xmlns:r="http://schemas.openxmlformats.org/officeDocument/2006/relationships" id="297" r:id="R63cc52466fed4f38"/>
    <p:sldId xmlns:r="http://schemas.openxmlformats.org/officeDocument/2006/relationships" id="298" r:id="R3a467ff4de6e4295"/>
    <p:sldId xmlns:r="http://schemas.openxmlformats.org/officeDocument/2006/relationships" id="299" r:id="Rfd4aae2ed6d64df9"/>
    <p:sldId xmlns:r="http://schemas.openxmlformats.org/officeDocument/2006/relationships" id="300" r:id="R0256aa76fbe14ce4"/>
    <p:sldId xmlns:r="http://schemas.openxmlformats.org/officeDocument/2006/relationships" id="301" r:id="R034b23442a4d40af"/>
    <p:sldId xmlns:r="http://schemas.openxmlformats.org/officeDocument/2006/relationships" id="302" r:id="Redb70d2b7ce5463e"/>
    <p:sldId xmlns:r="http://schemas.openxmlformats.org/officeDocument/2006/relationships" id="303" r:id="R9be21b58ff764693"/>
    <p:sldId xmlns:r="http://schemas.openxmlformats.org/officeDocument/2006/relationships" id="304" r:id="R4fc02f18eb2646b4"/>
    <p:sldId xmlns:r="http://schemas.openxmlformats.org/officeDocument/2006/relationships" id="305" r:id="Ra7503d99e6f64e1d"/>
    <p:sldId xmlns:r="http://schemas.openxmlformats.org/officeDocument/2006/relationships" id="306" r:id="Rcd6530101836468b"/>
    <p:sldId xmlns:r="http://schemas.openxmlformats.org/officeDocument/2006/relationships" id="307" r:id="Rd37e7e62eae84fec"/>
    <p:sldId xmlns:r="http://schemas.openxmlformats.org/officeDocument/2006/relationships" id="308" r:id="Rc537e45129c84387"/>
    <p:sldId xmlns:r="http://schemas.openxmlformats.org/officeDocument/2006/relationships" id="309" r:id="Ra166d648c7cf40f7"/>
    <p:sldId xmlns:r="http://schemas.openxmlformats.org/officeDocument/2006/relationships" id="310" r:id="Rc7d2872c5bc04e65"/>
    <p:sldId xmlns:r="http://schemas.openxmlformats.org/officeDocument/2006/relationships" id="311" r:id="R7699f215246f44cf"/>
    <p:sldId xmlns:r="http://schemas.openxmlformats.org/officeDocument/2006/relationships" id="312" r:id="Rd10d176c3ff24506"/>
    <p:sldId xmlns:r="http://schemas.openxmlformats.org/officeDocument/2006/relationships" id="313" r:id="R55a18bf8568a4d48"/>
    <p:sldId xmlns:r="http://schemas.openxmlformats.org/officeDocument/2006/relationships" id="314" r:id="R1bf015ccd28f40b0"/>
    <p:sldId xmlns:r="http://schemas.openxmlformats.org/officeDocument/2006/relationships" id="315" r:id="R4a5656df6fb74165"/>
    <p:sldId xmlns:r="http://schemas.openxmlformats.org/officeDocument/2006/relationships" id="316" r:id="Rbc45ab88634c4b28"/>
    <p:sldId xmlns:r="http://schemas.openxmlformats.org/officeDocument/2006/relationships" id="317" r:id="R7bebfe02e9f54b3f"/>
    <p:sldId xmlns:r="http://schemas.openxmlformats.org/officeDocument/2006/relationships" id="318" r:id="R27a69afb37be4826"/>
    <p:sldId xmlns:r="http://schemas.openxmlformats.org/officeDocument/2006/relationships" id="319" r:id="Rcea213faabc14daf"/>
    <p:sldId xmlns:r="http://schemas.openxmlformats.org/officeDocument/2006/relationships" id="320" r:id="Rb4ef06fd3a53464f"/>
    <p:sldId xmlns:r="http://schemas.openxmlformats.org/officeDocument/2006/relationships" id="321" r:id="R6a4180f3b1e74719"/>
    <p:sldId xmlns:r="http://schemas.openxmlformats.org/officeDocument/2006/relationships" id="322" r:id="R452ebe0284f94d4e"/>
    <p:sldId xmlns:r="http://schemas.openxmlformats.org/officeDocument/2006/relationships" id="323" r:id="Rfa142e8c0a934c63"/>
    <p:sldId xmlns:r="http://schemas.openxmlformats.org/officeDocument/2006/relationships" id="324" r:id="R64f8575040034821"/>
    <p:sldId xmlns:r="http://schemas.openxmlformats.org/officeDocument/2006/relationships" id="325" r:id="R76879249b0484289"/>
    <p:sldId xmlns:r="http://schemas.openxmlformats.org/officeDocument/2006/relationships" id="326" r:id="R72ef1fd898dd4926"/>
    <p:sldId xmlns:r="http://schemas.openxmlformats.org/officeDocument/2006/relationships" id="327" r:id="Rfcc166da6b1142bb"/>
    <p:sldId xmlns:r="http://schemas.openxmlformats.org/officeDocument/2006/relationships" id="328" r:id="Rc8ba76b2ddbe4b5b"/>
    <p:sldId xmlns:r="http://schemas.openxmlformats.org/officeDocument/2006/relationships" id="329" r:id="R5033dc423d594575"/>
    <p:sldId xmlns:r="http://schemas.openxmlformats.org/officeDocument/2006/relationships" id="330" r:id="R341b398afc7c43ae"/>
    <p:sldId xmlns:r="http://schemas.openxmlformats.org/officeDocument/2006/relationships" id="331" r:id="R29e6b0ef93464a2e"/>
    <p:sldId xmlns:r="http://schemas.openxmlformats.org/officeDocument/2006/relationships" id="332" r:id="Ra8823702b8804c63"/>
    <p:sldId xmlns:r="http://schemas.openxmlformats.org/officeDocument/2006/relationships" id="333" r:id="Rf154b065df4c498f"/>
    <p:sldId xmlns:r="http://schemas.openxmlformats.org/officeDocument/2006/relationships" id="334" r:id="R60810f32f7ea49c3"/>
    <p:sldId xmlns:r="http://schemas.openxmlformats.org/officeDocument/2006/relationships" id="335" r:id="R28a663417de14a05"/>
    <p:sldId xmlns:r="http://schemas.openxmlformats.org/officeDocument/2006/relationships" id="336" r:id="R3cfc4a85c30a407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86aaa2b1dc42a7" /><Relationship Type="http://schemas.openxmlformats.org/officeDocument/2006/relationships/slideMaster" Target="/ppt/slideMasters/slideMaster1.xml" Id="Rb594bb28f2f540e9" /><Relationship Type="http://schemas.openxmlformats.org/officeDocument/2006/relationships/notesMaster" Target="/ppt/notesMasters/notesMaster1.xml" Id="Rb300ed18d12b4038" /><Relationship Type="http://schemas.openxmlformats.org/officeDocument/2006/relationships/presProps" Target="/ppt/presProps.xml" Id="R8bb50b809b2d4699" /><Relationship Type="http://schemas.openxmlformats.org/officeDocument/2006/relationships/tableStyles" Target="/ppt/tableStyles.xml" Id="Rbbfc81a072044558" /><Relationship Type="http://schemas.openxmlformats.org/officeDocument/2006/relationships/slide" Target="/ppt/slides/slide1.xml" Id="R62c6561e98204c0f" /><Relationship Type="http://schemas.openxmlformats.org/officeDocument/2006/relationships/slide" Target="/ppt/slides/slide2.xml" Id="R0c866e9fdbc343e0" /><Relationship Type="http://schemas.openxmlformats.org/officeDocument/2006/relationships/slide" Target="/ppt/slides/slide3.xml" Id="Rcd9eb443464d4bb3" /><Relationship Type="http://schemas.openxmlformats.org/officeDocument/2006/relationships/slide" Target="/ppt/slides/slide4.xml" Id="R3a3c6278e0054922" /><Relationship Type="http://schemas.openxmlformats.org/officeDocument/2006/relationships/slide" Target="/ppt/slides/slide5.xml" Id="R8fdcec68dc1c4249" /><Relationship Type="http://schemas.openxmlformats.org/officeDocument/2006/relationships/slide" Target="/ppt/slides/slide6.xml" Id="R4d28a46c1a0343b4" /><Relationship Type="http://schemas.openxmlformats.org/officeDocument/2006/relationships/slide" Target="/ppt/slides/slide7.xml" Id="R23acd7695e1d49e6" /><Relationship Type="http://schemas.openxmlformats.org/officeDocument/2006/relationships/slide" Target="/ppt/slides/slide8.xml" Id="R5e53d9de592e4337" /><Relationship Type="http://schemas.openxmlformats.org/officeDocument/2006/relationships/slide" Target="/ppt/slides/slide9.xml" Id="R7e06b0c4225a4c2f" /><Relationship Type="http://schemas.openxmlformats.org/officeDocument/2006/relationships/slide" Target="/ppt/slides/slide10.xml" Id="Rfb8f138b8a4a4554" /><Relationship Type="http://schemas.openxmlformats.org/officeDocument/2006/relationships/slide" Target="/ppt/slides/slide11.xml" Id="R05262e29629a4ab2" /><Relationship Type="http://schemas.openxmlformats.org/officeDocument/2006/relationships/slide" Target="/ppt/slides/slide12.xml" Id="Rfd38fde8c8ca40a4" /><Relationship Type="http://schemas.openxmlformats.org/officeDocument/2006/relationships/slide" Target="/ppt/slides/slide13.xml" Id="Rc1877eaabdf04708" /><Relationship Type="http://schemas.openxmlformats.org/officeDocument/2006/relationships/slide" Target="/ppt/slides/slide14.xml" Id="Rda4843a95bfd41c5" /><Relationship Type="http://schemas.openxmlformats.org/officeDocument/2006/relationships/slide" Target="/ppt/slides/slide15.xml" Id="Rf212fd8060c744e4" /><Relationship Type="http://schemas.openxmlformats.org/officeDocument/2006/relationships/slide" Target="/ppt/slides/slide16.xml" Id="R2f0d86cd860a48ed" /><Relationship Type="http://schemas.openxmlformats.org/officeDocument/2006/relationships/slide" Target="/ppt/slides/slide17.xml" Id="Rb6b2757e729141fa" /><Relationship Type="http://schemas.openxmlformats.org/officeDocument/2006/relationships/slide" Target="/ppt/slides/slide18.xml" Id="R173c469319e94185" /><Relationship Type="http://schemas.openxmlformats.org/officeDocument/2006/relationships/slide" Target="/ppt/slides/slide19.xml" Id="Raa1044675fae4cba" /><Relationship Type="http://schemas.openxmlformats.org/officeDocument/2006/relationships/slide" Target="/ppt/slides/slide20.xml" Id="R1ba5a4727c1d4e2a" /><Relationship Type="http://schemas.openxmlformats.org/officeDocument/2006/relationships/slide" Target="/ppt/slides/slide21.xml" Id="Ra3c358f40ae14c78" /><Relationship Type="http://schemas.openxmlformats.org/officeDocument/2006/relationships/slide" Target="/ppt/slides/slide22.xml" Id="R6784dc0bb2494bcd" /><Relationship Type="http://schemas.openxmlformats.org/officeDocument/2006/relationships/slide" Target="/ppt/slides/slide23.xml" Id="R296633a4028d4a59" /><Relationship Type="http://schemas.openxmlformats.org/officeDocument/2006/relationships/slide" Target="/ppt/slides/slide24.xml" Id="R83d5bc975ee24a65" /><Relationship Type="http://schemas.openxmlformats.org/officeDocument/2006/relationships/slide" Target="/ppt/slides/slide25.xml" Id="R37edcf6796424e58" /><Relationship Type="http://schemas.openxmlformats.org/officeDocument/2006/relationships/slide" Target="/ppt/slides/slide26.xml" Id="R69711b20e0c14891" /><Relationship Type="http://schemas.openxmlformats.org/officeDocument/2006/relationships/slide" Target="/ppt/slides/slide27.xml" Id="R1ff82ebb295c480f" /><Relationship Type="http://schemas.openxmlformats.org/officeDocument/2006/relationships/slide" Target="/ppt/slides/slide28.xml" Id="Rd5d7e8acdf9348f3" /><Relationship Type="http://schemas.openxmlformats.org/officeDocument/2006/relationships/slide" Target="/ppt/slides/slide29.xml" Id="Rd2ca0a1294204216" /><Relationship Type="http://schemas.openxmlformats.org/officeDocument/2006/relationships/slide" Target="/ppt/slides/slide30.xml" Id="R034dd949a3934935" /><Relationship Type="http://schemas.openxmlformats.org/officeDocument/2006/relationships/slide" Target="/ppt/slides/slide31.xml" Id="R3b6fac7ad3bf42a4" /><Relationship Type="http://schemas.openxmlformats.org/officeDocument/2006/relationships/slide" Target="/ppt/slides/slide32.xml" Id="R88f1d756134549f4" /><Relationship Type="http://schemas.openxmlformats.org/officeDocument/2006/relationships/slide" Target="/ppt/slides/slide33.xml" Id="Rd4f6f58cee554148" /><Relationship Type="http://schemas.openxmlformats.org/officeDocument/2006/relationships/slide" Target="/ppt/slides/slide34.xml" Id="R7833ba7688984b13" /><Relationship Type="http://schemas.openxmlformats.org/officeDocument/2006/relationships/slide" Target="/ppt/slides/slide35.xml" Id="R91f3e46f8d6f4a14" /><Relationship Type="http://schemas.openxmlformats.org/officeDocument/2006/relationships/slide" Target="/ppt/slides/slide36.xml" Id="R29dfde9ed9934b4f" /><Relationship Type="http://schemas.openxmlformats.org/officeDocument/2006/relationships/slide" Target="/ppt/slides/slide37.xml" Id="R426c75ea97d9458f" /><Relationship Type="http://schemas.openxmlformats.org/officeDocument/2006/relationships/slide" Target="/ppt/slides/slide38.xml" Id="R8e41aaadfddc4d22" /><Relationship Type="http://schemas.openxmlformats.org/officeDocument/2006/relationships/slide" Target="/ppt/slides/slide39.xml" Id="R28061a588fe84827" /><Relationship Type="http://schemas.openxmlformats.org/officeDocument/2006/relationships/slide" Target="/ppt/slides/slide40.xml" Id="R97b617cbdba24031" /><Relationship Type="http://schemas.openxmlformats.org/officeDocument/2006/relationships/slide" Target="/ppt/slides/slide41.xml" Id="Re44b0c5cc52d411d" /><Relationship Type="http://schemas.openxmlformats.org/officeDocument/2006/relationships/slide" Target="/ppt/slides/slide42.xml" Id="R63cc52466fed4f38" /><Relationship Type="http://schemas.openxmlformats.org/officeDocument/2006/relationships/slide" Target="/ppt/slides/slide43.xml" Id="R3a467ff4de6e4295" /><Relationship Type="http://schemas.openxmlformats.org/officeDocument/2006/relationships/slide" Target="/ppt/slides/slide44.xml" Id="Rfd4aae2ed6d64df9" /><Relationship Type="http://schemas.openxmlformats.org/officeDocument/2006/relationships/slide" Target="/ppt/slides/slide45.xml" Id="R0256aa76fbe14ce4" /><Relationship Type="http://schemas.openxmlformats.org/officeDocument/2006/relationships/slide" Target="/ppt/slides/slide46.xml" Id="R034b23442a4d40af" /><Relationship Type="http://schemas.openxmlformats.org/officeDocument/2006/relationships/slide" Target="/ppt/slides/slide47.xml" Id="Redb70d2b7ce5463e" /><Relationship Type="http://schemas.openxmlformats.org/officeDocument/2006/relationships/slide" Target="/ppt/slides/slide48.xml" Id="R9be21b58ff764693" /><Relationship Type="http://schemas.openxmlformats.org/officeDocument/2006/relationships/slide" Target="/ppt/slides/slide49.xml" Id="R4fc02f18eb2646b4" /><Relationship Type="http://schemas.openxmlformats.org/officeDocument/2006/relationships/slide" Target="/ppt/slides/slide50.xml" Id="Ra7503d99e6f64e1d" /><Relationship Type="http://schemas.openxmlformats.org/officeDocument/2006/relationships/slide" Target="/ppt/slides/slide51.xml" Id="Rcd6530101836468b" /><Relationship Type="http://schemas.openxmlformats.org/officeDocument/2006/relationships/slide" Target="/ppt/slides/slide52.xml" Id="Rd37e7e62eae84fec" /><Relationship Type="http://schemas.openxmlformats.org/officeDocument/2006/relationships/slide" Target="/ppt/slides/slide53.xml" Id="Rc537e45129c84387" /><Relationship Type="http://schemas.openxmlformats.org/officeDocument/2006/relationships/slide" Target="/ppt/slides/slide54.xml" Id="Ra166d648c7cf40f7" /><Relationship Type="http://schemas.openxmlformats.org/officeDocument/2006/relationships/slide" Target="/ppt/slides/slide55.xml" Id="Rc7d2872c5bc04e65" /><Relationship Type="http://schemas.openxmlformats.org/officeDocument/2006/relationships/slide" Target="/ppt/slides/slide56.xml" Id="R7699f215246f44cf" /><Relationship Type="http://schemas.openxmlformats.org/officeDocument/2006/relationships/slide" Target="/ppt/slides/slide57.xml" Id="Rd10d176c3ff24506" /><Relationship Type="http://schemas.openxmlformats.org/officeDocument/2006/relationships/slide" Target="/ppt/slides/slide58.xml" Id="R55a18bf8568a4d48" /><Relationship Type="http://schemas.openxmlformats.org/officeDocument/2006/relationships/slide" Target="/ppt/slides/slide59.xml" Id="R1bf015ccd28f40b0" /><Relationship Type="http://schemas.openxmlformats.org/officeDocument/2006/relationships/slide" Target="/ppt/slides/slide60.xml" Id="R4a5656df6fb74165" /><Relationship Type="http://schemas.openxmlformats.org/officeDocument/2006/relationships/slide" Target="/ppt/slides/slide61.xml" Id="Rbc45ab88634c4b28" /><Relationship Type="http://schemas.openxmlformats.org/officeDocument/2006/relationships/slide" Target="/ppt/slides/slide62.xml" Id="R7bebfe02e9f54b3f" /><Relationship Type="http://schemas.openxmlformats.org/officeDocument/2006/relationships/slide" Target="/ppt/slides/slide63.xml" Id="R27a69afb37be4826" /><Relationship Type="http://schemas.openxmlformats.org/officeDocument/2006/relationships/slide" Target="/ppt/slides/slide64.xml" Id="Rcea213faabc14daf" /><Relationship Type="http://schemas.openxmlformats.org/officeDocument/2006/relationships/slide" Target="/ppt/slides/slide65.xml" Id="Rb4ef06fd3a53464f" /><Relationship Type="http://schemas.openxmlformats.org/officeDocument/2006/relationships/slide" Target="/ppt/slides/slide66.xml" Id="R6a4180f3b1e74719" /><Relationship Type="http://schemas.openxmlformats.org/officeDocument/2006/relationships/slide" Target="/ppt/slides/slide67.xml" Id="R452ebe0284f94d4e" /><Relationship Type="http://schemas.openxmlformats.org/officeDocument/2006/relationships/slide" Target="/ppt/slides/slide68.xml" Id="Rfa142e8c0a934c63" /><Relationship Type="http://schemas.openxmlformats.org/officeDocument/2006/relationships/slide" Target="/ppt/slides/slide69.xml" Id="R64f8575040034821" /><Relationship Type="http://schemas.openxmlformats.org/officeDocument/2006/relationships/slide" Target="/ppt/slides/slide70.xml" Id="R76879249b0484289" /><Relationship Type="http://schemas.openxmlformats.org/officeDocument/2006/relationships/slide" Target="/ppt/slides/slide71.xml" Id="R72ef1fd898dd4926" /><Relationship Type="http://schemas.openxmlformats.org/officeDocument/2006/relationships/slide" Target="/ppt/slides/slide72.xml" Id="Rfcc166da6b1142bb" /><Relationship Type="http://schemas.openxmlformats.org/officeDocument/2006/relationships/slide" Target="/ppt/slides/slide73.xml" Id="Rc8ba76b2ddbe4b5b" /><Relationship Type="http://schemas.openxmlformats.org/officeDocument/2006/relationships/slide" Target="/ppt/slides/slide74.xml" Id="R5033dc423d594575" /><Relationship Type="http://schemas.openxmlformats.org/officeDocument/2006/relationships/slide" Target="/ppt/slides/slide75.xml" Id="R341b398afc7c43ae" /><Relationship Type="http://schemas.openxmlformats.org/officeDocument/2006/relationships/slide" Target="/ppt/slides/slide76.xml" Id="R29e6b0ef93464a2e" /><Relationship Type="http://schemas.openxmlformats.org/officeDocument/2006/relationships/slide" Target="/ppt/slides/slide77.xml" Id="Ra8823702b8804c63" /><Relationship Type="http://schemas.openxmlformats.org/officeDocument/2006/relationships/slide" Target="/ppt/slides/slide78.xml" Id="Rf154b065df4c498f" /><Relationship Type="http://schemas.openxmlformats.org/officeDocument/2006/relationships/slide" Target="/ppt/slides/slide79.xml" Id="R60810f32f7ea49c3" /><Relationship Type="http://schemas.openxmlformats.org/officeDocument/2006/relationships/slide" Target="/ppt/slides/slide80.xml" Id="R28a663417de14a05" /><Relationship Type="http://schemas.openxmlformats.org/officeDocument/2006/relationships/slide" Target="/ppt/slides/slide81.xml" Id="R3cfc4a85c30a40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f6e152c0d142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e456ed6cb4fc9" /><Relationship Type="http://schemas.openxmlformats.org/officeDocument/2006/relationships/notesMaster" Target="/ppt/notesMasters/notesMaster1.xml" Id="R52c0a4e320674e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d9a15eed7a4f4c" /><Relationship Type="http://schemas.openxmlformats.org/officeDocument/2006/relationships/notesMaster" Target="/ppt/notesMasters/notesMaster1.xml" Id="Re4adc95583884d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59240bec0442ff" /><Relationship Type="http://schemas.openxmlformats.org/officeDocument/2006/relationships/notesMaster" Target="/ppt/notesMasters/notesMaster1.xml" Id="Rd1b3441aa4ba4ac7"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f31d3949d7430b" /><Relationship Type="http://schemas.openxmlformats.org/officeDocument/2006/relationships/notesMaster" Target="/ppt/notesMasters/notesMaster1.xml" Id="Rdc6e673652a048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37c072afc44f45" /><Relationship Type="http://schemas.openxmlformats.org/officeDocument/2006/relationships/notesMaster" Target="/ppt/notesMasters/notesMaster1.xml" Id="R921df4a5ef8f47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f36791a8ad4bcf" /><Relationship Type="http://schemas.openxmlformats.org/officeDocument/2006/relationships/notesMaster" Target="/ppt/notesMasters/notesMaster1.xml" Id="Ra7e7ff98884845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69537471eb4011" /><Relationship Type="http://schemas.openxmlformats.org/officeDocument/2006/relationships/notesMaster" Target="/ppt/notesMasters/notesMaster1.xml" Id="Rbbaceaa0d9ac46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e744d50ba64b76" /><Relationship Type="http://schemas.openxmlformats.org/officeDocument/2006/relationships/notesMaster" Target="/ppt/notesMasters/notesMaster1.xml" Id="R44fd85d0398c46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c67b62786ac4633" /><Relationship Type="http://schemas.openxmlformats.org/officeDocument/2006/relationships/notesMaster" Target="/ppt/notesMasters/notesMaster1.xml" Id="Raa80e112c25841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feb12324898455a" /><Relationship Type="http://schemas.openxmlformats.org/officeDocument/2006/relationships/notesMaster" Target="/ppt/notesMasters/notesMaster1.xml" Id="R0ae94aac185f4c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79c9b2a02634777" /><Relationship Type="http://schemas.openxmlformats.org/officeDocument/2006/relationships/notesMaster" Target="/ppt/notesMasters/notesMaster1.xml" Id="R81e9128ede9a48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dfcd64bedb642af" /><Relationship Type="http://schemas.openxmlformats.org/officeDocument/2006/relationships/notesMaster" Target="/ppt/notesMasters/notesMaster1.xml" Id="R77c12a879c6d4b5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6416a453cbe4437" /><Relationship Type="http://schemas.openxmlformats.org/officeDocument/2006/relationships/notesMaster" Target="/ppt/notesMasters/notesMaster1.xml" Id="R3a262eb3060e4c3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2d87d67e1964143" /><Relationship Type="http://schemas.openxmlformats.org/officeDocument/2006/relationships/notesMaster" Target="/ppt/notesMasters/notesMaster1.xml" Id="Reb7d203d8c814fc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c312544d68c4397" /><Relationship Type="http://schemas.openxmlformats.org/officeDocument/2006/relationships/notesMaster" Target="/ppt/notesMasters/notesMaster1.xml" Id="R06bac2819e4b41b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0a18944842c4bea" /><Relationship Type="http://schemas.openxmlformats.org/officeDocument/2006/relationships/notesMaster" Target="/ppt/notesMasters/notesMaster1.xml" Id="Ra67d9ec9bf964d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36824c944ac478e" /><Relationship Type="http://schemas.openxmlformats.org/officeDocument/2006/relationships/notesMaster" Target="/ppt/notesMasters/notesMaster1.xml" Id="Rb2fe4c63b44e458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a49b93674704e9c" /><Relationship Type="http://schemas.openxmlformats.org/officeDocument/2006/relationships/notesMaster" Target="/ppt/notesMasters/notesMaster1.xml" Id="R4729b15c6bf7451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d3390268dfa42b5" /><Relationship Type="http://schemas.openxmlformats.org/officeDocument/2006/relationships/notesMaster" Target="/ppt/notesMasters/notesMaster1.xml" Id="R20d7fe5c9e034dd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45eaf8908a24183" /><Relationship Type="http://schemas.openxmlformats.org/officeDocument/2006/relationships/notesMaster" Target="/ppt/notesMasters/notesMaster1.xml" Id="R1a047f6bf9f041b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f8e8caaba954512" /><Relationship Type="http://schemas.openxmlformats.org/officeDocument/2006/relationships/notesMaster" Target="/ppt/notesMasters/notesMaster1.xml" Id="R656b48b59f384f0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7461f0ea7d74b81" /><Relationship Type="http://schemas.openxmlformats.org/officeDocument/2006/relationships/notesMaster" Target="/ppt/notesMasters/notesMaster1.xml" Id="R5739b1de511741e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c0cb79fc6c64c2a" /><Relationship Type="http://schemas.openxmlformats.org/officeDocument/2006/relationships/notesMaster" Target="/ppt/notesMasters/notesMaster1.xml" Id="R7ce40a944ede42f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6b3a7d613bf41dc" /><Relationship Type="http://schemas.openxmlformats.org/officeDocument/2006/relationships/notesMaster" Target="/ppt/notesMasters/notesMaster1.xml" Id="Rc486c17c1e7044f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8b2e7eca19e4e5d" /><Relationship Type="http://schemas.openxmlformats.org/officeDocument/2006/relationships/notesMaster" Target="/ppt/notesMasters/notesMaster1.xml" Id="R563b11fe468a487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23aab4fc521479f" /><Relationship Type="http://schemas.openxmlformats.org/officeDocument/2006/relationships/notesMaster" Target="/ppt/notesMasters/notesMaster1.xml" Id="R689fe42f789d469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ab34dfb56674a30" /><Relationship Type="http://schemas.openxmlformats.org/officeDocument/2006/relationships/notesMaster" Target="/ppt/notesMasters/notesMaster1.xml" Id="Re2c7c626067e487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f947448ee494891" /><Relationship Type="http://schemas.openxmlformats.org/officeDocument/2006/relationships/notesMaster" Target="/ppt/notesMasters/notesMaster1.xml" Id="Rd2ff291fd1ee445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6dbf40165014c8f" /><Relationship Type="http://schemas.openxmlformats.org/officeDocument/2006/relationships/notesMaster" Target="/ppt/notesMasters/notesMaster1.xml" Id="R2a270c0ba6f34f5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eb835231c274f10" /><Relationship Type="http://schemas.openxmlformats.org/officeDocument/2006/relationships/notesMaster" Target="/ppt/notesMasters/notesMaster1.xml" Id="Re5912f9c78254e7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b87ce23804143ec" /><Relationship Type="http://schemas.openxmlformats.org/officeDocument/2006/relationships/notesMaster" Target="/ppt/notesMasters/notesMaster1.xml" Id="Rd744d1706807453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2b42b48b6b64fd9" /><Relationship Type="http://schemas.openxmlformats.org/officeDocument/2006/relationships/notesMaster" Target="/ppt/notesMasters/notesMaster1.xml" Id="Ra5b326563a8940e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26459221c224e1f" /><Relationship Type="http://schemas.openxmlformats.org/officeDocument/2006/relationships/notesMaster" Target="/ppt/notesMasters/notesMaster1.xml" Id="R9453f933d8574e9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d0aee850baa4b8b" /><Relationship Type="http://schemas.openxmlformats.org/officeDocument/2006/relationships/notesMaster" Target="/ppt/notesMasters/notesMaster1.xml" Id="Rb42546bc54e844a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ace52440400420b" /><Relationship Type="http://schemas.openxmlformats.org/officeDocument/2006/relationships/notesMaster" Target="/ppt/notesMasters/notesMaster1.xml" Id="Ra0894453b685414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815efdb7abb4848" /><Relationship Type="http://schemas.openxmlformats.org/officeDocument/2006/relationships/notesMaster" Target="/ppt/notesMasters/notesMaster1.xml" Id="R894a3230626c48b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6763ffc47004110" /><Relationship Type="http://schemas.openxmlformats.org/officeDocument/2006/relationships/notesMaster" Target="/ppt/notesMasters/notesMaster1.xml" Id="R419d6c1245da48c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271fd38d5c541ea" /><Relationship Type="http://schemas.openxmlformats.org/officeDocument/2006/relationships/notesMaster" Target="/ppt/notesMasters/notesMaster1.xml" Id="Rfdaaf8a0a7f94cc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492fac6f6864a43" /><Relationship Type="http://schemas.openxmlformats.org/officeDocument/2006/relationships/notesMaster" Target="/ppt/notesMasters/notesMaster1.xml" Id="R2eaeff905113492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bc2c5c0aa5e4539" /><Relationship Type="http://schemas.openxmlformats.org/officeDocument/2006/relationships/notesMaster" Target="/ppt/notesMasters/notesMaster1.xml" Id="R9ab4ee8bc12e434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af2ecb642bc4634" /><Relationship Type="http://schemas.openxmlformats.org/officeDocument/2006/relationships/notesMaster" Target="/ppt/notesMasters/notesMaster1.xml" Id="R305bdffd9a5e46e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1bcaf40b0b7440e" /><Relationship Type="http://schemas.openxmlformats.org/officeDocument/2006/relationships/notesMaster" Target="/ppt/notesMasters/notesMaster1.xml" Id="R23854a512aeb484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ce67ddf0c654d9e" /><Relationship Type="http://schemas.openxmlformats.org/officeDocument/2006/relationships/notesMaster" Target="/ppt/notesMasters/notesMaster1.xml" Id="R48eec27545404bc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a008815dea84f52" /><Relationship Type="http://schemas.openxmlformats.org/officeDocument/2006/relationships/notesMaster" Target="/ppt/notesMasters/notesMaster1.xml" Id="R46f06ccf684c414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a53f7819ae24c52" /><Relationship Type="http://schemas.openxmlformats.org/officeDocument/2006/relationships/notesMaster" Target="/ppt/notesMasters/notesMaster1.xml" Id="R64ecf7a903e3414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6b23b4b33f1496a" /><Relationship Type="http://schemas.openxmlformats.org/officeDocument/2006/relationships/notesMaster" Target="/ppt/notesMasters/notesMaster1.xml" Id="Rb49a89ff20ce4ee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094d68b5345431c" /><Relationship Type="http://schemas.openxmlformats.org/officeDocument/2006/relationships/notesMaster" Target="/ppt/notesMasters/notesMaster1.xml" Id="Rbba5f3d0171d4bc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1bf42045e454674" /><Relationship Type="http://schemas.openxmlformats.org/officeDocument/2006/relationships/notesMaster" Target="/ppt/notesMasters/notesMaster1.xml" Id="R1673e75aa11f476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572ec1b09af4a53" /><Relationship Type="http://schemas.openxmlformats.org/officeDocument/2006/relationships/notesMaster" Target="/ppt/notesMasters/notesMaster1.xml" Id="R266a1315d52a470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a08f8f9c8c34791" /><Relationship Type="http://schemas.openxmlformats.org/officeDocument/2006/relationships/notesMaster" Target="/ppt/notesMasters/notesMaster1.xml" Id="R48b267ade09541d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126bada3b5e41fa" /><Relationship Type="http://schemas.openxmlformats.org/officeDocument/2006/relationships/notesMaster" Target="/ppt/notesMasters/notesMaster1.xml" Id="R716b2275f0e7453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c9cdcc2418b4dcb" /><Relationship Type="http://schemas.openxmlformats.org/officeDocument/2006/relationships/notesMaster" Target="/ppt/notesMasters/notesMaster1.xml" Id="R7893094c6bf04f5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b188ff8d7434b2d" /><Relationship Type="http://schemas.openxmlformats.org/officeDocument/2006/relationships/notesMaster" Target="/ppt/notesMasters/notesMaster1.xml" Id="R792dfb1b70814ce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6e6ce2cfe2945f4" /><Relationship Type="http://schemas.openxmlformats.org/officeDocument/2006/relationships/notesMaster" Target="/ppt/notesMasters/notesMaster1.xml" Id="Ra635e6c26d8146c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ae770bff4f749f6" /><Relationship Type="http://schemas.openxmlformats.org/officeDocument/2006/relationships/notesMaster" Target="/ppt/notesMasters/notesMaster1.xml" Id="Rf3ceb9f592fe4d9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42da0c3699441a7" /><Relationship Type="http://schemas.openxmlformats.org/officeDocument/2006/relationships/notesMaster" Target="/ppt/notesMasters/notesMaster1.xml" Id="R616b8f069f5c47b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67232631a894deb" /><Relationship Type="http://schemas.openxmlformats.org/officeDocument/2006/relationships/notesMaster" Target="/ppt/notesMasters/notesMaster1.xml" Id="Rc98aae185742488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cff772e938c4d9f" /><Relationship Type="http://schemas.openxmlformats.org/officeDocument/2006/relationships/notesMaster" Target="/ppt/notesMasters/notesMaster1.xml" Id="R8e938b4fd255426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61ac33b12d840ea" /><Relationship Type="http://schemas.openxmlformats.org/officeDocument/2006/relationships/notesMaster" Target="/ppt/notesMasters/notesMaster1.xml" Id="R024d88e01e464d2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b2da65e00b94000" /><Relationship Type="http://schemas.openxmlformats.org/officeDocument/2006/relationships/notesMaster" Target="/ppt/notesMasters/notesMaster1.xml" Id="R4cac78dd31a845e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2768818107d4d6d" /><Relationship Type="http://schemas.openxmlformats.org/officeDocument/2006/relationships/notesMaster" Target="/ppt/notesMasters/notesMaster1.xml" Id="Rd36fba87dc2b440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9e8d21980064741" /><Relationship Type="http://schemas.openxmlformats.org/officeDocument/2006/relationships/notesMaster" Target="/ppt/notesMasters/notesMaster1.xml" Id="R78b6a86424214ff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a5b87971a7e412d" /><Relationship Type="http://schemas.openxmlformats.org/officeDocument/2006/relationships/notesMaster" Target="/ppt/notesMasters/notesMaster1.xml" Id="Rb605a5de2c4f4bf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55cc446c8ec42fc" /><Relationship Type="http://schemas.openxmlformats.org/officeDocument/2006/relationships/notesMaster" Target="/ppt/notesMasters/notesMaster1.xml" Id="R46f41794df164db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1f2909613fc249a5" /><Relationship Type="http://schemas.openxmlformats.org/officeDocument/2006/relationships/notesMaster" Target="/ppt/notesMasters/notesMaster1.xml" Id="R2e854f3520de4635"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f2a7f2ba6564bf3" /><Relationship Type="http://schemas.openxmlformats.org/officeDocument/2006/relationships/notesMaster" Target="/ppt/notesMasters/notesMaster1.xml" Id="Re0fba03de198415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5190455169d4bf6" /><Relationship Type="http://schemas.openxmlformats.org/officeDocument/2006/relationships/notesMaster" Target="/ppt/notesMasters/notesMaster1.xml" Id="Ra673e6e342f04b9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dc1dc771b204450" /><Relationship Type="http://schemas.openxmlformats.org/officeDocument/2006/relationships/notesMaster" Target="/ppt/notesMasters/notesMaster1.xml" Id="Rd87e738ec4df486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3dc275fdf934415" /><Relationship Type="http://schemas.openxmlformats.org/officeDocument/2006/relationships/notesMaster" Target="/ppt/notesMasters/notesMaster1.xml" Id="R26b6d81571eb413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2eef8bc5d534e06" /><Relationship Type="http://schemas.openxmlformats.org/officeDocument/2006/relationships/notesMaster" Target="/ppt/notesMasters/notesMaster1.xml" Id="R4365aa1e67fc4a4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0c1da1fbff04821" /><Relationship Type="http://schemas.openxmlformats.org/officeDocument/2006/relationships/notesMaster" Target="/ppt/notesMasters/notesMaster1.xml" Id="R417773dd744e465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93942520b144ffa" /><Relationship Type="http://schemas.openxmlformats.org/officeDocument/2006/relationships/notesMaster" Target="/ppt/notesMasters/notesMaster1.xml" Id="Rf135ee455a4740e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5d3f206c49e42b7" /><Relationship Type="http://schemas.openxmlformats.org/officeDocument/2006/relationships/notesMaster" Target="/ppt/notesMasters/notesMaster1.xml" Id="R2acae7eee11e468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71c26d45e04431b" /><Relationship Type="http://schemas.openxmlformats.org/officeDocument/2006/relationships/notesMaster" Target="/ppt/notesMasters/notesMaster1.xml" Id="Ra9668ec150d44d7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dc3bfc327e745d1" /><Relationship Type="http://schemas.openxmlformats.org/officeDocument/2006/relationships/notesMaster" Target="/ppt/notesMasters/notesMaster1.xml" Id="R220d3d8e0822409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abda19d65f247e3" /><Relationship Type="http://schemas.openxmlformats.org/officeDocument/2006/relationships/notesMaster" Target="/ppt/notesMasters/notesMaster1.xml" Id="R16dbb93da1954d0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ebb03a8d5f348bd" /><Relationship Type="http://schemas.openxmlformats.org/officeDocument/2006/relationships/notesMaster" Target="/ppt/notesMasters/notesMaster1.xml" Id="Re59701e39382405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41cc5a0551142d0" /><Relationship Type="http://schemas.openxmlformats.org/officeDocument/2006/relationships/notesMaster" Target="/ppt/notesMasters/notesMaster1.xml" Id="R3dd1b00c284d4f5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b381148ddc624346" /><Relationship Type="http://schemas.openxmlformats.org/officeDocument/2006/relationships/notesMaster" Target="/ppt/notesMasters/notesMaster1.xml" Id="R4058a63d51a94f1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a1dcaa5901f4ef0" /><Relationship Type="http://schemas.openxmlformats.org/officeDocument/2006/relationships/notesMaster" Target="/ppt/notesMasters/notesMaster1.xml" Id="R65786bcf25e74ac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bb50ca0066e46d3" /><Relationship Type="http://schemas.openxmlformats.org/officeDocument/2006/relationships/notesMaster" Target="/ppt/notesMasters/notesMaster1.xml" Id="Rd00382f1d7bb46c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Unbalanced history can bias the model toward one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forty future trials are retained, giving 19 A and 21 B targets. Each participant's first eight history trials contain six A and two B choices. The balanced condition resamples eight earlier trials as four A and four B. Option order is counterbalanced in scoring.
[Sources]
- notebooks/results/clean_icl_balance_demo/summary.csv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curves evaluate the same twenty future choices for each participant. The x-axis changes only the number of earlier same-participant trials placed in context. The y-axis is mean log loss, so lower is better. The dashed reference is the random binary forecast, ln(2) = 0.693. Natural histories use the first k earlier trials and become increasingly A-heavy.
[Sources]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keeps the model, targets, and k values matched to the previous slide but balances the history labels. P025 improves most at k=6; P026 is noisier and improves at k=12. The y-axis is mean log loss, so lower is better. The dashed reference is the random binary forecast, ln(2) = 0.693. The curves support a teaching claim about experimental control, not a stable population estimate.
[Sources]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Unbalanced history pushes mean P(B) below the observed target rate and yields log loss 0.715, worse than an uninformative binary forecast. Balanced history reduces log loss to 0.649, better than the current-trial baseline of 0.675. Accuracy does not improve in parallel, which is why this section evaluates token probabilities with log loss. The participant curves show that the average masks heterogeneous and non-monotonic responses to history. The remaining uncertainty is compatible with at least two explanations: the participant history may not contain a strong stable individual regularity, or the current model and prompt may be too weak to extract and use it.
[Sources]
- notebooks/results/clean_icl_balance_demo/summary.csv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 the relationship explicit. The same masked input supports two linked analyses. First, Qwen's output probabilities provide a direct A/B prediction that is evaluated on held-out questions. Second, the forward pass exposes layerwise hidden states h(l,t); a separate probe tests whether the original choice is linearly readable from those states. The next slide explains state extraction, the following slide defines the probe, and the result slide reports balanced accuracy. Neither readout establishes that Qwen shares GPT-4's or a human's latent mechanism.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teaching-scale example mirrors the participant-level logic of the CCN study while reducing the search to one participant and two validation-guided revisions. The explicit choice conclusion is removed from think-aloud before it enters the proposal prompt. Four validation and four test trials are too small for a substantive scientific conclusion.
[Sources]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minimal executable loop implemented in Notebook 3 and scripts/minimal_discovery_loop.py. DeepSeek proposes feature sets and process hypotheses in JSON. Trusted code performs validation, fitting, selection, and testing.
[Sources]
- https://api-docs.deepseek.com/api/create-chat-completion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baselines are evaluated by trusted Python on the same frozen test trials. The all-feature model is an upper-capacity comparison, not a cognitive theory; with only four test trials its estimate is highly unstable.
[Sources]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proposal and both validation-guided revisions selected the same two-feature structure with validation log loss 0.663. The test set remained closed until selection. On four test questions the selected candidate underperformed the expected-value and all-feature baselines. The all-feature baseline has eight fitted parameters and only four test trials, so its perfect balanced accuracy is descriptive, not a stable estimate.
[Sources]
- notebooks/results/minimal_discovery_loop/minimal_discovery_run.json
- notebooks/results/minimal_discovery_loop/validation_results.csv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5aa2b01bf740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bfb9b4ac0bc4299" /><Relationship Type="http://schemas.openxmlformats.org/officeDocument/2006/relationships/slideLayout" Target="/ppt/slideLayouts/slideLayout1.xml" Id="R9ef7ef57283549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ef7ef57283549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bd906eb6a7d4661" /><Relationship Type="http://schemas.openxmlformats.org/officeDocument/2006/relationships/notesSlide" Target="/ppt/notesSlides/notesSlide1.xml" Id="R4158ca163cc542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215f0b64ed742d9" /><Relationship Type="http://schemas.openxmlformats.org/officeDocument/2006/relationships/notesSlide" Target="/ppt/notesSlides/notesSlide2.xml" Id="R1d04ff0717b348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2293064a7684c8e" /><Relationship Type="http://schemas.openxmlformats.org/officeDocument/2006/relationships/notesSlide" Target="/ppt/notesSlides/notesSlide3.xml" Id="Rb9f5df07e7494ca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4e68616f1bf4eac" /><Relationship Type="http://schemas.openxmlformats.org/officeDocument/2006/relationships/notesSlide" Target="/ppt/notesSlides/notesSlide4.xml" Id="R6590890376c346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c11af50c92c4e4f" /><Relationship Type="http://schemas.openxmlformats.org/officeDocument/2006/relationships/notesSlide" Target="/ppt/notesSlides/notesSlide5.xml" Id="R32177838dd8746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32847dc799a465b" /><Relationship Type="http://schemas.openxmlformats.org/officeDocument/2006/relationships/notesSlide" Target="/ppt/notesSlides/notesSlide6.xml" Id="Re0da034bf5d549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4dc540a56d04076" /><Relationship Type="http://schemas.openxmlformats.org/officeDocument/2006/relationships/notesSlide" Target="/ppt/notesSlides/notesSlide7.xml" Id="Rb3c75846fe21415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f395e743aa84c53" /><Relationship Type="http://schemas.openxmlformats.org/officeDocument/2006/relationships/notesSlide" Target="/ppt/notesSlides/notesSlide8.xml" Id="Rda1fba8b9e564d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1859f664d334dbd" /><Relationship Type="http://schemas.openxmlformats.org/officeDocument/2006/relationships/notesSlide" Target="/ppt/notesSlides/notesSlide9.xml" Id="R6b57bd0f8a0f4e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27ea188b49f404c" /><Relationship Type="http://schemas.openxmlformats.org/officeDocument/2006/relationships/notesSlide" Target="/ppt/notesSlides/notesSlide10.xml" Id="R6c1c9ebd57fd4b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4c8a43b9524ca3" /><Relationship Type="http://schemas.openxmlformats.org/officeDocument/2006/relationships/notesSlide" Target="/ppt/notesSlides/notesSlide11.xml" Id="Rc4c664ac16b947e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cbf2de10253471a" /><Relationship Type="http://schemas.openxmlformats.org/officeDocument/2006/relationships/notesSlide" Target="/ppt/notesSlides/notesSlide12.xml" Id="Rfa070ec38f3b45e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20f5635d31d4e8b" /><Relationship Type="http://schemas.openxmlformats.org/officeDocument/2006/relationships/notesSlide" Target="/ppt/notesSlides/notesSlide13.xml" Id="R8c62b4c00c044ab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0477ba27284424b" /><Relationship Type="http://schemas.openxmlformats.org/officeDocument/2006/relationships/notesSlide" Target="/ppt/notesSlides/notesSlide14.xml" Id="R0abea3b6a366432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5f8fd4486a64820" /><Relationship Type="http://schemas.openxmlformats.org/officeDocument/2006/relationships/notesSlide" Target="/ppt/notesSlides/notesSlide15.xml" Id="R19bde273bce4423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49a6b09d965459d" /><Relationship Type="http://schemas.openxmlformats.org/officeDocument/2006/relationships/notesSlide" Target="/ppt/notesSlides/notesSlide16.xml" Id="R6b5e2c8f52474fc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70e6e2e74664f03" /><Relationship Type="http://schemas.openxmlformats.org/officeDocument/2006/relationships/notesSlide" Target="/ppt/notesSlides/notesSlide17.xml" Id="Rbc480de429ce48d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1cfa655282e42c6" /><Relationship Type="http://schemas.openxmlformats.org/officeDocument/2006/relationships/notesSlide" Target="/ppt/notesSlides/notesSlide18.xml" Id="R2bd3526b238c498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84e0bddfd694c11" /><Relationship Type="http://schemas.openxmlformats.org/officeDocument/2006/relationships/notesSlide" Target="/ppt/notesSlides/notesSlide19.xml" Id="Rd5f9b6dc7e7445a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7882a6acf1944df" /><Relationship Type="http://schemas.openxmlformats.org/officeDocument/2006/relationships/notesSlide" Target="/ppt/notesSlides/notesSlide20.xml" Id="Rb85d0565b9a04f4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a61c635671d4521" /><Relationship Type="http://schemas.openxmlformats.org/officeDocument/2006/relationships/notesSlide" Target="/ppt/notesSlides/notesSlide21.xml" Id="R4fed864ad343415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19b82cec05048eb" /><Relationship Type="http://schemas.openxmlformats.org/officeDocument/2006/relationships/notesSlide" Target="/ppt/notesSlides/notesSlide22.xml" Id="R54d48b14cc9c443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5b132d5653b4aa6" /><Relationship Type="http://schemas.openxmlformats.org/officeDocument/2006/relationships/notesSlide" Target="/ppt/notesSlides/notesSlide23.xml" Id="Rba83adc26999495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06457b53b1f4d38" /><Relationship Type="http://schemas.openxmlformats.org/officeDocument/2006/relationships/notesSlide" Target="/ppt/notesSlides/notesSlide24.xml" Id="R5f6e351144dd4cf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1491b8ae4704608" /><Relationship Type="http://schemas.openxmlformats.org/officeDocument/2006/relationships/notesSlide" Target="/ppt/notesSlides/notesSlide25.xml" Id="R6cfc62e552f740f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6ed6179ed244867" /><Relationship Type="http://schemas.openxmlformats.org/officeDocument/2006/relationships/notesSlide" Target="/ppt/notesSlides/notesSlide26.xml" Id="R165066806222496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29404b975b246f5" /><Relationship Type="http://schemas.openxmlformats.org/officeDocument/2006/relationships/notesSlide" Target="/ppt/notesSlides/notesSlide27.xml" Id="Rc272904bf9dc4de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4428f9104f342ca" /><Relationship Type="http://schemas.openxmlformats.org/officeDocument/2006/relationships/notesSlide" Target="/ppt/notesSlides/notesSlide28.xml" Id="R8f1d076b9ea641c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a994f7cdc9c4395" /><Relationship Type="http://schemas.openxmlformats.org/officeDocument/2006/relationships/notesSlide" Target="/ppt/notesSlides/notesSlide29.xml" Id="Ra907786ee38d4b3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1276c33e6be4115" /><Relationship Type="http://schemas.openxmlformats.org/officeDocument/2006/relationships/notesSlide" Target="/ppt/notesSlides/notesSlide30.xml" Id="Rc32b0bee907c4e1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b9428af860a4c06" /><Relationship Type="http://schemas.openxmlformats.org/officeDocument/2006/relationships/notesSlide" Target="/ppt/notesSlides/notesSlide31.xml" Id="R6ef891c4b3e740f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105c65da6554c62" /><Relationship Type="http://schemas.openxmlformats.org/officeDocument/2006/relationships/notesSlide" Target="/ppt/notesSlides/notesSlide32.xml" Id="R271110b2cc26449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3aa73d5d61c4a4d" /><Relationship Type="http://schemas.openxmlformats.org/officeDocument/2006/relationships/image" Target="/ppt/media/image.png" Id="Rc3f071d9a2e44d00" /><Relationship Type="http://schemas.openxmlformats.org/officeDocument/2006/relationships/notesSlide" Target="/ppt/notesSlides/notesSlide33.xml" Id="R976fef71874840c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198d2f85f7a04bd7" /><Relationship Type="http://schemas.openxmlformats.org/officeDocument/2006/relationships/image" Target="/ppt/media/image2.png" Id="Rc71524cc7b76477d" /><Relationship Type="http://schemas.openxmlformats.org/officeDocument/2006/relationships/notesSlide" Target="/ppt/notesSlides/notesSlide34.xml" Id="R895d0aafdd23407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ebcd4cb141c844b4" /><Relationship Type="http://schemas.openxmlformats.org/officeDocument/2006/relationships/notesSlide" Target="/ppt/notesSlides/notesSlide35.xml" Id="Rcd1142ee5b94437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36ee9c4c9b44947" /><Relationship Type="http://schemas.openxmlformats.org/officeDocument/2006/relationships/notesSlide" Target="/ppt/notesSlides/notesSlide36.xml" Id="R871475dadc12422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bee8b14dc29943fa" /><Relationship Type="http://schemas.openxmlformats.org/officeDocument/2006/relationships/notesSlide" Target="/ppt/notesSlides/notesSlide37.xml" Id="R5727317b74bf4cd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200622962f24ae5" /><Relationship Type="http://schemas.openxmlformats.org/officeDocument/2006/relationships/notesSlide" Target="/ppt/notesSlides/notesSlide38.xml" Id="Rce5afdffffa8409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95bbf4c666f4af2" /><Relationship Type="http://schemas.openxmlformats.org/officeDocument/2006/relationships/notesSlide" Target="/ppt/notesSlides/notesSlide39.xml" Id="R5926f88fad56448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47929f56e1ff4fd8" /><Relationship Type="http://schemas.openxmlformats.org/officeDocument/2006/relationships/notesSlide" Target="/ppt/notesSlides/notesSlide40.xml" Id="R8bd24150216b40a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58e5a236a454570" /><Relationship Type="http://schemas.openxmlformats.org/officeDocument/2006/relationships/notesSlide" Target="/ppt/notesSlides/notesSlide41.xml" Id="R031de492ac7f4bf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7ac87c3858249c8" /><Relationship Type="http://schemas.openxmlformats.org/officeDocument/2006/relationships/notesSlide" Target="/ppt/notesSlides/notesSlide42.xml" Id="R2b15fdc034f9421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fccaa9e48aa43da" /><Relationship Type="http://schemas.openxmlformats.org/officeDocument/2006/relationships/notesSlide" Target="/ppt/notesSlides/notesSlide43.xml" Id="R722f149e6647458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06e83f0238b452c" /><Relationship Type="http://schemas.openxmlformats.org/officeDocument/2006/relationships/notesSlide" Target="/ppt/notesSlides/notesSlide44.xml" Id="R25a3bbbafe9d4f2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574c9b1ed434473" /><Relationship Type="http://schemas.openxmlformats.org/officeDocument/2006/relationships/notesSlide" Target="/ppt/notesSlides/notesSlide45.xml" Id="R55101cfedcc8423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8e533b6ed8e45da" /><Relationship Type="http://schemas.openxmlformats.org/officeDocument/2006/relationships/notesSlide" Target="/ppt/notesSlides/notesSlide46.xml" Id="Rc255fcb2a6db40e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7a2f77ee3474e8a" /><Relationship Type="http://schemas.openxmlformats.org/officeDocument/2006/relationships/notesSlide" Target="/ppt/notesSlides/notesSlide47.xml" Id="Rc381985f567e493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7ad90d05c9284cb7" /><Relationship Type="http://schemas.openxmlformats.org/officeDocument/2006/relationships/notesSlide" Target="/ppt/notesSlides/notesSlide48.xml" Id="Rd14edb706cb8462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e7136fe916c402c" /><Relationship Type="http://schemas.openxmlformats.org/officeDocument/2006/relationships/notesSlide" Target="/ppt/notesSlides/notesSlide49.xml" Id="R7181c6ed4fc54ed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09df35f199604496" /><Relationship Type="http://schemas.openxmlformats.org/officeDocument/2006/relationships/notesSlide" Target="/ppt/notesSlides/notesSlide50.xml" Id="R795eb5a66fb049b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f333ab5801f417c" /><Relationship Type="http://schemas.openxmlformats.org/officeDocument/2006/relationships/image" Target="/ppt/media/image3.png" Id="R6c8d68516b804ce0" /><Relationship Type="http://schemas.openxmlformats.org/officeDocument/2006/relationships/notesSlide" Target="/ppt/notesSlides/notesSlide51.xml" Id="Rd5383458ad67465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23b1a79371be46a6" /><Relationship Type="http://schemas.openxmlformats.org/officeDocument/2006/relationships/notesSlide" Target="/ppt/notesSlides/notesSlide52.xml" Id="R7cd7068e14114c5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1b2bc92d3334df9" /><Relationship Type="http://schemas.openxmlformats.org/officeDocument/2006/relationships/image" Target="/ppt/media/image4.png" Id="Re9dfc1dd99714294" /><Relationship Type="http://schemas.openxmlformats.org/officeDocument/2006/relationships/notesSlide" Target="/ppt/notesSlides/notesSlide53.xml" Id="R98da4357e2d74cf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f67239ef04d84e9c" /><Relationship Type="http://schemas.openxmlformats.org/officeDocument/2006/relationships/image" Target="/ppt/media/image5.png" Id="R32ad33a037744afa" /><Relationship Type="http://schemas.openxmlformats.org/officeDocument/2006/relationships/notesSlide" Target="/ppt/notesSlides/notesSlide54.xml" Id="R412d05859f144e4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1f86a3ba8954045" /><Relationship Type="http://schemas.openxmlformats.org/officeDocument/2006/relationships/notesSlide" Target="/ppt/notesSlides/notesSlide55.xml" Id="Rdfcb02c0d34747f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7d854504164f4169" /><Relationship Type="http://schemas.openxmlformats.org/officeDocument/2006/relationships/notesSlide" Target="/ppt/notesSlides/notesSlide56.xml" Id="R4be612e97c8f47c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0ad397b9fd745ee" /><Relationship Type="http://schemas.openxmlformats.org/officeDocument/2006/relationships/notesSlide" Target="/ppt/notesSlides/notesSlide57.xml" Id="Ra942295106dd493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ef926b7376b94531" /><Relationship Type="http://schemas.openxmlformats.org/officeDocument/2006/relationships/image" Target="/ppt/media/image6.png" Id="Recafab3bfd7b40a2" /><Relationship Type="http://schemas.openxmlformats.org/officeDocument/2006/relationships/notesSlide" Target="/ppt/notesSlides/notesSlide58.xml" Id="Rbcab4baa9ecb4d0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a8f5069f3b5479c" /><Relationship Type="http://schemas.openxmlformats.org/officeDocument/2006/relationships/notesSlide" Target="/ppt/notesSlides/notesSlide59.xml" Id="R84c2be0904a3450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72fc3b08d00e472d" /><Relationship Type="http://schemas.openxmlformats.org/officeDocument/2006/relationships/notesSlide" Target="/ppt/notesSlides/notesSlide60.xml" Id="R037c0791e3bf4aa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de4b94b3a004723" /><Relationship Type="http://schemas.openxmlformats.org/officeDocument/2006/relationships/notesSlide" Target="/ppt/notesSlides/notesSlide61.xml" Id="R4dd0bfb7b4bb437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aa06920308504071" /><Relationship Type="http://schemas.openxmlformats.org/officeDocument/2006/relationships/notesSlide" Target="/ppt/notesSlides/notesSlide62.xml" Id="R68b761354df34ae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07593074af04187" /><Relationship Type="http://schemas.openxmlformats.org/officeDocument/2006/relationships/notesSlide" Target="/ppt/notesSlides/notesSlide63.xml" Id="R931ba939c1524d5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8c4cc4f7b323478e" /><Relationship Type="http://schemas.openxmlformats.org/officeDocument/2006/relationships/notesSlide" Target="/ppt/notesSlides/notesSlide64.xml" Id="R65b7c3fe49c74ca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4851b309d3924613" /><Relationship Type="http://schemas.openxmlformats.org/officeDocument/2006/relationships/notesSlide" Target="/ppt/notesSlides/notesSlide65.xml" Id="Rd3ace91a85554cd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b8b3baad1d24484" /><Relationship Type="http://schemas.openxmlformats.org/officeDocument/2006/relationships/notesSlide" Target="/ppt/notesSlides/notesSlide66.xml" Id="R4d57fd71e05b448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2eaeec2d4a624ba2" /><Relationship Type="http://schemas.openxmlformats.org/officeDocument/2006/relationships/notesSlide" Target="/ppt/notesSlides/notesSlide67.xml" Id="R73e84e383e614f6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762fb826ecb54147" /><Relationship Type="http://schemas.openxmlformats.org/officeDocument/2006/relationships/notesSlide" Target="/ppt/notesSlides/notesSlide68.xml" Id="R6ac91e85a96b490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23efb26c7904840" /><Relationship Type="http://schemas.openxmlformats.org/officeDocument/2006/relationships/notesSlide" Target="/ppt/notesSlides/notesSlide69.xml" Id="R4c3c3ecb0398458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1df4c1be483f4f31" /><Relationship Type="http://schemas.openxmlformats.org/officeDocument/2006/relationships/notesSlide" Target="/ppt/notesSlides/notesSlide70.xml" Id="Rf6df11fb65754c4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9aacc718fbfb4b98" /><Relationship Type="http://schemas.openxmlformats.org/officeDocument/2006/relationships/notesSlide" Target="/ppt/notesSlides/notesSlide71.xml" Id="R432dce38796b40b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1f34d67c558d4985" /><Relationship Type="http://schemas.openxmlformats.org/officeDocument/2006/relationships/notesSlide" Target="/ppt/notesSlides/notesSlide72.xml" Id="Rc3d72e2631f54fc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d2f2f38158748be" /><Relationship Type="http://schemas.openxmlformats.org/officeDocument/2006/relationships/notesSlide" Target="/ppt/notesSlides/notesSlide73.xml" Id="R9e356187433744c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33137c8daf73435d" /><Relationship Type="http://schemas.openxmlformats.org/officeDocument/2006/relationships/notesSlide" Target="/ppt/notesSlides/notesSlide74.xml" Id="R64969b270b524a61"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c3753cdfe4e143a8" /><Relationship Type="http://schemas.openxmlformats.org/officeDocument/2006/relationships/notesSlide" Target="/ppt/notesSlides/notesSlide75.xml" Id="R53401f74c899414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d3d5b7490b74587" /><Relationship Type="http://schemas.openxmlformats.org/officeDocument/2006/relationships/notesSlide" Target="/ppt/notesSlides/notesSlide76.xml" Id="Rb2c0fb5778b94f9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79a230bd66e84407" /><Relationship Type="http://schemas.openxmlformats.org/officeDocument/2006/relationships/notesSlide" Target="/ppt/notesSlides/notesSlide77.xml" Id="R6e2c581a427c47e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35e0ccb011404187" /><Relationship Type="http://schemas.openxmlformats.org/officeDocument/2006/relationships/notesSlide" Target="/ppt/notesSlides/notesSlide78.xml" Id="Rd254ce36f13c401f"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741770b0bc3444b9" /><Relationship Type="http://schemas.openxmlformats.org/officeDocument/2006/relationships/notesSlide" Target="/ppt/notesSlides/notesSlide79.xml" Id="R7084cb2b83a0456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9912f9d01e3d469a" /><Relationship Type="http://schemas.openxmlformats.org/officeDocument/2006/relationships/notesSlide" Target="/ppt/notesSlides/notesSlide80.xml" Id="R76db97506b21485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11ffa07514604066" /><Relationship Type="http://schemas.openxmlformats.org/officeDocument/2006/relationships/notesSlide" Target="/ppt/notesSlides/notesSlide81.xml" Id="R258cd425a14d450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C2CBC47-6A8F-45F8-B17D-4C978C96B638}"/>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2DB66E10-6C59-4A13-AB63-686762AFCCD7}"/>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BD328670-2345-4F17-ADC5-F2A957394984}"/>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A12765C9-AE1A-49E3-88EE-1CA11BE65E66}"/>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B48BD34A-BF00-4DDA-9E9F-50E67CF5CE5E}"/>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27AE8BA3-F0CB-4723-84B7-2B37668975CE}"/>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A95F56D0-30C4-408D-B99D-CDDE0DF549FA}"/>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2803177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57AC5B9-470B-449B-83A8-FA1883D9276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64B4292F-ACC7-435F-83F5-4761A1D92F2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45DEFB41-940D-4EFD-8830-1BB40E06E87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1E5071B-D9F6-4804-92A0-E4CAFA8D0BB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7EAA7541-0187-410C-888C-49D47BBF8308}"/>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C5301600-0F0B-4B06-B326-4D79F33DBCBB}"/>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6220634D-870F-42DD-851F-3706A5E3624F}"/>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043EFF67-E10C-454B-A1CB-7A13D897A8BC}"/>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A84742E8-D6EE-434A-9ADA-E7B98ECCF54A}"/>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F6354163-D392-437C-909F-E3FFD7B4C491}"/>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B7582D3D-A86D-4DC2-AAC5-9ACA0CC5A614}"/>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AB732DF-CAA7-4D03-AA12-3A19AE13C712}"/>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0380C250-B188-4DAE-96A1-39229A1959D7}"/>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2F77B1D5-3230-49C1-9D7F-BD0C0E60980D}"/>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A43855A0-84C0-43F8-B9F4-E7613C2967F2}"/>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15A7CC46-7BB5-4913-82F0-D1D071D84917}"/>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B1AB959B-C90B-49DC-B34B-4E5E92C31808}"/>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311528DA-C06B-4FD3-818F-D98119499481}"/>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7F82DA02-7394-475B-B428-84C4AF4F0A67}"/>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B81BFAC4-390E-476E-A7AC-0C49D1910369}"/>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F4A3F019-7F04-4CD4-B1EC-5939C1DA9A25}"/>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D1C92034-53B0-435C-A2B8-D967597EA2A6}"/>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206E5247-18FE-4902-AF21-C18F2EBC87CC}"/>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296A1C42-36D2-46B6-B313-687D685C3C97}"/>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90470175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7FB699-FA18-457E-BDFA-599ED1FC012B}"/>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A83878A3-BBA4-4550-8972-4699F11F0485}"/>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4F1962CF-1FE4-45D8-B873-F53FF4B483E8}"/>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F3BB658C-CEE5-4846-8CA6-4E9F82834DD6}"/>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D45B0454-50D4-48D2-83A5-72CBFB25289F}"/>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50CEDC53-DD26-4F14-AFAC-D814626E14D9}"/>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197ED678-B760-4175-AE2F-9C4CACB8E042}"/>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FF1D37D9-BA44-42B0-8C0D-F246C2251F4C}"/>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14950203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73D7EA7-984C-4E37-9A7D-B74F8B3EE33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368F1E91-AC8C-4A9C-A4E0-140B9E4D05E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38422BBE-CA02-4A63-89AC-A1503AA7F98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37E3112-D2E7-49BB-B7BA-5B2BF64DECD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C2C5B4DF-F018-44A5-B34E-AA9F228430E0}"/>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82A6D46B-9BFB-41EA-9C2A-2FD0FA3D99D0}"/>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F38C4008-60BB-4228-9737-2595A2398178}"/>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96324B81-8A3E-470E-B46B-B74B3327F47A}"/>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F6E3D4C-5083-4839-A696-8C7945CC37EA}"/>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3CD39357-45E7-499E-8C2D-2CFB68760AE0}"/>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56BA04FF-E209-4650-AEF7-D38F4879E5E1}"/>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5EBA7135-2A87-4B72-A3AA-8350FDDF7936}"/>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F257008-3EE5-4BB1-A9BD-054BF978FE26}"/>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03752FED-6001-4E41-AFD6-5E511BB15C1E}"/>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3F756FA2-06AA-4D78-807A-7791166428F3}"/>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2F4D2DC3-5DF7-4388-BAFA-815F4794F3E0}"/>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0A95FFF-6335-44C3-8560-2ADB3F10E02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3423B4D-0D3D-43A4-BCC8-51C08F9D494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1950157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D8290A2-FEB0-4525-A27A-A3A0F6D6B62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15BE846B-B3D2-40E6-8034-5F8886E8471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C0134CA8-4865-476E-9477-B22699BBBD0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D380BE-582E-4646-8FB0-4B0C0E50A12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F0A50E2B-77BD-40B3-B2D1-C0B50DD03F4B}"/>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F9CF4C59-DB19-4935-9EFD-6089A554C995}"/>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E5766DFA-E3DF-4428-90DC-3BA912703074}"/>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83DF5914-0921-4B6C-BB03-9660D30FC0E9}"/>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254CF5D-2CAC-43BB-B826-F2C51E3C325A}"/>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A113C721-AEAA-4A80-8EF3-3E2B8B923180}"/>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82E63510-8781-47EB-AD6C-8D2571C1A6F7}"/>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9FA23427-3065-4EBF-8243-00473C5FB2D0}"/>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3455A47-4E06-4F62-8269-473B16E6AAF5}"/>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C2DFA970-04E1-410D-8C85-09F05352D917}"/>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219FA1D9-EF59-4634-9B65-395B3FC6F158}"/>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24771B12-3FB7-4857-9F84-EED292F35E64}"/>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024A152-D835-47A8-B7FF-191BEDC93827}"/>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2F41E721-7D99-49E6-804F-9D925A96B6FB}"/>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AC4F849E-9422-4707-BC5F-4B77334C6A33}"/>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ADF6C68A-E02F-4255-84DA-1008BB4ADD28}"/>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E583EE8-7580-4E17-A51D-864ACAE7C4E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3D99F79-3969-40D8-851D-2F73D0FB01D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8072983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80BBE9E-5017-4F2D-B871-1B9BAEB49B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E86E848B-DAB3-4D37-AC7D-33C4CC210A5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ED6A6C2E-F327-402C-8F38-533D5AA65E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551C9E-AEF4-4E76-8D11-5DC2C08323D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DC2F5B5D-5A82-4869-969B-9D593FDA1184}"/>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80BA6F8D-AB69-4D13-AE12-3C5921042BD6}"/>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AD8B8C64-A6BA-4574-BAB3-9B072F5A5BB5}"/>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F80821FA-F4E3-4E3C-B926-C92BDC593AC9}"/>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6D7E2A30-7D3D-48A4-A830-62A09847AA1E}"/>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557FD911-8D8F-44B5-963A-67F4790789E0}"/>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39B26652-14FF-4142-94AB-D0C7527CFA51}"/>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0335376C-C367-4E96-B179-45186CA8862A}"/>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535F971-7BE0-4ECD-ACF0-8838A314CB45}"/>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6DF4AAEF-FF51-4D59-90F5-6F3C07F7A159}"/>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E78ACA7F-678A-4A9D-9FF8-935779110982}"/>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FAA2BDBD-5AD5-4ABA-A73D-3F274B527818}"/>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7B4DC48C-E8F0-4AF5-8FD7-BFC1F5B78E61}"/>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848C703-D45F-4DAB-AE48-5DBA166B07E5}"/>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C1C5F950-15F7-4874-A0E5-46E0F5E486C8}"/>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C3569BBF-F90A-4D26-B1F1-6376AA7B43B2}"/>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0D9C6657-7586-4D41-B031-BF4EA5F88815}"/>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E6A54BC2-F075-44C2-92BF-D955644776B6}"/>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BC9D45F-6CA4-4AE2-8961-D7590C3DFE42}"/>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BCA63E06-C8EE-438C-ADAB-3A4F07FFF8D3}"/>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F8044885-F51F-4952-95A4-101A7BA791F3}"/>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2CCBD564-D46B-4D45-A1C2-F3FB52AFA84E}"/>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F8CB3A36-E8C6-42E1-B95F-94388A565DA3}"/>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51F1451-64E9-4C60-83B1-B3F52D1248AF}"/>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7B9E36FA-F7BF-4C89-9860-ADAE69BC3DA7}"/>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A88C8927-41B8-4E45-9E4A-106E33564694}"/>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12F834A0-CA1E-4543-A57B-5AF8542FB468}"/>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82680D15-076D-4EF5-B467-BCF3922F15B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C484C5A-911E-43D0-8A3B-1ECD6FCDBFA3}"/>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3486536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8AB19607-9DB7-4703-BCCE-FF1B2AE3989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44146421-5EE8-4FEA-B57E-EBD9FBDF495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1581FA3D-8722-489B-B723-F9DB7EF5E2A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DB6E2B-62FC-4B6A-8627-CC192480539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8632F4B8-8A01-4D09-89BC-D70967F5EAC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3730B5D4-4CEB-4ACE-8F31-595E37AC7BA5}"/>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C8FFA60E-4CE1-43C4-9281-DED591BC23D5}"/>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AEF4AD73-77D7-42FA-B223-A86D9EF37B04}"/>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D290F005-F407-40F6-9F60-A5670C8CC8D9}"/>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C529C881-9027-44DE-8836-A9FDA282924D}"/>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76C21179-BAD5-4096-A11E-A090C4DD4B08}"/>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11515EB0-FCE5-44D8-A3D8-63E483795A31}"/>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9F22FE5D-8E89-4656-B609-5C1B71EEEC24}"/>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E59B16C9-E0AA-4C1F-8992-B2475EE0782A}"/>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F966D9F5-5B87-4619-9C54-8EBAC92571A0}"/>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BAA89EA-59F8-4B6B-BAEC-8ED8D95D622A}"/>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296C2D06-2214-41BD-8472-84C9C5A12E53}"/>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436BE83B-C1CA-4443-B362-9DC47B356E58}"/>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9DAFB47-DC08-49A2-BE35-55EB92374826}"/>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0234B31-9103-4C89-B2C9-65A04D9C6CA3}"/>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DEDD5098-C7FC-4637-B4E8-5A60D2827527}"/>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DE5FD109-67C3-475D-8F4C-CD13A994E862}"/>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AB83249-4DB1-4DA8-8596-956CE9EC786B}"/>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00025D5-C665-476E-B4DB-8AF8913962D9}"/>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C0525A64-84E1-4434-98BA-3294326A5E46}"/>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28CAA6BF-66C4-4F1C-B309-F046BF243819}"/>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79C3E5B-15F1-4335-9B18-1EC2634BAD2F}"/>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847ADE5-EAE4-450E-A272-09ED7AEB6B58}"/>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D8A2D5C4-6017-4C13-9BCB-8BC357463243}"/>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931283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2706E7A-7513-4000-B0BE-9EE58E4CD344}"/>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35D792D4-4B23-4A09-A183-A891241039F6}"/>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B910D16F-B0C0-4505-B015-C0AAB284B9BC}"/>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F7F48B-7552-45CF-9997-B4942E7C63B0}"/>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131ED125-0C29-4820-A7F2-58D2F87D63D1}"/>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15C1D74-7A29-4A37-A8A6-89ABC7231F1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17555BD-D318-4411-8121-F5D4C60E90E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2C73505-BDE2-4DE3-BE2A-DC5B7AFBFAD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50AF891-8A65-474B-8429-A00258E4F45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7D757BB-24FF-4672-BD5A-A70C130508E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F072357-DC76-4C8E-A23A-1155B24FDBA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B22AE5-D8DA-4F45-8370-0B69BC27378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E2574F-A421-45F7-9422-C586DAB351D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BA9D22-C6A2-46E8-AEB3-644B0B2FC15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934872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6343316A-C1C8-4DE0-9B40-4D29B109D7D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7FCB7B6D-6BAF-4F40-9D2F-C8FB02563B3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98EF652-0BA5-4D55-9FA0-A23377DE28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691D24B-62F7-4904-A5FF-AFEE44BC121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699E6625-F5D7-4918-A65B-A5C032D657E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573FD84-5CBC-48C1-94B1-80F014486F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9FD7D02-DBE4-4E0D-9241-D1B5B3B7F60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FF946DB-5AE2-4310-96A4-E03688C79E2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F7A103E-029F-40C4-9CDE-1D1F4F8E2AE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8E2D807-1D20-484C-8792-8E2DC1DC94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4569255-2DDF-48AE-B112-644E52A3520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267BC3-6EA9-4590-AEC6-945803F6B7F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F055EB6-206E-4299-8350-95530E7934A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9407697-82B6-4C87-9F03-F18C15E2EFC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E5020F1-0642-4A86-87E8-EBDBB9A28E1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7E6AC8E7-5685-4292-A3C7-49671A3F8959}"/>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DC48403-EB57-46D4-AD7C-D338D816C0A2}"/>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7779993-FF11-4FA3-B23E-C13D2C086291}"/>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B0E638D-ABED-4174-98D7-B2D9F3B0E7AD}"/>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91CC600-AE53-45F0-9E34-120CF8E55E28}"/>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313A1A3-3494-46F4-875D-48DDD3DD3C1E}"/>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70EED3F0-32EE-4928-B31D-F05338639C54}"/>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85A46B6-F79B-4237-AAC6-E902E1591C6F}"/>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C956A7EA-1057-40E3-81AC-5F0FAB3C9587}"/>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5C8D0C25-0ACC-4CB0-AEB6-602CAB9A7F29}"/>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5B9457A8-72A4-4C16-9931-EBDCCBAA341A}"/>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032DD3D-A855-4462-A875-E8530B0C98D1}"/>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8C9CE92E-67DE-4710-A438-7D24A0334265}"/>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897A679F-9DBE-4A9C-B17E-E836C7466B58}"/>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8B57C868-BFA0-4979-90E5-92A70A1EFA3C}"/>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203787A-A14A-42CE-8805-D33BD95B1EDE}"/>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CC6D30CF-C28F-4B5F-BE8B-EC09260CB5AD}"/>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A3C02482-B939-41E4-B6E2-0380EB9917B6}"/>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1A77472E-1B0E-4AE6-A092-CA160BE2B17A}"/>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42F7BC2-B2D0-4518-9672-81CEBDC4BAAC}"/>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C4225DE3-572E-42D4-B96B-734F568ED09C}"/>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0A0AB992-F017-41D6-8C64-F9D05DA2602A}"/>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D8211461-8B16-4EB9-9212-1159380F5ED3}"/>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25D0AA54-C5F7-4465-9A5F-0A997BA96EB6}"/>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F2BFAF2F-1873-4EB4-B0A4-3438CC950341}"/>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F29ABBE8-22BB-4461-AD3F-DEF219633AEB}"/>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AE51B21E-F9BE-4701-BECC-0F413B56F30C}"/>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31314CAF-1C8A-4708-BC18-E270EF30BFDD}"/>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93A9FC0F-778C-4C41-892C-19EB8CDF7C0E}"/>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BDD4BA04-D2D7-4729-96B3-8D536B22A099}"/>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451E21A7-1CBA-40E6-8DA7-E65296382C50}"/>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46991678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F1A94714-5647-4B85-B8E3-00060FA777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BAA386DB-F308-4F73-BA4D-833D0EF55F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2FFB26A1-ABCC-4870-8A38-C8350C050DE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DD49B93-D9F3-4740-ACB6-C79D4CD079A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41FC435-3839-441B-B2F2-472D725C80C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CFA0115-B6E1-445F-9908-335367FA3F8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0B8D18B-B082-423D-A9A6-08743104CDA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44906E2-6543-435F-A7FD-671EAFFA05D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FA1791A-B6B5-4A96-B653-810BAC810A0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001D2F7-8079-4991-81B2-D43EE565E08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6C4FC71-902C-4741-A89A-F2437A22E6D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1BD6B9-2B52-4A28-B0CD-8E9D07BA68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03A71B5-6947-418F-85E8-4839E98A5EB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5C7D34-C837-418E-A5DD-935A9AF3443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685394F-178D-4171-9621-FC589B776E0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D3A87D18-3AF1-49AD-A6CD-7ECDC74E38C8}"/>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DB5BB58-DDBB-450B-BD23-03D03F9C7A05}"/>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DB45814-F6C5-4106-838A-6913E471583E}"/>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D135A09-A1B4-40C7-A925-BBCD28B82952}"/>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D4A61E0-4154-4056-9DA5-0ABFECD06F44}"/>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F49851D-5527-4B92-8DD8-704432625293}"/>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1BD19426-F3BB-47F5-BEF5-56176FCB3B38}"/>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EEA9E91-041E-4EEE-A888-F74EFD763028}"/>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399BED36-55FA-434E-9866-7A1599FFFB3E}"/>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0C9080C1-3B78-4B28-9EA0-DEE02668C29F}"/>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A1842E6A-4807-4B0F-95B6-F98E68E80C6D}"/>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5BFA70C-A6CA-456B-BDA1-9A29B3421553}"/>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74A2E633-C3A4-4199-BD1A-460EC0A6C31E}"/>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FD60FC72-E239-4550-956C-72ECD583D7BD}"/>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074F692B-6F35-4D2B-ABE4-02C2D4D77599}"/>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695421B-DB30-4C4B-B7D5-C7CD7849F039}"/>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0194C00C-7AB9-43FB-B3FA-0FDEA07B8D9E}"/>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0E9DAACE-1B68-489F-8709-FAE8DE82A49E}"/>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6336EE4F-6B04-4953-8C4B-9EDBDDFB4198}"/>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A3757FD8-D3F1-433F-B202-2B96008CFE73}"/>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1ED0B812-5CFC-46B4-BD08-457A74D445EE}"/>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1976BBCE-90E3-4B9F-916C-F66115438A0D}"/>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24E0819D-2BB7-4C17-8529-F594683A0EF7}"/>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A5FEBF06-35F7-4D0C-B0EE-B8FD85565266}"/>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E5C3B668-D033-4275-A6EC-4A2E7566D57E}"/>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B65B1AD0-0F46-4298-BDD3-53FB23B44000}"/>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C6BFDF9C-A7ED-4CE3-92CF-BCE6183E3252}"/>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F9E8FCC-EB0C-4014-AD93-5ACB55A04C06}"/>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86E19582-B4F8-4131-8214-4BF31061BC3A}"/>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01C2725E-E5FE-41EE-A4AA-0818E25983C4}"/>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A9CC757F-2BC3-4096-AE79-086ADC11E8DF}"/>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F42CDFF8-1495-4120-B893-A83354C0EBEA}"/>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C2D8D5DD-9865-4AB6-A2D1-C0911A787725}"/>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66D175C8-F115-4147-AF6A-03D0CE491220}"/>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88A52149-98C1-4F9A-AB1B-82C0DC2B0CD6}"/>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A61F55B4-1FA7-4CC3-A161-5E032037C314}"/>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CD78D145-5210-4BE0-A18C-5839D437894E}"/>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E217874A-027A-49D8-B683-D9E17EEBC4BE}"/>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C69CC5CA-58AA-45E7-A48C-396F40908FD2}"/>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FEF0DC02-2E49-420C-BD59-C8BF255F0C19}"/>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30D1C477-5BE5-41FB-AEBF-EB751AAB9101}"/>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99D47593-BEB8-476F-8129-74E6A89F991E}"/>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5BB9C8ED-A833-487B-9E42-361C8A02A2F2}"/>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4C3F1AEA-106F-48A4-A12F-89285C95D485}"/>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85261EBB-F8FC-4404-A60D-2E1B863358DD}"/>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807F0ED0-05E4-4AFF-B05A-94D3BD478EE1}"/>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DEB95743-5007-482F-8258-516BDA04628E}"/>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52685520-6476-47FC-B254-55C70AD800E8}"/>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6C7B554B-4377-4EAF-B739-C21536B43A0B}"/>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2E90D755-BE5A-41EC-AC15-164365B402B0}"/>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29609263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E8E76BC6-7F4B-419F-9CAA-6E3BD205005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8C534F0B-D770-405F-83B0-F51A29DEE57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87BF560-2A72-4716-9F55-7BD91C443EC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B47154B-BB08-450E-A646-4592C646227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2C242F0C-CD59-4553-B23C-A951F76543F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B71611-518E-4285-80C6-773D703DF74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7D6C9FD-18BC-4412-9F7B-8AF29AEC953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31AD301-A11F-422B-B3A9-D70652055B9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E59112E-4AF1-4DB1-9701-628105099AF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C6817F-C4C7-4909-A0D7-F176F7245E3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528C848-9FF4-4B3E-83E1-4C16EA0A5FF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9DC567-5E3F-456C-8EFE-4195ADBE7D8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FE6109-6F9C-4643-B5D0-CD9CAE7DA07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E819427-F538-4F91-95E9-629B72BC1C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B2A2397-5590-4766-9550-3B770B14405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30EAD681-7957-4AAC-ABCB-6A0D3FD0B647}"/>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0BCC9A36-DD4F-4B4A-A42F-05D34EDA92B5}"/>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C0854310-2A3C-4CDE-82A0-3EE3336E8EA8}"/>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A1AD35C-6E51-496D-B425-00992F52E058}"/>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9732678D-DF3A-47E0-8846-D5CB0CF61675}"/>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07F630AB-6F23-4636-859C-D49BD9EF5F26}"/>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1D6B5AA4-3C05-4BD4-88A8-D207FF28ED61}"/>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47C1DF55-7CF9-4AEE-A1F8-506F4624A058}"/>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7AA867FB-69EC-405B-94FD-9253B60AC0D1}"/>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2680EF41-2822-46EF-968F-1476A3B50498}"/>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CF8D8B72-4560-43BE-B5AB-6265B798FB8D}"/>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05EFFE6F-77C7-42CE-AA10-410569BBD28C}"/>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1B451185-3971-49D9-8D26-70305AB12505}"/>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33495A38-E734-4182-97E7-BAC09F4CD7FA}"/>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6F1BFEF9-ABDC-4B6D-A363-F70EAF08E1A4}"/>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1C36673B-BEC5-49FB-A9FC-2591E691B336}"/>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F81C953B-1997-43E3-AD8E-2F8559E3B800}"/>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5A801E2E-17BD-4740-B213-6B990C8E1345}"/>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8A484361-194A-4E99-A7AC-481C4F04119A}"/>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0554D961-C608-4680-9657-45F5CDEDD75A}"/>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DFC286C8-A0CF-49CD-BD5D-655368307161}"/>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90FB6E2C-113C-4A59-8A3E-A2A0C5DACC7E}"/>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E00E9599-084E-427B-B10D-7865CA259AAF}"/>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F538739F-8514-4A1C-B0C1-DA5A2F230613}"/>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DCC0BD9C-6610-4254-8962-3EF9A5A39F9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B012BE59-01CF-4401-8F1B-A15168FBBA8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59886142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07EFED16-2FFA-4222-B53F-1BC5398980D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DF14D453-0218-4A7C-8ABA-F776D649A5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698E85C-E114-488C-BEE9-D56968EA5BD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3C2A44E-9915-4E74-AA97-849FCFCCF32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DA55B9EA-AEE5-42D5-8FD2-07AEEA8E093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53D59EE-5452-4E3D-A6D5-CBBAB1146FF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8663448-D442-451F-82A4-8C31A9481C6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F614E3-6BB5-423F-873E-F66F5FE81D3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21D55DE-99DB-40C4-A414-81F00EF863C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61948B-C989-4B41-B39C-E0566022EDF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AF6C673-9384-446A-8FE4-CB97CE748A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2E0231F-4019-4D69-842C-BDAFFFB5198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993622E-34FF-4AC0-889A-B07168A06A3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DDECE00-3536-4513-8456-56D8F460F02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67AE2FD-A9C3-40A3-BB53-F9AFC283381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16F95296-206E-4360-9E8E-5EB351C4084A}"/>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5AE82196-29EB-4852-A2F1-33F367FBE9F3}"/>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5453ADF0-0DE4-4C41-991B-668D15A37856}"/>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3455437A-90E5-46D3-A88A-CD49E5264FAD}"/>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9877D85-30F0-4C42-8AFE-BD3D2946253C}"/>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9A35136E-1866-4688-AC73-9FCE69325FAB}"/>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4B96DF84-B7C9-4A2B-8E99-F90DBEC5603B}"/>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1287810B-F67C-47A5-A01D-278A0F4971FE}"/>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B745829-B51C-4A3F-853F-2419B60C0125}"/>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583189BB-CFE2-4DDF-8CB6-0D26E29E1D8B}"/>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CDF8EB4-BCDE-4A37-9D48-4E248895B5D1}"/>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9B281D7A-63CB-4841-A3B8-8C0AA6DEEC02}"/>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FC52C25-EFAE-4867-8F29-6F1846037018}"/>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3D5AB449-41CB-4CDF-9F75-2F1E8F84FB8F}"/>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2F459642-4655-46E8-A9DD-9523E2680248}"/>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B7DA0303-BDC7-4C82-9707-8C0BC1922099}"/>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0C8F956-CADD-499F-BDAA-6E53AEA3A552}"/>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A6B0E0C0-B73B-4097-98E0-928AD2B6F5DA}"/>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F6363EE0-2C8C-4851-9A9B-93B5EA8EB547}"/>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3840C290-8061-4913-8EEE-8CEBF2C931CC}"/>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7A38229C-6C04-41E5-AC4B-B908BAA29FF4}"/>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8ACB0D9F-5CC7-432B-BF43-8D2CC4BEE2F6}"/>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EC9BBC66-5C98-4271-8EE0-ABE28A7B7B68}"/>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64375FC8-1646-4C34-89CE-57BC2ED278A6}"/>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3144278F-7C7D-43F9-AC12-8C5BDAE4251C}"/>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80D0F6D8-2810-47FB-B2F8-82EF7DEC02BA}"/>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EC8EF67E-A30F-465A-9292-A58D33517854}"/>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893924D-403D-4C08-82D0-008651422D6F}"/>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30127367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6A743358-2C0F-40CF-BA59-17D3D684874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03745FCC-05D3-4319-A258-5C14973EAFA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300318B-346B-4C88-9BC0-45E6E7DC309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D832A9D-5895-4DFD-A988-BAD0335F1F5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6259B8FD-00CC-4FB9-86CD-56674111CB3D}"/>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7F63654-FA6E-43DC-93B8-547BFC9FA4C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2C58633-9731-44C3-A546-35766F6FD89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221A0FF-9791-4B1E-B1BC-C1377E77C14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58B1D0F-F0FA-494A-8677-E85EACED9DD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E17B2C-03A2-4194-9EA2-EB1EC433745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77ABBD0-2198-4B36-9265-79161963EB8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70F27C-B632-4F1A-A002-D90466243D4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8610064-F4C0-497F-BD05-AC43BECBE15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7694A15-7456-47BC-8073-B082DC2AD3F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3757B60-0BEE-4F8E-8B3A-66D202D464C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D6FF9E77-B943-4979-B337-5114434B7BC4}"/>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71C8FDDA-A2DC-4978-84F1-B19F8FB639A3}"/>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B0293D7-ED88-44FE-837C-6E47EC08F6CB}"/>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80B6282-1120-4C5A-A210-B9CAB31C49DE}"/>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56187C8-4A13-4A6F-81EA-5CF4D16D4244}"/>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22E6D035-047E-48D3-9FFC-296BCAEDF1D4}"/>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CA989A6F-453B-4733-9C4E-59C0546A2E60}"/>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B175D57F-9734-49A2-BECD-9FC308F04D1A}"/>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F5789A01-82C9-4D04-8767-23520B1098E3}"/>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16EF7361-A694-4930-AD24-8C598443DAC0}"/>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465C7757-1212-4FB4-867C-241D69F2904A}"/>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141EF3E5-14AB-46F1-A7AB-8557D4C32696}"/>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4588D975-8FB3-4B21-9CCF-E9F6252744B1}"/>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6115B621-EE72-4550-A646-70C8BDEB56B0}"/>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3B9B1555-2298-4F12-9FD2-BE585D0E0AB3}"/>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EB3DD24A-3B77-4339-B45E-0FD1D2D07A82}"/>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6464D662-FB3B-4795-8E05-AFF2A6EE20BD}"/>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0B527E9D-27E0-48B4-807F-E1A5CD3BEED1}"/>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CB3D330E-6AD0-4ECC-87EF-8E5B9C979BEE}"/>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A313377-B7E2-4019-9172-9BD8FEC29D49}"/>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82482C1B-368B-49A5-AF42-E8DB967B76E3}"/>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5E42D82A-FAAE-4BAA-B35F-E37A2F90AC47}"/>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58752015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AB8C7BA-9F07-4A70-9AE3-4D831B698F8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2C9BEBE1-0DC4-4FE0-AB58-EFFF6A2EF37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3161C97-0281-44AC-81E3-E6AD6D245AD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1A92665-F523-4050-B454-BB796168115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3088697E-4479-4738-8852-6061F96A182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A90798-4953-4C08-B3B2-DE721BC733A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056FD0E-60AC-400F-B921-5D9B332605A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311537B-DE04-4237-9FE3-C89D105D450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61FD711-961D-4C79-882F-2FEABDCD724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0B237AD-58C5-4CA6-AED3-2A4E5EC7FFC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08F8F4D-1492-40DE-8F54-3AF6D984CFA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107798-4D71-454B-9708-75801094590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2718455-0C5C-4D49-A38A-65D9478664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2776585-8C8A-4FC2-A414-53FAE37F5AD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FAB104B-EA6B-4307-9C12-486F5BD5B73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71F740D6-8AEA-4877-A6E6-0134CBE94B3A}"/>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3D4C6C5-9FDC-40F1-BCDB-1807023EAE80}"/>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52B0D5CF-BE35-4C95-A572-F23D4575147E}"/>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A723C6A-C388-456D-ADB8-CCDA72FE5773}"/>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4EE2C05C-9FBA-4C0E-BB82-C3D4BC817E0B}"/>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341248F9-B8F5-4B82-82E1-0A9A77FA1EA3}"/>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FC0F0F0F-ADE5-4589-9140-AFFABD8EACFE}"/>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09FC976A-0709-46D7-A2FE-F94E34F04624}"/>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E4DC747A-3A04-45A8-9977-01F41EBC51D0}"/>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76F7A8D0-6711-4D6E-B881-8F0242687D81}"/>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F486C0B1-A292-433F-8629-67707CAC83CF}"/>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BBC1DD15-4D4B-4EE1-8223-8181116D0806}"/>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DEDCF71D-1030-4C0A-849B-7611F3EE3D91}"/>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6FAE7FF5-D292-4A38-909D-53C5624EBC87}"/>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3EA571FF-1962-478B-8411-F7014CD0F6BC}"/>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D5CB6356-FD3F-484C-A0A1-66CD1BEF6FD6}"/>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45C9B7BC-8270-4F61-B9B5-728A3288E2D3}"/>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E21AAAD-A6DB-4746-96EB-0FA2961A255D}"/>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38354788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46BE5F6A-581F-40C5-81B8-5B3E4DCF6B3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A973D942-E6C1-47E0-8329-9E332F58168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DF775A8-F230-4AA5-A55D-C61B655C512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805F97-5BC9-4404-BFFB-654518D91DD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CB83E56C-C913-4BBE-8769-4FC3A651CDED}"/>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AFFAF42-E128-4084-B92C-96609D95E2C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9316F4F-3FDB-418D-978E-08DD4ED0351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DE4DCE0-B92C-4F68-8C58-73AFE8F85AA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8BE306B-91C7-442C-994B-AADE4CFF430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31FD4F2-0CC6-4FEE-9AD0-B8DD04CB9A9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C4BF174-692D-430D-BDAB-64474B598EF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3368EB4-C450-40BE-95B6-116276E8032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BD92C6E-E77E-4085-82E6-59D42CADA98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ED7A988-BDB4-41D5-8329-DD68BF77B5B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95DACF1-C622-4015-9E47-3EC6F494B9F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B7638A0E-B0A3-4380-A686-8E6CF256AC16}"/>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2BBA9EA2-7D39-40FB-A2CE-4EB4B9472D9B}"/>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66BBC500-B4AE-4DDD-ADAB-0C318D87B62D}"/>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30D496B3-7ACD-4102-B23A-5222B7DA474C}"/>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22A0ADE-E4EC-4833-9324-D519342A1237}"/>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8B61FD63-F453-4ABD-94CA-DC57A6B367C0}"/>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DFE7BA8-A401-4673-8A66-D08332064F64}"/>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64AD9DF1-6A35-43C2-84C2-8323BAF0F218}"/>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A95D1D0-1A1B-49F5-8CB4-7400D9D2E0B5}"/>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DE870AB1-0F72-4A27-9F69-39E6564143D0}"/>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25CB0B65-008B-4D1A-BE7B-A6822FCE247A}"/>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389F0D47-CCF5-4640-B0F0-C5471863F42E}"/>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985E9F3-F284-4678-BAE8-879E11B5DA90}"/>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A27DF5C6-4E98-48F6-A0A1-E935F579FC23}"/>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E12C65B-E728-4901-87BE-7332A9FD4745}"/>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6FEB5C6F-F658-44EE-8AC0-CDAD12C9901B}"/>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A212D53-CABC-4D99-A0D5-42F2F2E3FC9D}"/>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2970EEA4-0933-4BA1-AFB6-929ABCDFFF1C}"/>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2A4C79F9-26FC-4C7F-88B3-E09DFD712824}"/>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E6C312C8-0CA4-411E-A158-398203319A73}"/>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97B61299-07B8-4D16-8EC1-4FC1F60600ED}"/>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BE0C6A9C-61A0-4B0E-AE7A-8025B04C6E9B}"/>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9B216655-3C65-4068-80C8-F4BAECEA4E5A}"/>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EB3D4FF2-0DC6-40EC-9F9F-88BA4D9C0C46}"/>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E789EE87-4594-4D46-8B41-575A3CE95304}"/>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98F554C1-1B18-4F57-A21F-3F845E1259D5}"/>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9103DC6D-2D54-411F-B025-C4B699E44C8A}"/>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1F039F9-F6E1-4AEC-86FC-CF42076D1591}"/>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2629FE37-3B7C-4EEF-B4E1-580153E180DE}"/>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C62986E6-9E83-414C-8D47-A4C9BDA2A7EB}"/>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B2074E5E-9595-4FB5-AD2D-E6494336D85B}"/>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A335B3A-1A98-42B5-B1DC-05CFA6F426CF}"/>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117612C4-EC24-41C0-8A5F-C6349D85B142}"/>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072F90B4-7F47-49D2-8980-A903270B33E6}"/>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104610C-19A3-4B4E-B49C-9C4A413CB4EB}"/>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2668C4D4-FE0C-47FE-9CE5-813914AC1457}"/>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64318F62-25F6-4C98-919F-4B744B107EB5}"/>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3024CDCB-3424-4E1B-B27A-FC2B63B82982}"/>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1BCF172A-741C-477F-92C8-FC7B6C1FC8BA}"/>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BE5876CD-D55B-4947-9602-E8DEAC978258}"/>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FBC2DCC-1A0A-4EC9-9841-595E3799DACF}"/>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82577860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B63D3A7-1D01-4CC8-8DB3-2AC0C3926527}"/>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AECD35EA-428D-47AA-9871-3D292B0A2BE3}"/>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C623C6DD-7FAA-4F06-A12E-5C76B1164015}"/>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BCEC30-DFBE-4D1D-A80F-304E3D646C27}"/>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BDD9C743-915D-41B0-861A-6580A0862FB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D49FDA3-C521-46A3-ABE2-CC39B9C6623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ADB5BB7-F6A5-4085-9CC4-C0F6558A801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3BD6FBB-8342-4F9D-B38E-BFC52139096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312FCEA-4F75-4253-9E02-EBC4EC4ED4C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F6C69A-7876-4927-8A92-5CDD12E35DD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44B28F2-722C-42FC-ACB9-DD08B6AC77D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27A1EE-FE31-417F-A8E5-B19400067C7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B067AD2-83DD-4705-AFA6-7C88E633EA8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96DE58-82FF-4DAD-91DA-AC5B36E4F5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7181779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166BF95-5EC5-400A-98FD-A9520EC8241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B755A7D8-8402-4CCA-810D-F6158E32B8E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9364BE13-2248-40CA-889E-1A05BB9667B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41CE2F-7B97-4792-8B5B-C1D55A68E8D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6C8BCFDB-B2F4-45B5-92F7-5B18198F7CD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7D9EF07-5BBC-4508-8060-05F5699089D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1849F19-FF98-4667-BD97-90E9096E57D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72E5DFD-FB05-4442-91B9-D5C6CB4A162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A5A812C-4C20-49EA-9C77-DA418C05E43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951D656-DBA6-4F2C-8D68-4C4CC8579BC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4943556-E1A4-4B5C-8F4E-EBA6779DB45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AD8FB47-6CA8-4090-9552-C7E1652DC57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4424044-7BF5-4069-8D41-D3843C07C45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088F1F-DAC0-423A-9517-5C356A806B2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5DEB274-2A23-49D6-9227-86D40E59A9F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5F2B9AE6-9ABE-45F3-9706-3B76606268CC}"/>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E93111C6-DD2B-4D63-8BD8-A593787D9F2A}"/>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1B77CCEF-CB9C-48FD-9A12-EFF834E28074}"/>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487C15C0-A0E5-4B1A-AAAD-8F623EF6D1F7}"/>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3599C18-A4C4-4F5C-8F30-BE55F0AE40CD}"/>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6BEBB7F-9D02-4258-A935-10A21FD389E6}"/>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13EF53BB-3212-4264-8AE1-4A057DDDD796}"/>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DB500DC3-793E-4DC2-B911-E66657C2AB10}"/>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985A22AB-4105-4E7D-8E74-8A0CFFE3586F}"/>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DA54F01C-41EE-41F5-8CD4-AAD20DA77355}"/>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E646A7A-FED5-4DAD-9D50-CC883271088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0EF2D5D-A9AF-4C84-B9D3-F508214D7325}"/>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59635716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17DBFCDD-76A4-4225-9C08-246739DB933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4BC87CDE-B9B9-44EA-94F2-974FB847B90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66F381B1-3190-4ED2-93DC-F0F7612EA85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5AA05A5-4531-48E2-A1AD-3847A3A4F1F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FE314836-821C-436B-9128-C89499AE04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2331BA-9046-4E77-9CC8-7AF29AA30EC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CD97E6E-3D53-4733-A5E6-15B41E8DC6F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46CACE-FA31-47AA-A82B-919A14FB78F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9BC188A-4D1D-4067-92E1-F8C9ADE6353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D5D926F-567B-459A-BE44-ED6B63B785A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ECEA6BB-AF80-4004-B8B8-E2A7A8E1C0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7CD714A-6B25-4296-9909-64EA722FA10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FBC38A-2BC4-4E19-9044-A40D5CBB2CF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9C713B-C34E-44C9-9902-871ECE9A0B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8DE12BF-EEB2-4AD3-BDB0-C1C8614FF0B0}"/>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FB11A538-8C2B-4CA5-8AE3-0218794A2795}"/>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C7F37E8C-81FF-4FF6-8DF5-2AC56B9CD64C}"/>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F2703F8A-A39B-4228-A468-BCFE094BA7EA}"/>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E047C49B-1749-4721-B04F-525A56CA36C4}"/>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83BF108-683B-4AB7-AE7C-EA149AF5F995}"/>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28FCE77-13C9-4251-BA83-58649BAC29E5}"/>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6B4F45E0-1A05-4FCE-B582-EDF6862050DA}"/>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7C40FA7B-ED9C-4717-8A8B-F5EE5F8F409C}"/>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E0EDEFDB-22DB-445F-8509-A5C0AABB7BE9}"/>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E42C92B0-0063-46FA-89FB-46AD9BFFB5C3}"/>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6AED918-5A43-48CE-B8AC-90AEE6056268}"/>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F18E1AF-4D71-4223-97C0-5635B93EBA97}"/>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78B04C89-1CDB-4637-BBFB-49A4623D7072}"/>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D24A039C-74B2-4494-B890-432872422D5C}"/>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3E19DC91-9CBD-4033-AA4E-897DC29DB698}"/>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D91E9059-7B1C-43BE-9273-0DB7E958E173}"/>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9655EA1-DE53-4D5E-9597-48939BD0ED38}"/>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D9C5AE4-76D3-4872-9E7E-DA2C1EC992A9}"/>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DFB887F8-C0FB-4BF8-ABC0-CE0435359AD4}"/>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ECFE27C4-6D37-4FD5-A3DF-959FB23B612E}"/>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785E8CED-D6FC-43CA-841F-C4E637ECAD48}"/>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AECF5A8C-2B75-4D38-AAAC-E1BD27EF8938}"/>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C4F21E4-0788-4F26-A848-DD687A5638F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C1BAC862-AE6A-43B7-8E60-F140689523E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6778692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E7750F3-D19C-4619-99DF-175B29EB47B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2524EE4A-7699-449E-A1E5-A1E0E0EC7C5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9DEF3457-0E0F-4F1B-9EF5-F963F2A5DF8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E0618C-A952-4C54-87BF-8554F91D8AA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B5A33D8F-9351-4F76-8A0F-FE99CBC1FCE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0739C97-ADE0-4627-950D-E9CB0B24157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1DDE86D-0AEF-4318-BA79-CB910E87698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A9833C-B619-4ACD-8D21-48E61911B1C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5D8312A-5C56-46E8-B1D8-8BB615DFAA0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30B2B61-9D12-448A-B6C8-ECF78DD4282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68B1696-EA59-4FBA-84CA-DB68EDC4D8F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10A7B9-71F4-4AF6-8286-7581AA4446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72CA8DA-B96B-4948-A436-AB14744117F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CB96DD6-8E3B-4850-B576-243FB1FF4FF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1E9F9CA-D8FE-43AA-AA6B-5833DFBF6A5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FF118F4D-2991-47F7-B520-1351858249F5}"/>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0BD45EA2-4010-4E1A-AA38-6CE6E3D26E82}"/>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A69E52D6-9243-4259-BE15-D2EBBC224D41}"/>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1C41BAB-45DB-40E4-BFA2-877B7FF2F6BA}"/>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B0F2931B-8B80-4AFD-BC98-1D4A755322B3}"/>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8BFB2BC3-C2A3-451D-9118-74FF820877DA}"/>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69F29C44-252F-409C-981A-D3B66A20E3C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50F7BED-8F32-4524-8767-37D92C6B9238}"/>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080434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1D01A47-948D-4584-8234-E1F407BF037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94D4B424-E5DF-4241-9F2C-39172E431D4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641F5F91-6173-4C1A-B146-56922C8FE11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1561DC6-7129-4E5F-BDCD-1BD08AB04B8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704CB50B-F169-4B24-92E4-4E3168B97FF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1698B56-12D8-4855-9D55-377E516D89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8AD721-199C-4DD2-8F35-65DC978E9A2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5636987-9705-47BF-AEF1-4BE083B08A4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9FDE32C-8A1E-4E1B-8B7C-E91E714B759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F336C4-8F0C-4989-BC8A-86E3E9BC016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F94E9C3-6AB3-412A-8AC3-0B00BA8B99D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FDFB55-F511-4BAC-B09B-F9CEC2C3B93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1FA5447-3578-4E99-AFF3-733A771D51E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F2E26F9-FF4A-4A1C-866C-B04042F3506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5CD3715-1B0C-4496-BC94-AD1AEE467F3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16FD1AB8-7A3E-4B57-A333-264921BCEF20}"/>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D55DF813-3B15-4BC8-AACD-EFE90504D1FC}"/>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DE8A329E-477B-4483-AFE8-B48678093857}"/>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5BB3A0F7-B221-461D-94E6-B11AD537F925}"/>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70053CD4-D697-4812-A0C6-7DEC75D0763F}"/>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97706282-36C0-42FA-B52F-114191C2E619}"/>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795B758D-C850-427F-AE08-9590FA9D976F}"/>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258F9BC4-6AAE-43E7-946C-FCC64F847C30}"/>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044494D3-C88A-4F09-B7D0-027D8377D208}"/>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9CA85ACC-2E4D-4CA3-9128-E81D2AB4CB1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FD93AD3-B261-42BD-976E-11CF6F076F4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53126679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8D676D4-E439-4217-AACA-E40CE1C8558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EABAAE21-0FE6-4E34-AF6C-60607950B36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5C19FDFA-CE0C-436D-A9F0-0A017192CF5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4DDC727-AC43-4737-B722-51CB1C82A9E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892AE085-CAE4-42BA-8A89-3D6A1866F65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55DA435-297E-48D3-A628-83B7029FFDD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3137483-BF06-426C-B832-280BE421F89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2284BB7-5440-4960-BA0C-855071825AA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1DA277E-1F4D-4CC0-991D-D51EC9305B5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B067D34-5043-479A-82E0-8F98F125C04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9AB0140-C80B-4FB3-9B69-F461B801205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5E08C67-3F8C-45FF-83CD-3E780641133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5ECE48-DC39-4672-9D94-975F396FBC5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7DFDEF3-E986-4644-AF54-2198D2EE1B4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62DF9E2-1B8E-4644-A8DB-2B1B35EE7732}"/>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27CC5F2B-2830-4D2B-BF50-01284337CA28}"/>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2787DB11-9244-49ED-A777-60C78E6272AA}"/>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FAEFC46-8856-47EA-B51A-A825EC815066}"/>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AED11124-4508-4822-A0D4-6BF0A73C779D}"/>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D55DAC33-24EE-49C8-B2D8-C4C4239C5455}"/>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81BBF2E-F609-4614-B41E-81EBAF2ADC7B}"/>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92C13748-E6CA-4FD7-A830-BC29D9C503C0}"/>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566C031F-A676-49E3-9866-0F139FE3D058}"/>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2F885B4-04F2-48C5-8A5F-60221F04A35A}"/>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7C8E9D30-F5EE-4763-9C41-005F4B1FE602}"/>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CED11A43-4B42-4F7C-B7FB-31C34414A303}"/>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1AE9CD5-7DD9-4568-9809-04E9506B2B9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1A1FDA-A117-4FED-9283-E962E54A5B8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35950671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09153E6-422A-4A08-BFF1-64D565CDF5E8}"/>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EE1C4235-B6F5-43BB-9AD5-C1FA601F8D5C}"/>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7F90E972-AE57-497B-AA0F-F13EFFD84ABB}"/>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70AA67-06F5-41AA-9870-A6A32B43A646}"/>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294DA4A-E7EC-40CC-881D-2BF2E2B660E6}"/>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9546AFD9-3034-4E92-84FB-0570D8D910E1}"/>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10A66FC9-EF7C-46A0-B994-2ADE13DAAE14}"/>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F313F5BA-7807-42DA-98A7-8527B1AF5BB2}"/>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F3CE135-F899-4FCA-970D-4DBBC3410125}"/>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CC300E0B-A715-4F39-B985-3221D4BF85D0}"/>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9BFFC71C-2656-44E9-9EC8-B47254E201F5}"/>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366F73C7-F68B-4508-B9C8-47CE627BCEC1}"/>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34AB8541-6EE0-482F-AD2D-F9691BE941EB}"/>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0911B7E6-11DE-4777-93B8-74227B5415A5}"/>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77FF4D95-4A1D-47C3-81F2-9E3631689903}"/>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86937E40-A33B-45C3-87C1-F8C49F59C807}"/>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00CFC6CE-5C6B-4C55-80DF-60DA69891463}"/>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79C0BFEF-7E4C-4E94-AB33-92C78135CAF9}"/>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1E3EF4E8-20D7-4E35-982E-B575D9B58D59}"/>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BF2D9FFD-4317-467E-BA05-6A36BBAD862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CA288C-70AD-4C34-A302-9122744FD61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A8ABD174-EBFC-410E-9739-A2D41D86B30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FADF78B-905C-4118-B620-29EAEBAC0B5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A5B8C3CB-EB55-4F51-9DEA-19C7DA965B6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2285E93-54F7-436F-84B3-BCE1B2C1AAB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06686583-7611-4227-82DF-91E65E6C467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FF043F7-7890-4B77-B957-C5728BB0FEB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F6E0F969-F53C-4D52-8975-1062DB82496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A9331A2-8C3C-4630-9A8E-60323FD9F10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42748746-E63B-4338-A9C9-73C861ECB44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671261C-3308-492D-BD37-EECEE52B93C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5402887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623B1E5-0ED6-4978-874E-4B6A1B1E069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E05255EC-5C54-4310-B63E-0155B37641F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D606A3DC-EBEA-475E-A7B7-B3973C59A1E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8B9D6B8-E5BD-4619-BF67-1F723A3AF40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219AFC94-D5B1-4D50-AB74-1F40E22BCB9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921965-5EF5-42DC-BA7F-42EA3B091CF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6B05AF3-E903-47A4-A3E3-B63DD60F6A3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F010D67-0946-4841-BF0E-BE97FE615A1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F296BCA-9866-4223-8CF2-9BBB6225C9F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14AEDB0-3A2E-4F55-B755-4484B7B16C2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F9F8A02-4340-4C4B-A03E-8FC28AC264B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F7E9857-5CAF-4696-B713-486B42B5F33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B608348-30B7-4F5E-A454-BD5C728583C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C105ED8-E9F9-432B-852C-741A070069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AF3A9EE-F14B-4ACF-9B5E-99F2C28D883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8C94E15F-03D9-4C42-B559-BEA693B068EF}"/>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D6FDBE0E-CD7B-4FD4-93D4-1212E76FDA91}"/>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109F2839-1A4F-4A47-8294-515507D0F946}"/>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914136C5-775E-4702-998A-E89D752C514F}"/>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7F564AC-7FD7-4447-B76C-D4F45F3B865C}"/>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941EA174-11F5-48FD-9525-6D193D78C5EB}"/>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ACC49DD6-8A50-4469-A798-EBD18F4B4C11}"/>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0D6E944-BEAE-491E-ACCF-3AF2765874FF}"/>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6CBFBE7B-46B6-4B9D-8FE1-733203D5F39E}"/>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868A8CA6-CFF3-4666-9A2F-75C3F98C5B74}"/>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3472210-12BA-4B3E-9AA0-CA1B196F2667}"/>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FB301F92-BDF0-48E6-8E12-8AB5FD0DEF11}"/>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53EA0C3-8E69-43C8-B060-FC3AD224F371}"/>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D6A0E4C-047E-4F09-B3E8-10318DB516CB}"/>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8012564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FB7F7B1-B943-4141-B8CE-A1CBEC59FE4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534593FD-E14D-4AB5-B37D-CD8C9BC0D38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F5E1AF20-8B06-445E-B019-EF0C24BDC94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DC599B0-7DA7-46AE-8706-181334A94F9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94338BC6-958F-4AF3-BB0D-ADD3EAA9572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53F407-09AA-4A44-9942-107E1B4B64D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9E72997-7810-4165-B1BD-141DC1684C5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853A456-BF10-4B05-9796-01BACC8FD46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3323DA-D13B-4327-AA07-0AE0D0E31FE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1311411-AAC0-45BC-AC9B-675383D7EF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D0EE484-5BBB-4F50-B3FF-74C134BA98A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B152863-5DD1-4BF6-A0FB-6681A22CCE0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B91A72-8474-4FEE-B399-82EBBE1D3C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1335E79-4794-4D08-871F-E582E631F17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E156AC-B918-4CAF-AA68-BF2AA47DA2C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BEE455F1-71C8-433B-8EF9-9FB2A7C61EB0}"/>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049DFB19-37E6-4A08-8D6C-4166A7B0D1A2}"/>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AEA020E2-27E7-4043-A41E-5D273FCB5A4D}"/>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B1644D9-06F2-4C75-AF20-A0BBD80A4B15}"/>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FE2D72AD-4571-4C5E-8B72-8AC2BBDF55D0}"/>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04E77780-EAC6-4555-A4F3-29624C23AAED}"/>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88D216B-946C-46DB-B3A6-48EF1F3C3A45}"/>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B8E6745A-7346-4167-8B42-2645EC456B79}"/>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113D970F-3A82-4636-9CD6-804BDF54687D}"/>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BFF35CA-36FB-4583-9BF4-C855AC279D20}"/>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205354482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9EC745C-9257-4B46-B43E-64E4B7CB620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2664536C-E976-4AF7-8EA6-4B62737922C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410C10F9-16E3-4754-AEFA-039AB645016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068AA1-2CB5-4302-9F17-2E14A5197B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E127F3FD-CD2B-4A37-8E7F-291E11CA7DB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E097D88-4C72-4685-BF31-9F9E132357A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4C9C562-0F08-4515-8587-D7ABE4B7DB2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8193E75-66B5-4E8F-AA86-4EB951A8945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A3315DF-884D-4C61-AA8B-021EB9B545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47660ED-0F81-4F9E-B1EB-5D30988DF05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DECAD12-9938-454C-B85B-21DCBA2B51F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7DDA11-1DD5-4A2B-B760-1E73938ED0F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5E38428-E655-4E8F-BC64-3708871620B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517620-EA60-4928-9E6C-4FE8EEA7091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C77258C-A159-4B0E-A239-0B3978DAE96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46008F5A-BD4E-4704-B702-78C201D51F8C}"/>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8989F3F9-564B-4E8A-8EC1-334A59A057B4}"/>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9FD5D138-B090-4CFF-B8A9-C081CA5D7396}"/>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05C87C2-275F-4BEB-A49C-1271D685A84F}"/>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8D352606-30D3-453F-AEE3-4311895573FB}"/>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930C2586-9393-44E6-8AA8-6ADA804E20AF}"/>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2B14293-2A56-468B-815F-AE00F1A50311}"/>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31343174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8FC6068-E8BD-4710-A0F4-2660CA07DA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BF3A6523-E849-42E6-A6D0-F75F9AC0B87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5094CF43-5FBE-452A-B4B8-A179B673E5A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CE57B5-C2AC-4181-8873-A42F569508D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ACB4DE96-608D-42D5-90E0-8BCF629C01D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DEA312D-FE37-44B2-B8F9-56118A4A14C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11CE9CA-CA9D-4BAF-8BD8-47CEFD886BD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3B7E138-FFB5-4184-8778-0110BE03BB1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43E2099-62F8-4F45-BF57-CF0B5B5AD28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01A2A9E-05D7-4F20-ADB8-1AEFC6D80D2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3BD8B09-3063-40F9-BEAD-E601C5CB296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C6B3CB7-1AB7-46B5-A03F-0705A8E2DCA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2B57B5B-7506-4B81-B86F-DD525DEB6EA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986B688-D6A4-4255-BF5C-3FCEAD02C21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EA92466-5778-48B9-9DB3-308D2D49A95F}"/>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6F93E720-0490-437B-8512-66334F144A23}"/>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8CC34BF2-52E4-406C-A927-14494ED7188F}"/>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1BBE0B31-7789-4917-90C6-422F42B829F8}"/>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50279A1-CCE9-4B12-9082-D53637028407}"/>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45543CFF-A818-4962-8ED5-251DDE325F60}"/>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7DB3CA7F-B014-4475-A6C5-383D4437F60B}"/>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18A53A4D-2074-4147-91CE-51B9DA6E18D1}"/>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7B3D38E-0732-45FC-9E47-9352E5D96B1C}"/>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56835340-B667-43F8-9BF5-D1CCED6CEE00}"/>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CCE884F7-B28F-45E0-85E0-2E30AF9B06D1}"/>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3397C379-A86F-4066-B909-58946C91AE4A}"/>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1341FCC-1606-4D26-A436-978A63077DFC}"/>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1095EED6-D97A-401A-9141-C3EDEADD26A7}"/>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5E56EDED-0FFA-477F-B368-2B6B30294DCB}"/>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3F0C6F5E-EB13-4B6D-ADC2-2D2418560D4C}"/>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5874C7B-39A8-46FF-8D69-C4DEA564CB50}"/>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C7464CB-E417-424E-A0AC-84CAF2B7FE8E}"/>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58779422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4D63799-73DB-4D39-9C0E-26C9680BD7F4}"/>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7CE8B984-4150-491F-A3E4-CA148716C4EB}"/>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DEDC164E-FEBF-4BD4-B199-79CBED1C16CB}"/>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F4434E5-7E94-440C-8144-13556C2EEEF0}"/>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10907C99-2B60-40EE-A6BE-746685715C6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FA01520-75C9-407A-AC0F-DA3E9C815C3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2A68CA6-FCEC-4DD2-88CF-08F357E3CB4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768B680-7F07-4F8B-BD30-1257FFC339C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5563D47-C7D2-433C-B772-904C1D66856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41450F1-4838-45CE-B4F0-331C2B474C0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53D4BB0-806C-4276-A858-9288521FE6E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AB2ACAF-4694-4236-B0C0-E9BB53702C7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53CD5E6-19A9-4363-972F-179F7076405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E356CB2-0E41-4C7B-A3D6-39AF0DE13FC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3734944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BB15E4DC-D4A7-4BB0-BC4C-05C148BA274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A6B5A20C-7E38-45B8-BD7B-74EC02AD4E3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F3EC76C6-63B8-4C27-B7E5-E4F5D881C3B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546D9BE-044C-420A-8001-C217CE011D9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14CBFC06-F596-43CC-8405-48A911D1C5C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7ABD530-0406-4D3E-B819-F92026B46AD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327AB0C-7C88-44A6-A11E-1DD23606C5C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D8E34AC-6562-443A-AC34-486EDF97F06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89F854F-D1B6-4340-AA0E-0610DE4CFC9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ED6446-0A85-49F9-A1AF-278F4EEEB99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E882731-0D45-4429-B067-D299DCEB467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CC168EE-4BE5-4650-9DCD-8110864C2D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70C46B1-2436-4CB5-B70C-FA286E88D11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5AB94B-EDA7-482E-8C1B-D9ADBABE25B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1538DC0-AD3F-483C-BA0F-44EE05013C2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FF496EF5-D0C6-4A32-BAFB-4A75054A57BE}"/>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110500BE-5A4E-4A9D-A282-8B5196486561}"/>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73D647A2-B63C-42E7-BEDF-6DE00D991561}"/>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34C73AA5-092B-4EB9-93AB-FAD12165938D}"/>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5FF1A4E4-503F-4912-904D-5BB28BA8941C}"/>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37070DD9-00E1-4140-B167-D0449BB4CE47}"/>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6BDF7F88-B397-4D20-B468-D8B592D63C92}"/>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B6716E1-0595-41E2-8D5C-46153C02B337}"/>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A9A69266-35E8-40D4-891D-1F39D3CED50A}"/>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FB08C735-4FC4-41B1-B405-7F16C8A263D3}"/>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A473AAF3-C590-454D-B80F-487C861B291F}"/>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C8ED1CA-9EBA-43B0-A8DC-03888699BED5}"/>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E5C61B07-90FE-47BA-BCBE-D877F893A868}"/>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DC1250E1-CD05-48C2-AB36-960CCCEA49C3}"/>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B21DED6B-4C01-4048-9A75-BB79EE677EE3}"/>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2E113A9-3299-4ACF-B0BA-CC2577308EE9}"/>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4678D372-0F90-475B-83DD-19B85CBD224F}"/>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4CAE4625-D348-425B-A63D-9DBBED5D9891}"/>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8C6C1BF0-A219-408D-90AE-29147BB6DAE9}"/>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BB451463-7372-4641-8FE5-C31F4651845A}"/>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0E3BE013-45B7-415D-92E9-DB226FE71881}"/>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E1DB23F3-95E7-476B-AED3-06EEFC0E136F}"/>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D3CF0DAB-0EBC-416B-9B8D-79D749B01448}"/>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5DCBC7B6-D065-4915-A7FC-4B758F355B8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FC45FEEF-F1BD-436B-8AFA-BE7FDBCCF536}"/>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51490134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09559A78-8FAD-4E24-A725-EB042C3F475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2878EB7C-147D-4D04-A23B-C9E9FFBD822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2D3F543E-3A1F-425B-8C3E-888EE65446A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EB51A2-8BDA-4879-96A6-C18850261B1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72A6EC85-E346-4F31-AF8D-882FBA8511C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F868530-BB8D-47CD-AD5B-9D50F28ABB5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0EC31B0-AE8B-4731-B0F0-9B7201A84E1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986E7B3-8DD3-40D4-8D05-F3C47D0509F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EFE2E14-6524-41A5-B30F-9B2D76617D6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6CAE78-7712-4663-AEE8-574EDDCBBB9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C50C02D-A0C8-4412-9DFA-741D254C62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F50C9BE-2FD1-4F91-81F5-5E20F107A24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769B9E-0C8D-4AC9-9F9F-D9C0C75883D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23FA3EB-CFC7-43B3-808A-571751EDACD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E936C19-A339-4AFC-B4E4-A16DDF791FD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49594F06-70FA-4073-A33E-24E382EF0ADC}"/>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9B424C75-63DC-46AB-B5D4-668673AD0994}"/>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FBD8CB5F-A7F2-404F-875F-7E7A39884CB6}"/>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8C1E0CF1-71EC-428D-8DE6-1D56FF7C6180}"/>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F7EC3961-6BD9-447E-A139-4D9B3C27276B}"/>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BD4B071-4E97-4FC0-983E-AA8BAFCA8CA0}"/>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A75468E-D218-4F2E-B373-49168CE29F45}"/>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71EC612-67FE-4245-8ED3-0F4267325290}"/>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CB3625C-C29B-43F1-B393-0856BEA48479}"/>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28829EE-46DC-425C-A0FF-03DCAB95276F}"/>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37AA556-3924-4552-BB61-189E3FB35801}"/>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3EBB68A1-7291-4E23-AA1D-624244764E0D}"/>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0AA0161C-1D80-4EA0-B8A0-2D0568E08B01}"/>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59C765FF-712B-4F95-A955-A4141717F9D5}"/>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BA374470-11CE-4576-AA6F-A3F2217E0098}"/>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0CE96008-6BE2-49CC-8241-1805CBEAA0C7}"/>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FFF13026-12BE-4E3E-9167-B259223F1EB2}"/>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3CE7332-152B-471F-8891-E6EFF75B52FB}"/>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7F672CD7-7BC1-44AA-AABE-19C6FC7B6269}"/>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19635532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BFAE9C3-2603-4775-8706-289EB6A5A75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90A513C8-D0C6-4A04-AABB-A17FBA860D4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3056B52C-F679-48D2-BE4A-98E2E326EF6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ED399BF-998D-4FF3-AAA6-44F1B9E85D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14B75F90-55C9-48ED-9CEC-52B442DDFB9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981498E-28B2-44EF-A4D6-886B68CC637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6833A2C-8EB8-42CA-8F53-197F4423E8B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52A0AAB-00C4-4FE9-9808-E9AAEC8DDE3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CCEF5C5-3505-4571-BD80-199D1ED2F7A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35B9696-6285-43E5-9AEE-78F601EE84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6CBBE37-AF1C-4813-BE7E-80AD1D99A39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152307-7347-49D2-A8B4-837D3EAED2F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37407FA-78EB-4F07-9E8E-ED798367C90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E2CAA6B-5B91-434F-843F-31466F3E0B7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33C56C2-DB05-4BC7-BB45-87F60D6278D9}"/>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1A109510-C427-47EB-B822-B39638FF7D12}"/>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5BC171EB-F57E-4C96-AF5B-2BEC6032EE7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F3D2054-D588-4DFB-B9CF-0620B478C832}"/>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10B3374D-D2F5-4962-9F8B-FE29E6F2D91B}"/>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80D03495-1C69-4C69-B043-71EAD0D10982}"/>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41DD7C1-59CA-498B-A311-4D6AF72E4BC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620C9BD8-2E93-4975-9B00-BA58657CF69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F930C188-6CF2-4C1C-AD7E-99F42EDCAB87}"/>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28BA452-6B18-4CEB-A57A-DD8010E4F52B}"/>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48BB3B0E-5B3D-4D72-8180-4B399363C11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41D0647F-244E-402B-80CD-A89A88877B12}"/>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DBBE1EA-422E-4179-A19F-8A307A4D03A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D17B88F-CEEA-475A-9780-7617053A804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50709539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F93568F-4D10-422D-93A3-7E1B72B9F630}"/>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E94800A3-1F61-4054-BED5-168E086EA13C}"/>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Try participant history, then check label balance</a:t>
            </a:r>
          </a:p>
        </p:txBody>
      </p:sp>
      <p:sp>
        <p:nvSpPr>
          <p:cNvPr id="3" name="">
            <a:extLst xmlns:a="http://schemas.openxmlformats.org/drawingml/2006/main">
              <a:ext uri="{FF2B5EF4-FFF2-40B4-BE49-F238E27FC236}">
                <a16:creationId xmlns:a16="http://schemas.microsoft.com/office/drawing/2014/main" id="{3BEC3CC2-D004-4DCC-B624-2FDA70BD73B3}"/>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FCD58D-8E87-4216-A76E-54ECD689F0AB}"/>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94887124-EA5F-4737-BDD5-E557A78C8817}"/>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D53F79E4-936C-41A5-88E4-35BDD3417A01}"/>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B7D65F1B-E4C1-42E4-A999-5614FEE87090}"/>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6: An unbalanced history can bias the probability estimate</a:t>
            </a:r>
          </a:p>
        </p:txBody>
      </p:sp>
      <p:sp>
        <p:nvSpPr>
          <p:cNvPr id="8" name="">
            <a:extLst xmlns:a="http://schemas.openxmlformats.org/drawingml/2006/main">
              <a:ext uri="{FF2B5EF4-FFF2-40B4-BE49-F238E27FC236}">
                <a16:creationId xmlns:a16="http://schemas.microsoft.com/office/drawing/2014/main" id="{75ABCDF9-DE07-4547-879B-E9AD0D8944BB}"/>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6872E2E-0593-4F2D-BB95-BD11CFD02DC0}"/>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93D3B3B6-A15C-4803-9D63-B9DD0685362D}"/>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0552B2BA-E8F6-489D-8CE7-35BB169466CF}"/>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all 40 future choices</a:t>
            </a:r>
          </a:p>
        </p:txBody>
      </p:sp>
      <p:sp>
        <p:nvSpPr>
          <p:cNvPr id="12" name="">
            <a:extLst xmlns:a="http://schemas.openxmlformats.org/drawingml/2006/main">
              <a:ext uri="{FF2B5EF4-FFF2-40B4-BE49-F238E27FC236}">
                <a16:creationId xmlns:a16="http://schemas.microsoft.com/office/drawing/2014/main" id="{190B384F-CDDA-4B9E-A50B-94E61C0083E4}"/>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E6D97107-F033-4445-81CB-D42F6C9659E6}"/>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6A/2B with 4A/4B history</a:t>
            </a:r>
          </a:p>
        </p:txBody>
      </p:sp>
      <p:sp>
        <p:nvSpPr>
          <p:cNvPr id="14" name="">
            <a:extLst xmlns:a="http://schemas.openxmlformats.org/drawingml/2006/main">
              <a:ext uri="{FF2B5EF4-FFF2-40B4-BE49-F238E27FC236}">
                <a16:creationId xmlns:a16="http://schemas.microsoft.com/office/drawing/2014/main" id="{F11BE5B0-0397-47B7-9743-84BA92DFA225}"/>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68BC480-907D-4526-B4B9-805A1DFC83EA}"/>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Score the same model with log loss</a:t>
            </a:r>
          </a:p>
        </p:txBody>
      </p:sp>
      <p:sp>
        <p:nvSpPr>
          <p:cNvPr id="16" name="">
            <a:extLst xmlns:a="http://schemas.openxmlformats.org/drawingml/2006/main">
              <a:ext uri="{FF2B5EF4-FFF2-40B4-BE49-F238E27FC236}">
                <a16:creationId xmlns:a16="http://schemas.microsoft.com/office/drawing/2014/main" id="{A856C054-C718-462A-9961-491C8C9545FD}"/>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7" name="">
            <a:extLst xmlns:a="http://schemas.openxmlformats.org/drawingml/2006/main">
              <a:ext uri="{FF2B5EF4-FFF2-40B4-BE49-F238E27FC236}">
                <a16:creationId xmlns:a16="http://schemas.microsoft.com/office/drawing/2014/main" id="{BE459E75-0CA2-4297-941E-D14C355544F3}"/>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balancing repairs the probability shift</a:t>
            </a:r>
          </a:p>
        </p:txBody>
      </p:sp>
      <p:sp>
        <p:nvSpPr>
          <p:cNvPr id="18" name="">
            <a:extLst xmlns:a="http://schemas.openxmlformats.org/drawingml/2006/main">
              <a:ext uri="{FF2B5EF4-FFF2-40B4-BE49-F238E27FC236}">
                <a16:creationId xmlns:a16="http://schemas.microsoft.com/office/drawing/2014/main" id="{F8276567-9F26-4A62-9CA5-176C63AFBCE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372178D-AA38-44CA-9EC0-B710A269E43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Unbalanced history can bias the model toward one label</a:t>
            </a:r>
          </a:p>
        </p:txBody>
      </p:sp>
      <p:sp>
        <p:nvSpPr>
          <p:cNvPr id="20" name="">
            <a:extLst xmlns:a="http://schemas.openxmlformats.org/drawingml/2006/main">
              <a:ext uri="{FF2B5EF4-FFF2-40B4-BE49-F238E27FC236}">
                <a16:creationId xmlns:a16="http://schemas.microsoft.com/office/drawing/2014/main" id="{0C74FC20-C53B-48CA-BCF0-5B11BEC1E2A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7E56275-2919-4632-B7D5-2FFF96AA6A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2" name="">
            <a:extLst xmlns:a="http://schemas.openxmlformats.org/drawingml/2006/main">
              <a:ext uri="{FF2B5EF4-FFF2-40B4-BE49-F238E27FC236}">
                <a16:creationId xmlns:a16="http://schemas.microsoft.com/office/drawing/2014/main" id="{272BAB4E-0553-4F69-96DE-E66AC31D486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E5B41D2-EBF4-457C-9B0F-E8AB9AFDB87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4" name="">
            <a:extLst xmlns:a="http://schemas.openxmlformats.org/drawingml/2006/main">
              <a:ext uri="{FF2B5EF4-FFF2-40B4-BE49-F238E27FC236}">
                <a16:creationId xmlns:a16="http://schemas.microsoft.com/office/drawing/2014/main" id="{FCE31548-2F4F-456A-B95F-0678FCE02D8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D9E5BE5-FFD8-4D94-B4D1-DDFA4D15C9F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6" name="">
            <a:extLst xmlns:a="http://schemas.openxmlformats.org/drawingml/2006/main">
              <a:ext uri="{FF2B5EF4-FFF2-40B4-BE49-F238E27FC236}">
                <a16:creationId xmlns:a16="http://schemas.microsoft.com/office/drawing/2014/main" id="{571C441B-DD72-4E2D-94BD-02BB2BF4F6E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147F0B6-147C-4772-A584-78958A2843C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28" name="">
            <a:extLst xmlns:a="http://schemas.openxmlformats.org/drawingml/2006/main">
              <a:ext uri="{FF2B5EF4-FFF2-40B4-BE49-F238E27FC236}">
                <a16:creationId xmlns:a16="http://schemas.microsoft.com/office/drawing/2014/main" id="{F19E2A4F-0D6C-45C2-9D05-73180438B3B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A6AA700-8BBC-4564-82A4-35C99294A03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7659836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40F964A-C02B-429D-8034-EB5653684C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Unbalanced history can bias the model toward one label</a:t>
            </a:r>
          </a:p>
        </p:txBody>
      </p:sp>
      <p:sp>
        <p:nvSpPr>
          <p:cNvPr id="2" name="">
            <a:extLst xmlns:a="http://schemas.openxmlformats.org/drawingml/2006/main">
              <a:ext uri="{FF2B5EF4-FFF2-40B4-BE49-F238E27FC236}">
                <a16:creationId xmlns:a16="http://schemas.microsoft.com/office/drawing/2014/main" id="{8F69B01B-09FD-4E36-8D52-4872B7E6D6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FB161812-A55E-4CCF-9413-2F845117993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FE3CA2-A543-4B86-86FB-55C6D3D06E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7A284F7E-8930-45A2-A9D0-64274701FCC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87E6C5A-DDDB-4542-871A-A0DBEB63524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034F470-F290-4AD4-AA92-A3765059B88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ED4DF3-4F95-4E1C-B4CF-93DEE0E6CBC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1485BC9-31FF-4533-89C5-C003B9C3BAE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180EF9-8AF8-49B8-ABE8-34822E17A28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9FB9571-B05A-4AD1-AAA1-A38BD762305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B2E7CE2-7E0F-48C0-9113-2F6A918ACD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A1D8CA5-D017-47C9-A95B-ECF03E28FCA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B91420B-C02D-4820-BBA2-0CD4AF32E1B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69D7C26-D577-404F-BBE8-8B761BBE2EF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DeepSeek V4 Pro / P025 and P026 / trials 21-40</a:t>
            </a:r>
          </a:p>
        </p:txBody>
      </p:sp>
      <p:sp>
        <p:nvSpPr>
          <p:cNvPr id="16" name="">
            <a:extLst xmlns:a="http://schemas.openxmlformats.org/drawingml/2006/main">
              <a:ext uri="{FF2B5EF4-FFF2-40B4-BE49-F238E27FC236}">
                <a16:creationId xmlns:a16="http://schemas.microsoft.com/office/drawing/2014/main" id="{A15AD470-F5F5-4DCE-886A-E5D0D39C5FD7}"/>
              </a:ext>
            </a:extLst>
          </p:cNvPr>
          <p:cNvSpPr>
            <a:spLocks xmlns:a="http://schemas.openxmlformats.org/drawingml/2006/main" noGrp="1"/>
          </p:cNvSpPr>
          <p:nvPr/>
        </p:nvSpPr>
        <p:spPr>
          <a:xfrm xmlns:a="http://schemas.openxmlformats.org/drawingml/2006/main">
            <a:off x="800100" y="20002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Held-out targets</a:t>
            </a:r>
          </a:p>
        </p:txBody>
      </p:sp>
      <p:sp>
        <p:nvSpPr>
          <p:cNvPr id="17" name="">
            <a:extLst xmlns:a="http://schemas.openxmlformats.org/drawingml/2006/main">
              <a:ext uri="{FF2B5EF4-FFF2-40B4-BE49-F238E27FC236}">
                <a16:creationId xmlns:a16="http://schemas.microsoft.com/office/drawing/2014/main" id="{8F296315-3F88-4663-B8DD-E64C22C160CB}"/>
              </a:ext>
            </a:extLst>
          </p:cNvPr>
          <p:cNvSpPr>
            <a:spLocks xmlns:a="http://schemas.openxmlformats.org/drawingml/2006/main" noGrp="1"/>
          </p:cNvSpPr>
          <p:nvPr/>
        </p:nvSpPr>
        <p:spPr>
          <a:xfrm xmlns:a="http://schemas.openxmlformats.org/drawingml/2006/main">
            <a:off x="800100" y="2400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40 future choices</a:t>
            </a:r>
          </a:p>
        </p:txBody>
      </p:sp>
      <p:sp>
        <p:nvSpPr>
          <p:cNvPr id="18" name="">
            <a:extLst xmlns:a="http://schemas.openxmlformats.org/drawingml/2006/main">
              <a:ext uri="{FF2B5EF4-FFF2-40B4-BE49-F238E27FC236}">
                <a16:creationId xmlns:a16="http://schemas.microsoft.com/office/drawing/2014/main" id="{8FBDB4D9-9FE9-44FB-AC6A-D923289DF957}"/>
              </a:ext>
            </a:extLst>
          </p:cNvPr>
          <p:cNvSpPr>
            <a:spLocks xmlns:a="http://schemas.openxmlformats.org/drawingml/2006/main" noGrp="1"/>
          </p:cNvSpPr>
          <p:nvPr/>
        </p:nvSpPr>
        <p:spPr>
          <a:xfrm xmlns:a="http://schemas.openxmlformats.org/drawingml/2006/main">
            <a:off x="800100" y="28956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283643"/>
                </a:solidFill>
                <a:latin typeface="Arial"/>
                <a:ea typeface="Arial"/>
                <a:cs typeface="Arial"/>
              </a:defRPr>
            </a:pPr>
            <a:r>
              <a:rPr sz="1725" b="0" i="0">
                <a:solidFill>
                  <a:srgbClr val="283643"/>
                </a:solidFill>
                <a:latin typeface="Arial"/>
                <a:ea typeface="Arial"/>
                <a:cs typeface="Arial"/>
              </a:rPr>
              <a:t>19 A  /  21 B</a:t>
            </a:r>
          </a:p>
        </p:txBody>
      </p:sp>
      <p:sp>
        <p:nvSpPr>
          <p:cNvPr id="19" name="">
            <a:extLst xmlns:a="http://schemas.openxmlformats.org/drawingml/2006/main">
              <a:ext uri="{FF2B5EF4-FFF2-40B4-BE49-F238E27FC236}">
                <a16:creationId xmlns:a16="http://schemas.microsoft.com/office/drawing/2014/main" id="{4C008683-E23A-4922-8823-52859E85ED26}"/>
              </a:ext>
            </a:extLst>
          </p:cNvPr>
          <p:cNvSpPr>
            <a:spLocks xmlns:a="http://schemas.openxmlformats.org/drawingml/2006/main" noGrp="1"/>
          </p:cNvSpPr>
          <p:nvPr/>
        </p:nvSpPr>
        <p:spPr>
          <a:xfrm xmlns:a="http://schemas.openxmlformats.org/drawingml/2006/main">
            <a:off x="38862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A27679A-D071-4BAD-AA3F-228BA38BD07A}"/>
              </a:ext>
            </a:extLst>
          </p:cNvPr>
          <p:cNvSpPr>
            <a:spLocks xmlns:a="http://schemas.openxmlformats.org/drawingml/2006/main" noGrp="1"/>
          </p:cNvSpPr>
          <p:nvPr/>
        </p:nvSpPr>
        <p:spPr>
          <a:xfrm xmlns:a="http://schemas.openxmlformats.org/drawingml/2006/main">
            <a:off x="4362450" y="20002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Unbalanced history</a:t>
            </a:r>
          </a:p>
        </p:txBody>
      </p:sp>
      <p:sp>
        <p:nvSpPr>
          <p:cNvPr id="21" name="">
            <a:extLst xmlns:a="http://schemas.openxmlformats.org/drawingml/2006/main">
              <a:ext uri="{FF2B5EF4-FFF2-40B4-BE49-F238E27FC236}">
                <a16:creationId xmlns:a16="http://schemas.microsoft.com/office/drawing/2014/main" id="{55D58A05-99AE-46AC-B327-698D4AC042E3}"/>
              </a:ext>
            </a:extLst>
          </p:cNvPr>
          <p:cNvSpPr>
            <a:spLocks xmlns:a="http://schemas.openxmlformats.org/drawingml/2006/main" noGrp="1"/>
          </p:cNvSpPr>
          <p:nvPr/>
        </p:nvSpPr>
        <p:spPr>
          <a:xfrm xmlns:a="http://schemas.openxmlformats.org/drawingml/2006/main">
            <a:off x="4362450" y="240030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6 A  /  2 B</a:t>
            </a:r>
          </a:p>
        </p:txBody>
      </p:sp>
      <p:sp>
        <p:nvSpPr>
          <p:cNvPr id="22" name="">
            <a:extLst xmlns:a="http://schemas.openxmlformats.org/drawingml/2006/main">
              <a:ext uri="{FF2B5EF4-FFF2-40B4-BE49-F238E27FC236}">
                <a16:creationId xmlns:a16="http://schemas.microsoft.com/office/drawing/2014/main" id="{A34135CC-E97B-46E1-8819-D7268C817199}"/>
              </a:ext>
            </a:extLst>
          </p:cNvPr>
          <p:cNvSpPr>
            <a:spLocks xmlns:a="http://schemas.openxmlformats.org/drawingml/2006/main" noGrp="1"/>
          </p:cNvSpPr>
          <p:nvPr/>
        </p:nvSpPr>
        <p:spPr>
          <a:xfrm xmlns:a="http://schemas.openxmlformats.org/drawingml/2006/main">
            <a:off x="4362450" y="297180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The context supplies an A-heavy prior.</a:t>
            </a:r>
          </a:p>
        </p:txBody>
      </p:sp>
      <p:sp>
        <p:nvSpPr>
          <p:cNvPr id="23" name="">
            <a:extLst xmlns:a="http://schemas.openxmlformats.org/drawingml/2006/main">
              <a:ext uri="{FF2B5EF4-FFF2-40B4-BE49-F238E27FC236}">
                <a16:creationId xmlns:a16="http://schemas.microsoft.com/office/drawing/2014/main" id="{191E8DA6-BB60-4558-AF56-2B6EF9BA327A}"/>
              </a:ext>
            </a:extLst>
          </p:cNvPr>
          <p:cNvSpPr>
            <a:spLocks xmlns:a="http://schemas.openxmlformats.org/drawingml/2006/main" noGrp="1"/>
          </p:cNvSpPr>
          <p:nvPr/>
        </p:nvSpPr>
        <p:spPr>
          <a:xfrm xmlns:a="http://schemas.openxmlformats.org/drawingml/2006/main">
            <a:off x="77343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F5C72A1-B80E-4412-8F9D-9C65FB4BF05D}"/>
              </a:ext>
            </a:extLst>
          </p:cNvPr>
          <p:cNvSpPr>
            <a:spLocks xmlns:a="http://schemas.openxmlformats.org/drawingml/2006/main" noGrp="1"/>
          </p:cNvSpPr>
          <p:nvPr/>
        </p:nvSpPr>
        <p:spPr>
          <a:xfrm xmlns:a="http://schemas.openxmlformats.org/drawingml/2006/main">
            <a:off x="8210550" y="20002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Balanced history</a:t>
            </a:r>
          </a:p>
        </p:txBody>
      </p:sp>
      <p:sp>
        <p:nvSpPr>
          <p:cNvPr id="25" name="">
            <a:extLst xmlns:a="http://schemas.openxmlformats.org/drawingml/2006/main">
              <a:ext uri="{FF2B5EF4-FFF2-40B4-BE49-F238E27FC236}">
                <a16:creationId xmlns:a16="http://schemas.microsoft.com/office/drawing/2014/main" id="{4E196447-3D6E-48DA-8CD5-F8A5AA885F3C}"/>
              </a:ext>
            </a:extLst>
          </p:cNvPr>
          <p:cNvSpPr>
            <a:spLocks xmlns:a="http://schemas.openxmlformats.org/drawingml/2006/main" noGrp="1"/>
          </p:cNvSpPr>
          <p:nvPr/>
        </p:nvSpPr>
        <p:spPr>
          <a:xfrm xmlns:a="http://schemas.openxmlformats.org/drawingml/2006/main">
            <a:off x="8210550" y="240030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 A  /  4 B</a:t>
            </a:r>
          </a:p>
        </p:txBody>
      </p:sp>
      <p:sp>
        <p:nvSpPr>
          <p:cNvPr id="26" name="">
            <a:extLst xmlns:a="http://schemas.openxmlformats.org/drawingml/2006/main">
              <a:ext uri="{FF2B5EF4-FFF2-40B4-BE49-F238E27FC236}">
                <a16:creationId xmlns:a16="http://schemas.microsoft.com/office/drawing/2014/main" id="{7DEFD469-6A7C-4138-9179-2F5FC849CA30}"/>
              </a:ext>
            </a:extLst>
          </p:cNvPr>
          <p:cNvSpPr>
            <a:spLocks xmlns:a="http://schemas.openxmlformats.org/drawingml/2006/main" noGrp="1"/>
          </p:cNvSpPr>
          <p:nvPr/>
        </p:nvSpPr>
        <p:spPr>
          <a:xfrm xmlns:a="http://schemas.openxmlformats.org/drawingml/2006/main">
            <a:off x="8210550" y="2971800"/>
            <a:ext cx="285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Now option content can carry more of the signal.</a:t>
            </a:r>
          </a:p>
        </p:txBody>
      </p:sp>
      <p:sp>
        <p:nvSpPr>
          <p:cNvPr id="27" name="">
            <a:extLst xmlns:a="http://schemas.openxmlformats.org/drawingml/2006/main">
              <a:ext uri="{FF2B5EF4-FFF2-40B4-BE49-F238E27FC236}">
                <a16:creationId xmlns:a16="http://schemas.microsoft.com/office/drawing/2014/main" id="{A3D86F2A-4E9F-43CC-B420-9F4907BEE93D}"/>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557C3A9-7E63-4E56-BD10-83B22B99B2EE}"/>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Keep the model, target choices, history length, and score fixed; change the label balance.</a:t>
            </a:r>
          </a:p>
        </p:txBody>
      </p:sp>
    </p:spTree>
    <p:extLst>
      <p:ext uri="{BB962C8B-B14F-4D97-AF65-F5344CB8AC3E}">
        <p14:creationId xmlns:p14="http://schemas.microsoft.com/office/powerpoint/2010/main" val="39869225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501D46-58E0-4509-8F6C-AC548616A02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Natural history can make in-context learning worse</a:t>
            </a:r>
          </a:p>
        </p:txBody>
      </p:sp>
      <p:sp>
        <p:nvSpPr>
          <p:cNvPr id="2" name="">
            <a:extLst xmlns:a="http://schemas.openxmlformats.org/drawingml/2006/main">
              <a:ext uri="{FF2B5EF4-FFF2-40B4-BE49-F238E27FC236}">
                <a16:creationId xmlns:a16="http://schemas.microsoft.com/office/drawing/2014/main" id="{95464B57-6ABC-4EA3-BE49-0EFA7A8864B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curve</a:t>
            </a:r>
          </a:p>
        </p:txBody>
      </p:sp>
      <p:sp>
        <p:nvSpPr>
          <p:cNvPr id="3" name="">
            <a:extLst xmlns:a="http://schemas.openxmlformats.org/drawingml/2006/main">
              <a:ext uri="{FF2B5EF4-FFF2-40B4-BE49-F238E27FC236}">
                <a16:creationId xmlns:a16="http://schemas.microsoft.com/office/drawing/2014/main" id="{EF01D03C-32E4-4F92-9A4C-A6F8F88C309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23F113-A6A6-45AA-8C9E-17DB766BF0D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A964C05C-40D6-4DE2-B26F-FE756C15735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6C0072-53B0-4794-A999-CE5255F584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DAD817D-08BF-4B38-AE42-B4E3F321066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D73A401-7DE1-404A-A7F5-EFF04440C79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CBB510A-75F2-4669-9406-A281416EEB6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85CBCD-7D0A-42E5-B738-BE06E0E277E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F1F23EA-09F5-40F9-82FC-11C53D0FCE5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B71AB4-09DE-474D-93FB-C4495609A94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551EED-1E72-4A34-8750-461DDCEE07D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26B56E8-30FA-4BB8-81C0-490C0EF679A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4D496FE-7E91-4AC0-8D12-EA8DED85586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20 future targets per participant / natural order of earlier trials</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3f071d9a2e44d00"/>
          <a:stretch xmlns:a="http://schemas.openxmlformats.org/drawingml/2006/main"/>
        </p:blipFill>
        <p:spPr>
          <a:xfrm xmlns:a="http://schemas.openxmlformats.org/drawingml/2006/main">
            <a:off x="1200150" y="1924050"/>
            <a:ext cx="9791700" cy="363855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2E9DDAF5-A842-4F22-83AC-6E3CB9523D7A}"/>
              </a:ext>
            </a:extLst>
          </p:cNvPr>
          <p:cNvSpPr>
            <a:spLocks xmlns:a="http://schemas.openxmlformats.org/drawingml/2006/main" noGrp="1"/>
          </p:cNvSpPr>
          <p:nvPr/>
        </p:nvSpPr>
        <p:spPr>
          <a:xfrm xmlns:a="http://schemas.openxmlformats.org/drawingml/2006/main">
            <a:off x="800100" y="56959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B192F9E-DD09-4957-8B97-B8B3C673F6DA}"/>
              </a:ext>
            </a:extLst>
          </p:cNvPr>
          <p:cNvSpPr>
            <a:spLocks xmlns:a="http://schemas.openxmlformats.org/drawingml/2006/main" noGrp="1"/>
          </p:cNvSpPr>
          <p:nvPr/>
        </p:nvSpPr>
        <p:spPr>
          <a:xfrm xmlns:a="http://schemas.openxmlformats.org/drawingml/2006/main">
            <a:off x="1028700" y="56769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As k grows, the natural histories become A-heavy; neither participant shows a stable improvement.</a:t>
            </a:r>
          </a:p>
        </p:txBody>
      </p:sp>
    </p:spTree>
    <p:extLst>
      <p:ext uri="{BB962C8B-B14F-4D97-AF65-F5344CB8AC3E}">
        <p14:creationId xmlns:p14="http://schemas.microsoft.com/office/powerpoint/2010/main" val="203663214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BF68D68-9BDB-4E6B-8A56-B8DBACB440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Balanced histories remain participant-specific</a:t>
            </a:r>
          </a:p>
        </p:txBody>
      </p:sp>
      <p:sp>
        <p:nvSpPr>
          <p:cNvPr id="2" name="">
            <a:extLst xmlns:a="http://schemas.openxmlformats.org/drawingml/2006/main">
              <a:ext uri="{FF2B5EF4-FFF2-40B4-BE49-F238E27FC236}">
                <a16:creationId xmlns:a16="http://schemas.microsoft.com/office/drawing/2014/main" id="{EDEFDA7D-9F9F-4E6C-A0A8-81C003063D6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curve</a:t>
            </a:r>
          </a:p>
        </p:txBody>
      </p:sp>
      <p:sp>
        <p:nvSpPr>
          <p:cNvPr id="3" name="">
            <a:extLst xmlns:a="http://schemas.openxmlformats.org/drawingml/2006/main">
              <a:ext uri="{FF2B5EF4-FFF2-40B4-BE49-F238E27FC236}">
                <a16:creationId xmlns:a16="http://schemas.microsoft.com/office/drawing/2014/main" id="{769955BE-6632-4E70-8E45-4FCF8CC812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62BD16-F09C-4139-BB8B-0E5AED2F864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1093E7A5-4B53-496D-A00D-130CA56F145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3DF75FF-AE9E-4020-B2D0-EFB0C995997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959FD1D-D86D-4628-BDF8-D70CA198F53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F9AFF60-FF25-456A-94CF-87A0FF99D0F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43DB98B-5A88-434E-8436-08143249876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133A60-4B43-4961-8BA6-CCCFC9B896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E0A7A69-3339-4562-9EBB-1352C64A5E3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5503CF-1FAC-4E72-A0B4-79782804116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69E621A-2722-4ACE-8C51-69CF16355BE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95A1E53-CCC9-4CFA-A16C-673922A7CE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C757152-77FA-4596-AEFD-BAE924408AB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targets and k values / equal A and B demonstrations at every non-zero k</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71524cc7b76477d"/>
          <a:stretch xmlns:a="http://schemas.openxmlformats.org/drawingml/2006/main"/>
        </p:blipFill>
        <p:spPr>
          <a:xfrm xmlns:a="http://schemas.openxmlformats.org/drawingml/2006/main">
            <a:off x="1200150" y="1924050"/>
            <a:ext cx="9791700" cy="363855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535A722E-7F0D-4E95-8CCC-062F972A9098}"/>
              </a:ext>
            </a:extLst>
          </p:cNvPr>
          <p:cNvSpPr>
            <a:spLocks xmlns:a="http://schemas.openxmlformats.org/drawingml/2006/main" noGrp="1"/>
          </p:cNvSpPr>
          <p:nvPr/>
        </p:nvSpPr>
        <p:spPr>
          <a:xfrm xmlns:a="http://schemas.openxmlformats.org/drawingml/2006/main">
            <a:off x="800100" y="56959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FFB78B0-126D-4267-A6C4-F6138A6E7430}"/>
              </a:ext>
            </a:extLst>
          </p:cNvPr>
          <p:cNvSpPr>
            <a:spLocks xmlns:a="http://schemas.openxmlformats.org/drawingml/2006/main" noGrp="1"/>
          </p:cNvSpPr>
          <p:nvPr/>
        </p:nvSpPr>
        <p:spPr>
          <a:xfrm xmlns:a="http://schemas.openxmlformats.org/drawingml/2006/main">
            <a:off x="1028700" y="56769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Balancing removes the label confound, but the useful history length differs across participants.</a:t>
            </a:r>
          </a:p>
        </p:txBody>
      </p:sp>
    </p:spTree>
    <p:extLst>
      <p:ext uri="{BB962C8B-B14F-4D97-AF65-F5344CB8AC3E}">
        <p14:creationId xmlns:p14="http://schemas.microsoft.com/office/powerpoint/2010/main" val="13465313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76273EB-0D8B-4E32-BA4D-5F52F544274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the history restores probability quality</a:t>
            </a:r>
          </a:p>
        </p:txBody>
      </p:sp>
      <p:sp>
        <p:nvSpPr>
          <p:cNvPr id="2" name="">
            <a:extLst xmlns:a="http://schemas.openxmlformats.org/drawingml/2006/main">
              <a:ext uri="{FF2B5EF4-FFF2-40B4-BE49-F238E27FC236}">
                <a16:creationId xmlns:a16="http://schemas.microsoft.com/office/drawing/2014/main" id="{264CEE41-BD2A-4826-A3BD-BFE31CAB45F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result</a:t>
            </a:r>
          </a:p>
        </p:txBody>
      </p:sp>
      <p:sp>
        <p:nvSpPr>
          <p:cNvPr id="3" name="">
            <a:extLst xmlns:a="http://schemas.openxmlformats.org/drawingml/2006/main">
              <a:ext uri="{FF2B5EF4-FFF2-40B4-BE49-F238E27FC236}">
                <a16:creationId xmlns:a16="http://schemas.microsoft.com/office/drawing/2014/main" id="{6C8C3049-E2F9-4CA1-917F-DC57A5AFD84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AFE794-FD02-4D68-9DCC-04724B166A9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77E4778D-194E-4064-B40D-59970AD2575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D95C55E-B089-472C-ADC7-0CF4216A39B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6F0E87C-952C-4C04-A65F-2FA438EA7AC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B7B1806-74D8-4B29-9906-D050BBC1380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C287BD6-8106-4796-9CD0-9A0DD081403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511FE8D-C937-42B8-9A54-054C602DEAC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49EA06-8AA2-40B4-99A1-110CDB23464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3ED084B-80BA-4765-8C16-3592D77DB44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7A4D8EA-F12C-4D9E-B042-C6B235C73D5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D188ED4-70F3-4781-BED8-E60C0F05659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075EDFF-F655-4E82-961E-BC7003E28F1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40 held-out choices / lower log loss is better</a:t>
            </a:r>
          </a:p>
        </p:txBody>
      </p:sp>
      <p:sp>
        <p:nvSpPr>
          <p:cNvPr id="16" name="">
            <a:extLst xmlns:a="http://schemas.openxmlformats.org/drawingml/2006/main">
              <a:ext uri="{FF2B5EF4-FFF2-40B4-BE49-F238E27FC236}">
                <a16:creationId xmlns:a16="http://schemas.microsoft.com/office/drawing/2014/main" id="{20DC1B63-65EB-47BF-8DA2-D35B9A25E3AC}"/>
              </a:ext>
            </a:extLst>
          </p:cNvPr>
          <p:cNvSpPr>
            <a:spLocks xmlns:a="http://schemas.openxmlformats.org/drawingml/2006/main" noGrp="1"/>
          </p:cNvSpPr>
          <p:nvPr/>
        </p:nvSpPr>
        <p:spPr>
          <a:xfrm xmlns:a="http://schemas.openxmlformats.org/drawingml/2006/main">
            <a:off x="800100" y="1943100"/>
            <a:ext cx="457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Condition</a:t>
            </a:r>
          </a:p>
        </p:txBody>
      </p:sp>
      <p:sp>
        <p:nvSpPr>
          <p:cNvPr id="17" name="">
            <a:extLst xmlns:a="http://schemas.openxmlformats.org/drawingml/2006/main">
              <a:ext uri="{FF2B5EF4-FFF2-40B4-BE49-F238E27FC236}">
                <a16:creationId xmlns:a16="http://schemas.microsoft.com/office/drawing/2014/main" id="{30651E4F-CDC8-48C4-B594-9AF9EA8761CB}"/>
              </a:ext>
            </a:extLst>
          </p:cNvPr>
          <p:cNvSpPr>
            <a:spLocks xmlns:a="http://schemas.openxmlformats.org/drawingml/2006/main" noGrp="1"/>
          </p:cNvSpPr>
          <p:nvPr/>
        </p:nvSpPr>
        <p:spPr>
          <a:xfrm xmlns:a="http://schemas.openxmlformats.org/drawingml/2006/main">
            <a:off x="666750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Mean P(B)</a:t>
            </a:r>
          </a:p>
        </p:txBody>
      </p:sp>
      <p:sp>
        <p:nvSpPr>
          <p:cNvPr id="18" name="">
            <a:extLst xmlns:a="http://schemas.openxmlformats.org/drawingml/2006/main">
              <a:ext uri="{FF2B5EF4-FFF2-40B4-BE49-F238E27FC236}">
                <a16:creationId xmlns:a16="http://schemas.microsoft.com/office/drawing/2014/main" id="{CBF05527-12C4-450E-9D0F-7C9D7BA933E8}"/>
              </a:ext>
            </a:extLst>
          </p:cNvPr>
          <p:cNvSpPr>
            <a:spLocks xmlns:a="http://schemas.openxmlformats.org/drawingml/2006/main" noGrp="1"/>
          </p:cNvSpPr>
          <p:nvPr/>
        </p:nvSpPr>
        <p:spPr>
          <a:xfrm xmlns:a="http://schemas.openxmlformats.org/drawingml/2006/main">
            <a:off x="908685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8F4F4B99-D01D-4890-9467-639DE4E427FE}"/>
              </a:ext>
            </a:extLst>
          </p:cNvPr>
          <p:cNvSpPr>
            <a:spLocks xmlns:a="http://schemas.openxmlformats.org/drawingml/2006/main" noGrp="1"/>
          </p:cNvSpPr>
          <p:nvPr/>
        </p:nvSpPr>
        <p:spPr>
          <a:xfrm xmlns:a="http://schemas.openxmlformats.org/drawingml/2006/main">
            <a:off x="800100" y="24574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234E70"/>
                </a:solidFill>
                <a:latin typeface="Arial"/>
                <a:ea typeface="Arial"/>
                <a:cs typeface="Arial"/>
              </a:defRPr>
            </a:pPr>
            <a:r>
              <a:rPr sz="1725" b="0" i="0">
                <a:solidFill>
                  <a:srgbClr val="234E70"/>
                </a:solidFill>
                <a:latin typeface="Arial"/>
                <a:ea typeface="Arial"/>
                <a:cs typeface="Arial"/>
              </a:rPr>
              <a:t>Current trial only</a:t>
            </a:r>
          </a:p>
        </p:txBody>
      </p:sp>
      <p:sp>
        <p:nvSpPr>
          <p:cNvPr id="20" name="">
            <a:extLst xmlns:a="http://schemas.openxmlformats.org/drawingml/2006/main">
              <a:ext uri="{FF2B5EF4-FFF2-40B4-BE49-F238E27FC236}">
                <a16:creationId xmlns:a16="http://schemas.microsoft.com/office/drawing/2014/main" id="{90A9403E-A9E5-4837-A4E7-4AB8BBFEEA7F}"/>
              </a:ext>
            </a:extLst>
          </p:cNvPr>
          <p:cNvSpPr>
            <a:spLocks xmlns:a="http://schemas.openxmlformats.org/drawingml/2006/main" noGrp="1"/>
          </p:cNvSpPr>
          <p:nvPr/>
        </p:nvSpPr>
        <p:spPr>
          <a:xfrm xmlns:a="http://schemas.openxmlformats.org/drawingml/2006/main">
            <a:off x="666750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0.499</a:t>
            </a:r>
          </a:p>
        </p:txBody>
      </p:sp>
      <p:sp>
        <p:nvSpPr>
          <p:cNvPr id="21" name="">
            <a:extLst xmlns:a="http://schemas.openxmlformats.org/drawingml/2006/main">
              <a:ext uri="{FF2B5EF4-FFF2-40B4-BE49-F238E27FC236}">
                <a16:creationId xmlns:a16="http://schemas.microsoft.com/office/drawing/2014/main" id="{EC0EBE12-3BB6-46D9-B880-EE08FDB41AB5}"/>
              </a:ext>
            </a:extLst>
          </p:cNvPr>
          <p:cNvSpPr>
            <a:spLocks xmlns:a="http://schemas.openxmlformats.org/drawingml/2006/main" noGrp="1"/>
          </p:cNvSpPr>
          <p:nvPr/>
        </p:nvSpPr>
        <p:spPr>
          <a:xfrm xmlns:a="http://schemas.openxmlformats.org/drawingml/2006/main">
            <a:off x="908685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0.675</a:t>
            </a:r>
          </a:p>
        </p:txBody>
      </p:sp>
      <p:sp>
        <p:nvSpPr>
          <p:cNvPr id="22" name="">
            <a:extLst xmlns:a="http://schemas.openxmlformats.org/drawingml/2006/main">
              <a:ext uri="{FF2B5EF4-FFF2-40B4-BE49-F238E27FC236}">
                <a16:creationId xmlns:a16="http://schemas.microsoft.com/office/drawing/2014/main" id="{56714ED1-B8F2-42B7-8B16-B2F4827DEA8B}"/>
              </a:ext>
            </a:extLst>
          </p:cNvPr>
          <p:cNvSpPr>
            <a:spLocks xmlns:a="http://schemas.openxmlformats.org/drawingml/2006/main" noGrp="1"/>
          </p:cNvSpPr>
          <p:nvPr/>
        </p:nvSpPr>
        <p:spPr>
          <a:xfrm xmlns:a="http://schemas.openxmlformats.org/drawingml/2006/main">
            <a:off x="800100" y="30099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5B0AEFE-DD9F-426D-A72C-2E58798314BA}"/>
              </a:ext>
            </a:extLst>
          </p:cNvPr>
          <p:cNvSpPr>
            <a:spLocks xmlns:a="http://schemas.openxmlformats.org/drawingml/2006/main" noGrp="1"/>
          </p:cNvSpPr>
          <p:nvPr/>
        </p:nvSpPr>
        <p:spPr>
          <a:xfrm xmlns:a="http://schemas.openxmlformats.org/drawingml/2006/main">
            <a:off x="800100" y="323850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87591F"/>
                </a:solidFill>
                <a:latin typeface="Arial"/>
                <a:ea typeface="Arial"/>
                <a:cs typeface="Arial"/>
              </a:defRPr>
            </a:pPr>
            <a:r>
              <a:rPr sz="1725" b="0" i="0">
                <a:solidFill>
                  <a:srgbClr val="87591F"/>
                </a:solidFill>
                <a:latin typeface="Arial"/>
                <a:ea typeface="Arial"/>
                <a:cs typeface="Arial"/>
              </a:rPr>
              <a:t>Unbalanced history  /  6 A + 2 B</a:t>
            </a:r>
          </a:p>
        </p:txBody>
      </p:sp>
      <p:sp>
        <p:nvSpPr>
          <p:cNvPr id="24" name="">
            <a:extLst xmlns:a="http://schemas.openxmlformats.org/drawingml/2006/main">
              <a:ext uri="{FF2B5EF4-FFF2-40B4-BE49-F238E27FC236}">
                <a16:creationId xmlns:a16="http://schemas.microsoft.com/office/drawing/2014/main" id="{D864029B-138E-459A-8F54-617268AD4964}"/>
              </a:ext>
            </a:extLst>
          </p:cNvPr>
          <p:cNvSpPr>
            <a:spLocks xmlns:a="http://schemas.openxmlformats.org/drawingml/2006/main" noGrp="1"/>
          </p:cNvSpPr>
          <p:nvPr/>
        </p:nvSpPr>
        <p:spPr>
          <a:xfrm xmlns:a="http://schemas.openxmlformats.org/drawingml/2006/main">
            <a:off x="666750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0.430</a:t>
            </a:r>
          </a:p>
        </p:txBody>
      </p:sp>
      <p:sp>
        <p:nvSpPr>
          <p:cNvPr id="25" name="">
            <a:extLst xmlns:a="http://schemas.openxmlformats.org/drawingml/2006/main">
              <a:ext uri="{FF2B5EF4-FFF2-40B4-BE49-F238E27FC236}">
                <a16:creationId xmlns:a16="http://schemas.microsoft.com/office/drawing/2014/main" id="{4F4B9C74-B7F8-4F33-97A1-F3B5C0240417}"/>
              </a:ext>
            </a:extLst>
          </p:cNvPr>
          <p:cNvSpPr>
            <a:spLocks xmlns:a="http://schemas.openxmlformats.org/drawingml/2006/main" noGrp="1"/>
          </p:cNvSpPr>
          <p:nvPr/>
        </p:nvSpPr>
        <p:spPr>
          <a:xfrm xmlns:a="http://schemas.openxmlformats.org/drawingml/2006/main">
            <a:off x="908685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0.715</a:t>
            </a:r>
          </a:p>
        </p:txBody>
      </p:sp>
      <p:sp>
        <p:nvSpPr>
          <p:cNvPr id="26" name="">
            <a:extLst xmlns:a="http://schemas.openxmlformats.org/drawingml/2006/main">
              <a:ext uri="{FF2B5EF4-FFF2-40B4-BE49-F238E27FC236}">
                <a16:creationId xmlns:a16="http://schemas.microsoft.com/office/drawing/2014/main" id="{CB962A7D-96E1-4CB7-A7F9-C707AE730B00}"/>
              </a:ext>
            </a:extLst>
          </p:cNvPr>
          <p:cNvSpPr>
            <a:spLocks xmlns:a="http://schemas.openxmlformats.org/drawingml/2006/main" noGrp="1"/>
          </p:cNvSpPr>
          <p:nvPr/>
        </p:nvSpPr>
        <p:spPr>
          <a:xfrm xmlns:a="http://schemas.openxmlformats.org/drawingml/2006/main">
            <a:off x="800100" y="379095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D56346B-11DB-46B5-BF24-C1334953ECD8}"/>
              </a:ext>
            </a:extLst>
          </p:cNvPr>
          <p:cNvSpPr>
            <a:spLocks xmlns:a="http://schemas.openxmlformats.org/drawingml/2006/main" noGrp="1"/>
          </p:cNvSpPr>
          <p:nvPr/>
        </p:nvSpPr>
        <p:spPr>
          <a:xfrm xmlns:a="http://schemas.openxmlformats.org/drawingml/2006/main">
            <a:off x="800100" y="40195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1" i="0">
                <a:solidFill>
                  <a:srgbClr val="315F63"/>
                </a:solidFill>
                <a:latin typeface="Arial"/>
                <a:ea typeface="Arial"/>
                <a:cs typeface="Arial"/>
              </a:defRPr>
            </a:pPr>
            <a:r>
              <a:rPr sz="1725" b="1" i="0">
                <a:solidFill>
                  <a:srgbClr val="315F63"/>
                </a:solidFill>
                <a:latin typeface="Arial"/>
                <a:ea typeface="Arial"/>
                <a:cs typeface="Arial"/>
              </a:rPr>
              <a:t>Balanced history  /  4 A + 4 B</a:t>
            </a:r>
          </a:p>
        </p:txBody>
      </p:sp>
      <p:sp>
        <p:nvSpPr>
          <p:cNvPr id="28" name="">
            <a:extLst xmlns:a="http://schemas.openxmlformats.org/drawingml/2006/main">
              <a:ext uri="{FF2B5EF4-FFF2-40B4-BE49-F238E27FC236}">
                <a16:creationId xmlns:a16="http://schemas.microsoft.com/office/drawing/2014/main" id="{C789E6ED-8ADF-4534-88B2-5C0DB9A73EE6}"/>
              </a:ext>
            </a:extLst>
          </p:cNvPr>
          <p:cNvSpPr>
            <a:spLocks xmlns:a="http://schemas.openxmlformats.org/drawingml/2006/main" noGrp="1"/>
          </p:cNvSpPr>
          <p:nvPr/>
        </p:nvSpPr>
        <p:spPr>
          <a:xfrm xmlns:a="http://schemas.openxmlformats.org/drawingml/2006/main">
            <a:off x="666750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0.571</a:t>
            </a:r>
          </a:p>
        </p:txBody>
      </p:sp>
      <p:sp>
        <p:nvSpPr>
          <p:cNvPr id="29" name="">
            <a:extLst xmlns:a="http://schemas.openxmlformats.org/drawingml/2006/main">
              <a:ext uri="{FF2B5EF4-FFF2-40B4-BE49-F238E27FC236}">
                <a16:creationId xmlns:a16="http://schemas.microsoft.com/office/drawing/2014/main" id="{A8BE4E4E-797E-4F7E-9249-ACC4FAECC63E}"/>
              </a:ext>
            </a:extLst>
          </p:cNvPr>
          <p:cNvSpPr>
            <a:spLocks xmlns:a="http://schemas.openxmlformats.org/drawingml/2006/main" noGrp="1"/>
          </p:cNvSpPr>
          <p:nvPr/>
        </p:nvSpPr>
        <p:spPr>
          <a:xfrm xmlns:a="http://schemas.openxmlformats.org/drawingml/2006/main">
            <a:off x="908685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0.649</a:t>
            </a:r>
          </a:p>
        </p:txBody>
      </p:sp>
      <p:sp>
        <p:nvSpPr>
          <p:cNvPr id="30" name="">
            <a:extLst xmlns:a="http://schemas.openxmlformats.org/drawingml/2006/main">
              <a:ext uri="{FF2B5EF4-FFF2-40B4-BE49-F238E27FC236}">
                <a16:creationId xmlns:a16="http://schemas.microsoft.com/office/drawing/2014/main" id="{94462989-1C18-4070-B280-4D60DAB37606}"/>
              </a:ext>
            </a:extLst>
          </p:cNvPr>
          <p:cNvSpPr>
            <a:spLocks xmlns:a="http://schemas.openxmlformats.org/drawingml/2006/main" noGrp="1"/>
          </p:cNvSpPr>
          <p:nvPr/>
        </p:nvSpPr>
        <p:spPr>
          <a:xfrm xmlns:a="http://schemas.openxmlformats.org/drawingml/2006/main">
            <a:off x="800100" y="45720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C6442E3-3170-4A61-AA0B-F4BAB2CE766D}"/>
              </a:ext>
            </a:extLst>
          </p:cNvPr>
          <p:cNvSpPr>
            <a:spLocks xmlns:a="http://schemas.openxmlformats.org/drawingml/2006/main" noGrp="1"/>
          </p:cNvSpPr>
          <p:nvPr/>
        </p:nvSpPr>
        <p:spPr>
          <a:xfrm xmlns:a="http://schemas.openxmlformats.org/drawingml/2006/main">
            <a:off x="800100" y="4933950"/>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Observed B rate = 0.525   |   Random log loss = 0.693</a:t>
            </a:r>
          </a:p>
        </p:txBody>
      </p:sp>
      <p:sp>
        <p:nvSpPr>
          <p:cNvPr id="32" name="">
            <a:extLst xmlns:a="http://schemas.openxmlformats.org/drawingml/2006/main">
              <a:ext uri="{FF2B5EF4-FFF2-40B4-BE49-F238E27FC236}">
                <a16:creationId xmlns:a16="http://schemas.microsoft.com/office/drawing/2014/main" id="{FC44F3F9-CCCB-4FD6-83E1-A483AFBBFB44}"/>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0A510EA-A341-4D0E-B788-B3F2B083B1E9}"/>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No clear personalization gain may mean weak individual regularity, or a model that cannot use it.</a:t>
            </a:r>
          </a:p>
        </p:txBody>
      </p:sp>
    </p:spTree>
    <p:extLst>
      <p:ext uri="{BB962C8B-B14F-4D97-AF65-F5344CB8AC3E}">
        <p14:creationId xmlns:p14="http://schemas.microsoft.com/office/powerpoint/2010/main" val="143734509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F5D86B2-AAFE-4D83-A1FA-434CD80518D1}"/>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7A03275F-4E6A-4775-B226-423496FDED86}"/>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D634124A-5911-4ED4-9B8F-BB37E4F7BDC7}"/>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86F6E7-4CC9-4BCC-8282-96E5D01CEE12}"/>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2838DE74-A185-4F0D-BA7A-2CC3AF35092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56639A-1DDA-4A5B-A62E-6F04E979944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0618407-4CCA-407A-9EAB-65DC17C8E93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5D62BCB-007C-46D5-AE5B-B15F91D4CF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66F3C91-F310-4C1A-9E4C-7F7B940244B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8A7ACDB-FEB3-4157-AC1F-438D491E66D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7886B5-9A20-4528-8A36-59726C0938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5CAC79B-3957-44C2-91D6-79D031C770F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AF693B3-EC99-4C5E-A025-B4028FA831F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C8B405A-CAC7-4B61-9EA6-0C659E02026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9235532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6F8BFE1-67D7-4716-ADCC-62188AD7739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4637EFC9-71FB-4DF2-A0E3-46D75369C5B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B72F3D1F-ABDC-45E9-8E2C-2B5988D3689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7198B3-9A7C-45EA-B305-BBE098516CB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4A9BB55F-E6AE-4383-BC20-913062E8709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C76253A-BF5B-4367-8DC2-F619F5DA437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4717AA4-AEA3-4F4B-B7F0-F6DD03225FC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636B88C-A2C7-448B-AFAA-AE1CBCBC542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33D578-FEF2-488E-9261-D6006421C42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3D347C-1068-4CB7-BA37-8AB2E08307D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117AEA9-3787-4CEE-B4D6-5DD34824440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FA7D9F-B494-4099-941B-1DB2A5A5DDA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62C4FA8-23A4-480D-B6DB-BD0C0C88E1E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71F0EF-D99C-4CC4-AB6B-5ADFB2DBB3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D2DD1A1-3845-453C-BC64-6C6499AA928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E8CCB2CE-BEA3-46EE-BBA8-7B3CD55D73DE}"/>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818E6C1F-F2A6-4A62-A197-08B38E60E7E1}"/>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C2B269B0-D83B-426A-B115-8FB06E630DD4}"/>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957B365B-F5A9-482A-BDEF-0E157CE54799}"/>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C7EB619-E9F5-4B96-B883-AA1792E6D850}"/>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931F06A2-02F6-4A8B-B928-BFB9D10D60F8}"/>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E1217C5D-2873-4790-AC69-5AA1B05DA6F5}"/>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E4E8E5DF-32AE-4CA4-B066-A43DCB61022F}"/>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F73D264-116F-427E-8E26-B0CED597C794}"/>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A7A4F8B1-4E7F-4976-AF0B-156565776E3C}"/>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25FDCEB5-E35F-4BE3-A54A-81FEFCC52BFE}"/>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5C3F791C-64D3-48CF-A138-A2FB6B97E8A8}"/>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63E5174-F7CB-4A7F-844E-EA4AE739008D}"/>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95289410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0FCB75D-CFF2-4AB6-925E-43D2F5822F9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1BE24125-70CE-45D9-9AC3-A1298703568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67B7DAEB-D3D1-4C0E-8C54-0AB5D745658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D25ED72-FD9B-4EC0-A32E-147C86A82F0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91E68749-530F-469F-823D-C747987F26B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231E542-3D02-432E-9B72-10CCFB92C3B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6942FB2-F2E5-48D2-9AD4-82D77919A08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C4EFF52-28AF-448D-BD88-4DAB27FC49A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C4520E3-B3A0-4CE6-982C-51FC8F5DE54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D451F1-F8B8-4403-BC17-63C25BBD6FA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3A0363A-42A3-4ABA-B0D4-54D01046FF4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FBD494F-ECF9-430C-9976-65B1D22A8F8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EB6778A-C8A5-4618-A849-6533EE8DB84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3F5CFE-49F9-438F-95D7-00C30470C0F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BE3670E-6B53-40A7-9B94-A8B1A22250E0}"/>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F5422C62-37E0-45C3-AAF5-EFF6C5339D42}"/>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8B6EBB62-9541-4ED5-AD53-ECFEEBA5FE9E}"/>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139F347E-21C8-447F-B7E1-510C42D6D6C4}"/>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57D90D18-4824-40C7-8FFE-BD2E00C45B6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7F1D06-7159-4C05-A73E-892A177B936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128651486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B35798E-FC18-4B2E-BFF7-5586AB208C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418755FB-1613-4D6E-80EF-290F1604448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05AA2197-EA0A-478D-A800-98BBC4555BF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446B3A-A0AB-4923-A3C6-B826B67836B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599D05C7-9D43-450F-B4DC-2E282401AC3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9F92344-1539-4C9B-A3D4-E49967FBF3B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24DED64-6ACE-44FB-9E32-1AEDD21D993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48AF00-AAC9-4CC1-8E5B-FB33466F800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488D23C-C7B6-40E2-9BA7-3648FD66F24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995D7F-1444-4F71-896F-AC7179EE556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BEE49F6-519D-4736-ADD3-9ED0A9D12BB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36C71B-3B1B-46C7-A306-61FEC7C866F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FD87C23-58C7-42E3-840D-9F3F1B71397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FE7234-9E12-4EEB-9CA1-49A90CF2D31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675B53D-9772-4E64-A19D-5BB1FCBAD2DC}"/>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3C27BF7F-DE48-4AA6-BE9E-BB94569EE93E}"/>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4A735C30-0A26-4271-9619-FDF0E8CEB29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2714381-2C32-46C7-A34B-0BA5EA305D38}"/>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E00A120B-1984-4E2E-8C76-C20FA6C6EB9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86AD7B0C-4010-4D55-97F9-D6AED0C2AC31}"/>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8D708D-D23C-4D2C-B6A1-C1D7DDE9950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025A1816-4AD7-494C-A378-69280F11A844}"/>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DFD9B390-0500-4885-9FFC-7A27C8D37410}"/>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EE76302-76F1-4FFE-937B-EDC0CB9AB5E8}"/>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13D45C53-C6A3-4646-A7AD-C2A36D7F9F43}"/>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12FE31D8-2FD2-4CE5-95CE-78AE4A14BAE8}"/>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517EE89-77AD-4A84-8458-420E61F83C3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7FDCA79-5F5C-47D9-AB8C-26B12113D63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139204871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D48CB73-8356-4C70-BD26-235E68F1766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999C38FA-5481-4A8C-B305-C03C469EA21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A9B478B4-E2CE-459A-9DC6-F4B302C5E1B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B143108-76DB-4BEA-B79E-0F29541FF6D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935FA155-0F77-4C4A-A7E7-D5C3DDC02F0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4BA6D38-B6BC-4AE6-A86A-1BAC2A13606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93150DC-2DCF-4534-86D9-25CA2934F5C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B6C713A-9F30-49FC-B144-3594D68BDE0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0CAEEDA-FAD5-4BA6-BA04-9196099AC8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1398D3-C312-4C50-8060-8A605E88D21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50B5247-449C-4D79-9BBC-893BCC85AC7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2D4C72-0B2D-4067-80AB-52AE38A570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60B1C4A-23DD-4561-A04B-F444781B4A5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1E49158-B48A-4821-B990-72276747617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81465DD-66D0-4919-886E-90CB6807F802}"/>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E70DC066-8DD3-4271-BBBA-5952C5A91B70}"/>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E35A4C81-82F3-4446-93C1-A467A98A262F}"/>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0F06520-73FA-4C0F-BED1-2FF37C45CF02}"/>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FFE7578D-0FD4-40D9-A222-DCE7525AB309}"/>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1805FC44-4B70-4973-AC5A-6312E4711563}"/>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AB1954B-7310-45DD-A782-F8419C11468B}"/>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C40A2597-C0E9-4B76-B1BA-58271EDC9619}"/>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8A3297D3-60AC-408C-B7E1-322DE9E7AB0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D35183F-81D4-49FE-85F1-24D6A9985FBB}"/>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2FD09560-6F9C-4663-9D9A-35FB59DC25A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F4A44664-1045-4C40-B20B-0D84634A87F1}"/>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DC043C1-EFEF-452E-8547-84D0FFD457C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1082105-CFE9-4690-ACEC-647021E6E54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70338098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CCC0BC0-FDB1-4F53-95AE-DC152488BCB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FCB97C05-9357-4519-A44C-CA7239116EF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03D0DA3B-540D-409B-82C7-B471AC78BBC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D12BD51-F0A5-426F-BA47-8D16570F9A3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41</a:t>
            </a:r>
          </a:p>
        </p:txBody>
      </p:sp>
      <p:sp>
        <p:nvSpPr>
          <p:cNvPr id="5" name="">
            <a:extLst xmlns:a="http://schemas.openxmlformats.org/drawingml/2006/main">
              <a:ext uri="{FF2B5EF4-FFF2-40B4-BE49-F238E27FC236}">
                <a16:creationId xmlns:a16="http://schemas.microsoft.com/office/drawing/2014/main" id="{F89E02EE-41BF-40FB-A385-1C85C0DD88F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F381369-656D-430F-9C07-47FB90EA5B3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C772A66-FE13-415B-8AF8-F3EF5E40D41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8624A3-9050-4E61-B6DE-D5D3E6EED53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34E6716-AFBD-484C-ABE1-5DE7B020F32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2822064-6A86-40B5-A3B8-D8F01FAD636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FBA2B60-94C6-425E-AB6C-AB49D86606B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2EF799-6288-424C-A186-B79C79B8730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64F633-8B83-4061-A0FB-8E34BF17A9D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609771-CEC2-40B4-AC00-BB1AE86D876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2396AA7-5EE5-4664-8B08-DE49372C115D}"/>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5D9F625B-52FE-4347-A436-C6F6F75577E0}"/>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F43FA518-B516-48FB-8C47-DFCF9574ED25}"/>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D0BDEE59-7FD2-4AAD-8970-C090AA5B4A0F}"/>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0219FB0B-9C42-4E1D-A6C5-73343752E257}"/>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4BFDCB83-B8A2-4AFE-8017-614AAED277B9}"/>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6738DDD1-03DC-4A92-A0DC-A27ACDDC4FBC}"/>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ABC4DD24-973E-492B-BCE7-7B4B58934E5D}"/>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8D21F94-E665-4102-B518-5E3C47B83150}"/>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23E09597-68CA-4CE0-B768-394CC00D4019}"/>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8DA6FD03-EBB9-4D2F-8D53-5577B23CC9B3}"/>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D61B3E7B-CBAB-4F33-8BB4-8AC17F8DF2A4}"/>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0E1F0DB-60E4-4D5A-8085-40C93E490E47}"/>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A3941CF8-46A5-4C2F-ABF0-E01A62E5A7F7}"/>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83F4EE9D-F55A-4094-AB9C-F223FCC381D2}"/>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DF085D5A-3A06-4BEC-8F90-9F78E507D23F}"/>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3CB719D-6672-4050-993B-221FFDB4A2C0}"/>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A39F2DD-3C1B-40FC-95C5-C13D6C356CB8}"/>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97240461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D7D30B2-7CFE-4699-A2A1-7BAA869F43E5}"/>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C0A4835A-6A8D-4A69-BE9F-BB8389283B39}"/>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8D162EE-66BF-46D2-802E-F0924CA9C6E6}"/>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Prediction complete. Next: what information supported the prediction?</a:t>
            </a:r>
          </a:p>
        </p:txBody>
      </p:sp>
      <p:sp>
        <p:nvSpPr>
          <p:cNvPr id="4" name="">
            <a:extLst xmlns:a="http://schemas.openxmlformats.org/drawingml/2006/main">
              <a:ext uri="{FF2B5EF4-FFF2-40B4-BE49-F238E27FC236}">
                <a16:creationId xmlns:a16="http://schemas.microsoft.com/office/drawing/2014/main" id="{BB406CC8-4915-4078-9743-70E22158CBD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A89901D-56EC-4FA8-8595-DF98666F8BD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D18AAF32-CC2C-4DEA-9E7C-3C24D4EB459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8880939-23C4-4046-AACB-FE4988536E0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601DA9EE-9A14-4DD9-B4CA-DF29E24093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9DB9F94-E6BE-4F67-8ABD-B49BB0A260F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252C943A-4D20-4FEB-A8AD-7794AE3C1C1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1475639-0C59-4468-9A01-7D2264A2A55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4A04F6F3-B4E3-41A8-8FC6-421768E17D9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97C2B2F-13E1-479C-B73A-C7DEA1DB55A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88813996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2B2520D-14A6-4758-9F67-8A055CD76C5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732B8AF5-FBD9-41EC-B833-5CD55C63ACB2}"/>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56704B54-B0BB-4130-A83F-9E9B4878D88A}"/>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8964000-CC6C-4342-8D9E-A900431E45A5}"/>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A8AE79F9-38B6-4E3C-A662-EB04F64256F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6E5FF5B-5468-4B45-A17B-0946CB7244D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F98F60C-7E71-4FDA-A3A3-289ACD4FA7F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5A29F7-3529-4662-A949-68F051B9980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4F2DB60-EAA3-4EF2-8437-76835C232AD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CE556A-6DE6-4E6C-8B87-047110CA2B6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F4C0FC8-7CB9-4541-B940-0C6CAF458D9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E852F7-D48B-4E9D-849A-1F5C74E7446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23C8C6-1202-44B9-AC9C-A481DDAB0A1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C05258F-36BB-467A-AAF7-7FF8C9D9306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2225555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7C156B7-9D29-450C-8F13-4FC425D276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B0246423-9805-4338-8F82-40A0BD224F4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5014E9DF-3200-4D80-9EEF-28418FBD4F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418C743-B15C-4BF8-A842-2284E6A073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75E7CF74-C544-40D6-9CDD-E1ACAF78CA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4AFEFC1-B27C-4283-BF2E-48E4945463A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C297319-4EBA-44E7-A202-8FC61D8E756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35F79A-6ABC-4C43-903A-80A77487C0D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F4F4D1D-8595-475A-B12C-6F862283961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52EA044-4E54-4850-AFAB-D4C7578C195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5B1D77F-1413-4719-A61D-EF1E57B1207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911CEF0-DA50-43C7-9671-945BB7CB23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2A98CE0-5F2F-40BB-B68E-FEFB973E052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933B72-DDDD-4026-9541-84EC4F8536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C58874B-BD82-4C52-A891-C902A7764EF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E141C426-3511-4E5D-AEF2-A770A43D78C8}"/>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2635BEF5-6C7E-498E-8BA3-3D91816821F6}"/>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550C7D7D-05A6-4E8F-82B5-6657CA1616CB}"/>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EB67C7F-4CFA-4EF3-A7E0-960BB9A58431}"/>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9AB6FE35-2194-4CAF-9F3A-297A42B684BC}"/>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0E29CF85-21D4-47E5-B44D-CB2DEE0AC9B2}"/>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5DEE3BB1-DC18-45F3-B1B1-D3C1C6DD112D}"/>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9D9ECC39-DD85-4E30-BA2F-8CAFF651813D}"/>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8F1D7B8-5F04-45B8-9C84-14839A9B6BC5}"/>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20A74F95-1455-4C1B-86B8-19E710865F9B}"/>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48B54B54-E334-4EA3-A4F9-28F68B557A9D}"/>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D1B53D3A-380A-4A08-BE3F-5F17EB6E2733}"/>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2046D5E-863E-4C21-B502-334D045ECFFB}"/>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80874853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F50ECDE-BB35-4AE5-BD32-DBD0CDBD81A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F4FD6C5C-D222-4728-8D6E-F1ED2B22F81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0EC59B80-5172-4FCA-9A92-E4B6AB4EAA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15E7FF-F67B-422C-9BD1-B322F71F5C1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2CB2FA2D-0AB7-47D7-BB0D-3B7F4C3BD71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FD3848F-3958-4692-8598-701917E581B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45C984-DBDA-4838-88D2-D68AAC1D389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EF3880-4BB9-4335-932B-7591DA2E03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CB06130-9F23-4B37-B373-CDB2714987A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3E3EC78-23ED-48A1-B975-38585BE5535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62BF14-0449-4D39-B481-EE45BC68BB3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2ACCC3-4938-40ED-A72E-1B0B65BFC25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98E6961-9A00-4D47-840D-7689058E43F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291CAF6-C746-4028-ADAF-A698BB3D871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8A888A6-5B4C-47F4-A066-8E6A05F25BD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B7E212D8-92CE-40A3-AFE9-23E92A6A3B12}"/>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815B45DB-20C7-4E70-AEE9-006C6ACE5244}"/>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D3C8BC4B-D521-42D4-B1C5-335D0764394C}"/>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D25AF3C5-6169-4980-B6AB-1572D17B716D}"/>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111BC8A5-0665-4A22-9474-D239BA2249D1}"/>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C7D66DB1-BE92-4648-9280-36A6BD466E51}"/>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099120-0CF2-4759-87AA-922BBD24C305}"/>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56F58006-5C6E-4753-B8F6-14574EA86334}"/>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F5B7ECA2-41A0-48C5-9205-53FE0AF29F2D}"/>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B22C5217-04E0-427F-8D9A-4327810A8880}"/>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07092470-872E-43B1-9C13-44F86FB13577}"/>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E830ED8A-FF1B-48E9-9750-9477ABD232D5}"/>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6F58A625-8A7C-4AED-A72A-0A9A449B63FF}"/>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185C4A1-5ECB-4AF6-9C01-925379BB6311}"/>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24067559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CEFB54B-13C1-40A0-AAEF-18937502CE2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67C453FA-FC4C-408F-B080-D6B9B401ACE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7DB4A3BE-53DB-4888-A141-65F65A959A2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9C2ADF-5CED-4457-9A9B-A3ABE20720F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929AB0F5-961F-4311-ADFD-8C92A150BFB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0E7CC6-8B94-4E97-8D0F-B47A3FE0477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9078740-ED35-42B2-B5C9-0F0A2BC01D9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545015F-9B2F-40F5-BCB1-619B24EB37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573F693-52B8-4EDC-B5AF-FD770058667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432DD35-4E58-45AF-A52D-366F0E1A9A1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4B2C679-0D46-4630-9797-25C72A4932F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628B7F-AE2F-459F-8B2F-327326F147C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F8885B5-199F-41EC-9B39-54EE7548B1D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D3890E-35D7-45CA-955E-49742BDE6E7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5F99464-D465-469A-BBA8-6F73BA3EDC1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BB6AC79C-F246-4D1B-9143-A8AAC2524BCA}"/>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6C549F44-D4BE-4231-9779-57BAACCF94A2}"/>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AA9EC16-81B3-47DC-8762-886754873B5F}"/>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26277487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40A18B3-303C-417A-A8E9-1A8D0489947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48DACE9C-EFA0-48B3-8DDB-0D99967B11E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FB05D94F-A291-4A4B-ACE1-4FF7F5541E5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42E52A8-2F15-427C-B720-17F243E6A33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D7C6C11E-657D-4638-9C85-6A396F41BA7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9C625F7-9F2E-48FD-BC5D-5F2A5760876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7A7EF9C-C41F-417F-A7DC-11D1DF74BA0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AB8EE1-D5F3-47B4-B74F-9E19EE72E12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D75231A-E1DC-4A20-BB4D-D5C6C91BA50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68C5D8E-FCC1-486F-A6AD-B0C6DE36F8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1FFD0BB-AC20-4818-A7E2-BD61FAE187E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92733A8-6ED6-4F08-A6FF-98D271E7748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F5D964C-7C30-4096-968D-D91A263B59B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A4F3687-6FFF-4A25-833B-E84F5F0DE10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CE742D0-3A39-465C-9645-7070B97E24D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835A6E25-FB6F-443F-A987-AE4D08A193E0}"/>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89FD208C-0B94-47EA-BDC9-09666F720B61}"/>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7EE7BA9-CA19-4ADF-B2A4-83F584926DD5}"/>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F5148BBC-1D00-4994-8390-32E4711D9735}"/>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BF2D1DA8-EED4-4890-B728-DC4E5EFAFDE1}"/>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C9E5226E-5B02-4EB6-82E1-CA6947A9710C}"/>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6BF214A-7352-4C3D-BA8A-C49D87F72BA6}"/>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49536452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14AEB6AC-6060-407D-A369-C28C4543FE2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masked reasoning to recover choice and expose hidden states</a:t>
            </a:r>
          </a:p>
        </p:txBody>
      </p:sp>
      <p:sp>
        <p:nvSpPr>
          <p:cNvPr id="2" name="">
            <a:extLst xmlns:a="http://schemas.openxmlformats.org/drawingml/2006/main">
              <a:ext uri="{FF2B5EF4-FFF2-40B4-BE49-F238E27FC236}">
                <a16:creationId xmlns:a16="http://schemas.microsoft.com/office/drawing/2014/main" id="{D813556C-00C7-4F3E-B9B1-34C0C9E2D83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task</a:t>
            </a:r>
          </a:p>
        </p:txBody>
      </p:sp>
      <p:sp>
        <p:nvSpPr>
          <p:cNvPr id="3" name="">
            <a:extLst xmlns:a="http://schemas.openxmlformats.org/drawingml/2006/main">
              <a:ext uri="{FF2B5EF4-FFF2-40B4-BE49-F238E27FC236}">
                <a16:creationId xmlns:a16="http://schemas.microsoft.com/office/drawing/2014/main" id="{38FD78E4-5D2C-4219-80B9-F04DF1FD9C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25170B-9011-4ED2-98E8-5415E88202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9683BD2B-C56C-4E93-B6BD-E0B94C5AA6B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132B851-4BDD-43CB-91BB-D9EE0CC5533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EA41395-9FA1-4EAE-9999-0C1BC6DBAB7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D5B7D9-D488-44CF-BF61-AF981BC9A32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29F0358-7983-4B0C-AE0F-FC4FCE6677A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E8EEDC-B3C1-441D-8268-39030756E66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4E02AA5-5010-41E6-97F7-6D1E391CA1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D3C78A5-2DF5-42C4-A187-D69FB81F12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00C90E7-C094-4FF5-9286-39C2DF32529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0109A0-B6E2-49EB-A59A-7C4D81EF214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A1EFF39-7D7C-44EE-B4F8-8625816496C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input supports two behaviorally anchored readouts</a:t>
            </a:r>
          </a:p>
        </p:txBody>
      </p:sp>
      <p:sp>
        <p:nvSpPr>
          <p:cNvPr id="16" name="">
            <a:extLst xmlns:a="http://schemas.openxmlformats.org/drawingml/2006/main">
              <a:ext uri="{FF2B5EF4-FFF2-40B4-BE49-F238E27FC236}">
                <a16:creationId xmlns:a16="http://schemas.microsoft.com/office/drawing/2014/main" id="{4C2DBF8A-2843-44A9-8C5C-9935E87D84BB}"/>
              </a:ext>
            </a:extLst>
          </p:cNvPr>
          <p:cNvSpPr>
            <a:spLocks xmlns:a="http://schemas.openxmlformats.org/drawingml/2006/main" noGrp="1"/>
          </p:cNvSpPr>
          <p:nvPr/>
        </p:nvSpPr>
        <p:spPr>
          <a:xfrm xmlns:a="http://schemas.openxmlformats.org/drawingml/2006/main">
            <a:off x="5657850" y="3419475"/>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E80DFB9-3D24-4A54-AFD3-BAD1C683364D}"/>
              </a:ext>
            </a:extLst>
          </p:cNvPr>
          <p:cNvSpPr>
            <a:spLocks xmlns:a="http://schemas.openxmlformats.org/drawingml/2006/main" noGrp="1"/>
          </p:cNvSpPr>
          <p:nvPr/>
        </p:nvSpPr>
        <p:spPr>
          <a:xfrm xmlns:a="http://schemas.openxmlformats.org/drawingml/2006/main">
            <a:off x="8058150" y="2676525"/>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D50AA75-92FB-4A86-BA26-07FADDEA8AC5}"/>
              </a:ext>
            </a:extLst>
          </p:cNvPr>
          <p:cNvSpPr>
            <a:spLocks xmlns:a="http://schemas.openxmlformats.org/drawingml/2006/main" noGrp="1"/>
          </p:cNvSpPr>
          <p:nvPr/>
        </p:nvSpPr>
        <p:spPr>
          <a:xfrm xmlns:a="http://schemas.openxmlformats.org/drawingml/2006/main">
            <a:off x="8058150" y="4333875"/>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2CCDCD6-4E7A-46EB-A392-02F53CFE52A4}"/>
              </a:ext>
            </a:extLst>
          </p:cNvPr>
          <p:cNvSpPr>
            <a:spLocks xmlns:a="http://schemas.openxmlformats.org/drawingml/2006/main" noGrp="1"/>
          </p:cNvSpPr>
          <p:nvPr/>
        </p:nvSpPr>
        <p:spPr>
          <a:xfrm xmlns:a="http://schemas.openxmlformats.org/drawingml/2006/main">
            <a:off x="80010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MODEL INPUT</a:t>
            </a:r>
          </a:p>
        </p:txBody>
      </p:sp>
      <p:sp>
        <p:nvSpPr>
          <p:cNvPr id="20" name="">
            <a:extLst xmlns:a="http://schemas.openxmlformats.org/drawingml/2006/main">
              <a:ext uri="{FF2B5EF4-FFF2-40B4-BE49-F238E27FC236}">
                <a16:creationId xmlns:a16="http://schemas.microsoft.com/office/drawing/2014/main" id="{310EEA0B-FC57-4EED-8519-33037DE0F013}"/>
              </a:ext>
            </a:extLst>
          </p:cNvPr>
          <p:cNvSpPr>
            <a:spLocks xmlns:a="http://schemas.openxmlformats.org/drawingml/2006/main" noGrp="1"/>
          </p:cNvSpPr>
          <p:nvPr/>
        </p:nvSpPr>
        <p:spPr>
          <a:xfrm xmlns:a="http://schemas.openxmlformats.org/drawingml/2006/main">
            <a:off x="800100" y="2190750"/>
            <a:ext cx="4705350"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5B6B5AB7-F459-40CF-A5FA-D36AB098ED0E}"/>
              </a:ext>
            </a:extLst>
          </p:cNvPr>
          <p:cNvSpPr>
            <a:spLocks xmlns:a="http://schemas.openxmlformats.org/drawingml/2006/main" noGrp="1"/>
          </p:cNvSpPr>
          <p:nvPr/>
        </p:nvSpPr>
        <p:spPr>
          <a:xfrm xmlns:a="http://schemas.openxmlformats.org/drawingml/2006/main">
            <a:off x="1028700" y="2400300"/>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22" name="">
            <a:extLst xmlns:a="http://schemas.openxmlformats.org/drawingml/2006/main">
              <a:ext uri="{FF2B5EF4-FFF2-40B4-BE49-F238E27FC236}">
                <a16:creationId xmlns:a16="http://schemas.microsoft.com/office/drawing/2014/main" id="{A751905E-9F6F-4190-BC7D-4D25C5BD9259}"/>
              </a:ext>
            </a:extLst>
          </p:cNvPr>
          <p:cNvSpPr>
            <a:spLocks xmlns:a="http://schemas.openxmlformats.org/drawingml/2006/main" noGrp="1"/>
          </p:cNvSpPr>
          <p:nvPr/>
        </p:nvSpPr>
        <p:spPr>
          <a:xfrm xmlns:a="http://schemas.openxmlformats.org/drawingml/2006/main">
            <a:off x="1028700" y="266700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Infer which option the reasoning supports.</a:t>
            </a:r>
          </a:p>
        </p:txBody>
      </p:sp>
      <p:sp>
        <p:nvSpPr>
          <p:cNvPr id="23" name="">
            <a:extLst xmlns:a="http://schemas.openxmlformats.org/drawingml/2006/main">
              <a:ext uri="{FF2B5EF4-FFF2-40B4-BE49-F238E27FC236}">
                <a16:creationId xmlns:a16="http://schemas.microsoft.com/office/drawing/2014/main" id="{E297503D-D508-441B-AEF6-F0523873B8EE}"/>
              </a:ext>
            </a:extLst>
          </p:cNvPr>
          <p:cNvSpPr>
            <a:spLocks xmlns:a="http://schemas.openxmlformats.org/drawingml/2006/main" noGrp="1"/>
          </p:cNvSpPr>
          <p:nvPr/>
        </p:nvSpPr>
        <p:spPr>
          <a:xfrm xmlns:a="http://schemas.openxmlformats.org/drawingml/2006/main">
            <a:off x="1028700" y="31051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03153A2D-A9AD-4DC1-9F1A-41729C924012}"/>
              </a:ext>
            </a:extLst>
          </p:cNvPr>
          <p:cNvSpPr>
            <a:spLocks xmlns:a="http://schemas.openxmlformats.org/drawingml/2006/main" noGrp="1"/>
          </p:cNvSpPr>
          <p:nvPr/>
        </p:nvSpPr>
        <p:spPr>
          <a:xfrm xmlns:a="http://schemas.openxmlformats.org/drawingml/2006/main">
            <a:off x="1028700" y="3371850"/>
            <a:ext cx="4095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350" b="0" i="0">
                <a:solidFill>
                  <a:srgbClr val="111827"/>
                </a:solidFill>
                <a:latin typeface="Arial"/>
                <a:ea typeface="Arial"/>
                <a:cs typeface="Arial"/>
              </a:defRPr>
            </a:pPr>
            <a:r>
              <a:rPr sz="1350" b="0" i="0">
                <a:solidFill>
                  <a:srgbClr val="111827"/>
                </a:solidFill>
                <a:latin typeface="Arial"/>
                <a:ea typeface="Arial"/>
                <a:cs typeface="Arial"/>
              </a:rPr>
              <a:t>A: 25% of $1,000; otherwise $0</a:t>
            </a:r>
          </a:p>
          <a:p xmlns:a="http://schemas.openxmlformats.org/drawingml/2006/main">
            <a:pPr algn="l">
              <a:lnSpc>
                <a:spcPct val="115000"/>
              </a:lnSpc>
              <a:buNone/>
              <a:defRPr sz="1350" b="0" i="0">
                <a:solidFill>
                  <a:srgbClr val="111827"/>
                </a:solidFill>
                <a:latin typeface="Arial"/>
                <a:ea typeface="Arial"/>
                <a:cs typeface="Arial"/>
              </a:defRPr>
            </a:pPr>
            <a:r>
              <a:rPr sz="1350" b="0" i="0">
                <a:solidFill>
                  <a:srgbClr val="111827"/>
                </a:solidFill>
                <a:latin typeface="Arial"/>
                <a:ea typeface="Arial"/>
                <a:cs typeface="Arial"/>
              </a:rPr>
              <a:t>B: $240 for sure</a:t>
            </a:r>
          </a:p>
        </p:txBody>
      </p:sp>
      <p:sp>
        <p:nvSpPr>
          <p:cNvPr id="25" name="">
            <a:extLst xmlns:a="http://schemas.openxmlformats.org/drawingml/2006/main">
              <a:ext uri="{FF2B5EF4-FFF2-40B4-BE49-F238E27FC236}">
                <a16:creationId xmlns:a16="http://schemas.microsoft.com/office/drawing/2014/main" id="{968F6640-DCC8-4A2B-B583-C5881F89F6C5}"/>
              </a:ext>
            </a:extLst>
          </p:cNvPr>
          <p:cNvSpPr>
            <a:spLocks xmlns:a="http://schemas.openxmlformats.org/drawingml/2006/main" noGrp="1"/>
          </p:cNvSpPr>
          <p:nvPr/>
        </p:nvSpPr>
        <p:spPr>
          <a:xfrm xmlns:a="http://schemas.openxmlformats.org/drawingml/2006/main">
            <a:off x="1028700" y="40576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reasoning</a:t>
            </a:r>
          </a:p>
        </p:txBody>
      </p:sp>
      <p:sp>
        <p:nvSpPr>
          <p:cNvPr id="26" name="">
            <a:extLst xmlns:a="http://schemas.openxmlformats.org/drawingml/2006/main">
              <a:ext uri="{FF2B5EF4-FFF2-40B4-BE49-F238E27FC236}">
                <a16:creationId xmlns:a16="http://schemas.microsoft.com/office/drawing/2014/main" id="{D92915A8-93B6-4DFB-A694-BAAEE1028544}"/>
              </a:ext>
            </a:extLst>
          </p:cNvPr>
          <p:cNvSpPr>
            <a:spLocks xmlns:a="http://schemas.openxmlformats.org/drawingml/2006/main" noGrp="1"/>
          </p:cNvSpPr>
          <p:nvPr/>
        </p:nvSpPr>
        <p:spPr>
          <a:xfrm xmlns:a="http://schemas.openxmlformats.org/drawingml/2006/main">
            <a:off x="1028700" y="4324350"/>
            <a:ext cx="4095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275" b="0" i="0">
                <a:solidFill>
                  <a:srgbClr val="283643"/>
                </a:solidFill>
                <a:latin typeface="Arial"/>
                <a:ea typeface="Arial"/>
                <a:cs typeface="Arial"/>
              </a:defRPr>
            </a:pPr>
            <a:r>
              <a:rPr sz="1275" b="0" i="0">
                <a:solidFill>
                  <a:srgbClr val="283643"/>
                </a:solidFill>
                <a:latin typeface="Arial"/>
                <a:ea typeface="Arial"/>
                <a:cs typeface="Arial"/>
              </a:rPr>
              <a:t>A gives $250; B gives $240.</a:t>
            </a:r>
          </a:p>
          <a:p xmlns:a="http://schemas.openxmlformats.org/drawingml/2006/main">
            <a:pPr algn="l">
              <a:lnSpc>
                <a:spcPct val="112000"/>
              </a:lnSpc>
              <a:buNone/>
              <a:defRPr sz="1275" b="0" i="0">
                <a:solidFill>
                  <a:srgbClr val="283643"/>
                </a:solidFill>
                <a:latin typeface="Arial"/>
                <a:ea typeface="Arial"/>
                <a:cs typeface="Arial"/>
              </a:defRPr>
            </a:pPr>
            <a:r>
              <a:rPr sz="1275" b="0" i="0">
                <a:solidFill>
                  <a:srgbClr val="283643"/>
                </a:solidFill>
                <a:latin typeface="Arial"/>
                <a:ea typeface="Arial"/>
                <a:cs typeface="Arial"/>
              </a:rPr>
              <a:t>A has the higher value. I choose Option X.</a:t>
            </a:r>
          </a:p>
        </p:txBody>
      </p:sp>
      <p:sp>
        <p:nvSpPr>
          <p:cNvPr id="27" name="">
            <a:extLst xmlns:a="http://schemas.openxmlformats.org/drawingml/2006/main">
              <a:ext uri="{FF2B5EF4-FFF2-40B4-BE49-F238E27FC236}">
                <a16:creationId xmlns:a16="http://schemas.microsoft.com/office/drawing/2014/main" id="{BB4F4B87-F8C1-4192-B1A3-7FD91B62A0FD}"/>
              </a:ext>
            </a:extLst>
          </p:cNvPr>
          <p:cNvSpPr>
            <a:spLocks xmlns:a="http://schemas.openxmlformats.org/drawingml/2006/main" noGrp="1"/>
          </p:cNvSpPr>
          <p:nvPr/>
        </p:nvSpPr>
        <p:spPr>
          <a:xfrm xmlns:a="http://schemas.openxmlformats.org/drawingml/2006/main">
            <a:off x="6267450" y="2838450"/>
            <a:ext cx="1695450" cy="1123950"/>
          </a:xfrm>
          <a:prstGeom xmlns:a="http://schemas.openxmlformats.org/drawingml/2006/main" prst="rect">
            <a:avLst/>
          </a:prstGeom>
          <a:solidFill xmlns:a="http://schemas.openxmlformats.org/drawingml/2006/main">
            <a:srgbClr val="F3F4F6"/>
          </a:solidFill>
          <a:ln xmlns:a="http://schemas.openxmlformats.org/drawingml/2006/main" w="11906">
            <a:solidFill>
              <a:srgbClr val="234E70"/>
            </a:solidFill>
            <a:prstDash val="solid"/>
          </a:ln>
        </p:spPr>
      </p:sp>
      <p:sp>
        <p:nvSpPr>
          <p:cNvPr id="28" name="">
            <a:extLst xmlns:a="http://schemas.openxmlformats.org/drawingml/2006/main">
              <a:ext uri="{FF2B5EF4-FFF2-40B4-BE49-F238E27FC236}">
                <a16:creationId xmlns:a16="http://schemas.microsoft.com/office/drawing/2014/main" id="{12A26288-A1EF-45CC-B32A-879D7302BCB2}"/>
              </a:ext>
            </a:extLst>
          </p:cNvPr>
          <p:cNvSpPr>
            <a:spLocks xmlns:a="http://schemas.openxmlformats.org/drawingml/2006/main" noGrp="1"/>
          </p:cNvSpPr>
          <p:nvPr/>
        </p:nvSpPr>
        <p:spPr>
          <a:xfrm xmlns:a="http://schemas.openxmlformats.org/drawingml/2006/main">
            <a:off x="6419850" y="3105150"/>
            <a:ext cx="1390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Frozen Qwen</a:t>
            </a:r>
          </a:p>
        </p:txBody>
      </p:sp>
      <p:sp>
        <p:nvSpPr>
          <p:cNvPr id="29" name="">
            <a:extLst xmlns:a="http://schemas.openxmlformats.org/drawingml/2006/main">
              <a:ext uri="{FF2B5EF4-FFF2-40B4-BE49-F238E27FC236}">
                <a16:creationId xmlns:a16="http://schemas.microsoft.com/office/drawing/2014/main" id="{9C9D05DA-463D-44ED-AC7A-DBA6CA566C9C}"/>
              </a:ext>
            </a:extLst>
          </p:cNvPr>
          <p:cNvSpPr>
            <a:spLocks xmlns:a="http://schemas.openxmlformats.org/drawingml/2006/main" noGrp="1"/>
          </p:cNvSpPr>
          <p:nvPr/>
        </p:nvSpPr>
        <p:spPr>
          <a:xfrm xmlns:a="http://schemas.openxmlformats.org/drawingml/2006/main">
            <a:off x="6419850" y="3486150"/>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one forward pass</a:t>
            </a:r>
          </a:p>
        </p:txBody>
      </p:sp>
      <p:sp>
        <p:nvSpPr>
          <p:cNvPr id="30" name="">
            <a:extLst xmlns:a="http://schemas.openxmlformats.org/drawingml/2006/main">
              <a:ext uri="{FF2B5EF4-FFF2-40B4-BE49-F238E27FC236}">
                <a16:creationId xmlns:a16="http://schemas.microsoft.com/office/drawing/2014/main" id="{28202258-EDDA-4485-9A58-09206314BE75}"/>
              </a:ext>
            </a:extLst>
          </p:cNvPr>
          <p:cNvSpPr>
            <a:spLocks xmlns:a="http://schemas.openxmlformats.org/drawingml/2006/main" noGrp="1"/>
          </p:cNvSpPr>
          <p:nvPr/>
        </p:nvSpPr>
        <p:spPr>
          <a:xfrm xmlns:a="http://schemas.openxmlformats.org/drawingml/2006/main">
            <a:off x="8705850" y="2038350"/>
            <a:ext cx="25336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0ABC9415-CDB1-424A-9B66-A8772F2A70BA}"/>
              </a:ext>
            </a:extLst>
          </p:cNvPr>
          <p:cNvSpPr>
            <a:spLocks xmlns:a="http://schemas.openxmlformats.org/drawingml/2006/main" noGrp="1"/>
          </p:cNvSpPr>
          <p:nvPr/>
        </p:nvSpPr>
        <p:spPr>
          <a:xfrm xmlns:a="http://schemas.openxmlformats.org/drawingml/2006/main">
            <a:off x="8896350" y="2247900"/>
            <a:ext cx="2152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Direct choice readout</a:t>
            </a:r>
          </a:p>
        </p:txBody>
      </p:sp>
      <p:sp>
        <p:nvSpPr>
          <p:cNvPr id="32" name="">
            <a:extLst xmlns:a="http://schemas.openxmlformats.org/drawingml/2006/main">
              <a:ext uri="{FF2B5EF4-FFF2-40B4-BE49-F238E27FC236}">
                <a16:creationId xmlns:a16="http://schemas.microsoft.com/office/drawing/2014/main" id="{06EF8944-DDE4-4BD6-91DE-0CAAC965C029}"/>
              </a:ext>
            </a:extLst>
          </p:cNvPr>
          <p:cNvSpPr>
            <a:spLocks xmlns:a="http://schemas.openxmlformats.org/drawingml/2006/main" noGrp="1"/>
          </p:cNvSpPr>
          <p:nvPr/>
        </p:nvSpPr>
        <p:spPr>
          <a:xfrm xmlns:a="http://schemas.openxmlformats.org/drawingml/2006/main">
            <a:off x="8896350" y="2667000"/>
            <a:ext cx="2152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output P(A), P(B)</a:t>
            </a:r>
          </a:p>
        </p:txBody>
      </p:sp>
      <p:sp>
        <p:nvSpPr>
          <p:cNvPr id="33" name="">
            <a:extLst xmlns:a="http://schemas.openxmlformats.org/drawingml/2006/main">
              <a:ext uri="{FF2B5EF4-FFF2-40B4-BE49-F238E27FC236}">
                <a16:creationId xmlns:a16="http://schemas.microsoft.com/office/drawing/2014/main" id="{E6813DE9-854C-4E8E-8B75-1A6834CC83CC}"/>
              </a:ext>
            </a:extLst>
          </p:cNvPr>
          <p:cNvSpPr>
            <a:spLocks xmlns:a="http://schemas.openxmlformats.org/drawingml/2006/main" noGrp="1"/>
          </p:cNvSpPr>
          <p:nvPr/>
        </p:nvSpPr>
        <p:spPr>
          <a:xfrm xmlns:a="http://schemas.openxmlformats.org/drawingml/2006/main">
            <a:off x="8896350" y="3009900"/>
            <a:ext cx="21526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06"/>
          </a:bodyPr>
          <a:lstStyle xmlns:a="http://schemas.openxmlformats.org/drawingml/2006/main"/>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evaluate held-out choice</a:t>
            </a:r>
          </a:p>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with balanced accuracy</a:t>
            </a:r>
          </a:p>
        </p:txBody>
      </p:sp>
      <p:sp>
        <p:nvSpPr>
          <p:cNvPr id="34" name="">
            <a:extLst xmlns:a="http://schemas.openxmlformats.org/drawingml/2006/main">
              <a:ext uri="{FF2B5EF4-FFF2-40B4-BE49-F238E27FC236}">
                <a16:creationId xmlns:a16="http://schemas.microsoft.com/office/drawing/2014/main" id="{57A088F2-8AEB-47BD-B30C-25A0AE387C8C}"/>
              </a:ext>
            </a:extLst>
          </p:cNvPr>
          <p:cNvSpPr>
            <a:spLocks xmlns:a="http://schemas.openxmlformats.org/drawingml/2006/main" noGrp="1"/>
          </p:cNvSpPr>
          <p:nvPr/>
        </p:nvSpPr>
        <p:spPr>
          <a:xfrm xmlns:a="http://schemas.openxmlformats.org/drawingml/2006/main">
            <a:off x="8705850" y="3752850"/>
            <a:ext cx="25336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2512E996-85C7-4183-8CAC-104BBDE2ED6B}"/>
              </a:ext>
            </a:extLst>
          </p:cNvPr>
          <p:cNvSpPr>
            <a:spLocks xmlns:a="http://schemas.openxmlformats.org/drawingml/2006/main" noGrp="1"/>
          </p:cNvSpPr>
          <p:nvPr/>
        </p:nvSpPr>
        <p:spPr>
          <a:xfrm xmlns:a="http://schemas.openxmlformats.org/drawingml/2006/main">
            <a:off x="8896350" y="3962400"/>
            <a:ext cx="2152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375"/>
          </a:bodyPr>
          <a:lstStyle xmlns:a="http://schemas.openxmlformats.org/drawingml/2006/main"/>
          <a:p xmlns:a="http://schemas.openxmlformats.org/drawingml/2006/main">
            <a:pPr algn="l">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Representation readout</a:t>
            </a:r>
          </a:p>
        </p:txBody>
      </p:sp>
      <p:sp>
        <p:nvSpPr>
          <p:cNvPr id="36" name="">
            <a:extLst xmlns:a="http://schemas.openxmlformats.org/drawingml/2006/main">
              <a:ext uri="{FF2B5EF4-FFF2-40B4-BE49-F238E27FC236}">
                <a16:creationId xmlns:a16="http://schemas.microsoft.com/office/drawing/2014/main" id="{5944A09A-8873-4D85-99BD-89E98E60E3BE}"/>
              </a:ext>
            </a:extLst>
          </p:cNvPr>
          <p:cNvSpPr>
            <a:spLocks xmlns:a="http://schemas.openxmlformats.org/drawingml/2006/main" noGrp="1"/>
          </p:cNvSpPr>
          <p:nvPr/>
        </p:nvSpPr>
        <p:spPr>
          <a:xfrm xmlns:a="http://schemas.openxmlformats.org/drawingml/2006/main">
            <a:off x="8896350" y="4381500"/>
            <a:ext cx="2152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save h(l, t)</a:t>
            </a:r>
          </a:p>
        </p:txBody>
      </p:sp>
      <p:sp>
        <p:nvSpPr>
          <p:cNvPr id="37" name="">
            <a:extLst xmlns:a="http://schemas.openxmlformats.org/drawingml/2006/main">
              <a:ext uri="{FF2B5EF4-FFF2-40B4-BE49-F238E27FC236}">
                <a16:creationId xmlns:a16="http://schemas.microsoft.com/office/drawing/2014/main" id="{A8DE4867-4B0F-4240-BE48-321FF8D2FFB4}"/>
              </a:ext>
            </a:extLst>
          </p:cNvPr>
          <p:cNvSpPr>
            <a:spLocks xmlns:a="http://schemas.openxmlformats.org/drawingml/2006/main" noGrp="1"/>
          </p:cNvSpPr>
          <p:nvPr/>
        </p:nvSpPr>
        <p:spPr>
          <a:xfrm xmlns:a="http://schemas.openxmlformats.org/drawingml/2006/main">
            <a:off x="8896350" y="4724400"/>
            <a:ext cx="21526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06"/>
          </a:bodyPr>
          <a:lstStyle xmlns:a="http://schemas.openxmlformats.org/drawingml/2006/main"/>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probe choice information</a:t>
            </a:r>
          </a:p>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and analyze geometry</a:t>
            </a:r>
          </a:p>
        </p:txBody>
      </p:sp>
      <p:sp>
        <p:nvSpPr>
          <p:cNvPr id="38" name="">
            <a:extLst xmlns:a="http://schemas.openxmlformats.org/drawingml/2006/main">
              <a:ext uri="{FF2B5EF4-FFF2-40B4-BE49-F238E27FC236}">
                <a16:creationId xmlns:a16="http://schemas.microsoft.com/office/drawing/2014/main" id="{4BF96FAF-8930-40B4-B36E-0AA4A9B31CCB}"/>
              </a:ext>
            </a:extLst>
          </p:cNvPr>
          <p:cNvSpPr>
            <a:spLocks xmlns:a="http://schemas.openxmlformats.org/drawingml/2006/main" noGrp="1"/>
          </p:cNvSpPr>
          <p:nvPr/>
        </p:nvSpPr>
        <p:spPr>
          <a:xfrm xmlns:a="http://schemas.openxmlformats.org/drawingml/2006/main">
            <a:off x="800100" y="521970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8A3B35"/>
                </a:solidFill>
                <a:latin typeface="Arial"/>
                <a:ea typeface="Arial"/>
                <a:cs typeface="Arial"/>
              </a:defRPr>
            </a:pPr>
            <a:r>
              <a:rPr sz="1275" b="0" i="0">
                <a:solidFill>
                  <a:srgbClr val="8A3B35"/>
                </a:solidFill>
                <a:latin typeface="Arial"/>
                <a:ea typeface="Arial"/>
                <a:cs typeface="Arial"/>
              </a:rPr>
              <a:t>Withheld: persona label and original A/B conclusion</a:t>
            </a:r>
          </a:p>
        </p:txBody>
      </p:sp>
      <p:sp>
        <p:nvSpPr>
          <p:cNvPr id="39" name="">
            <a:extLst xmlns:a="http://schemas.openxmlformats.org/drawingml/2006/main">
              <a:ext uri="{FF2B5EF4-FFF2-40B4-BE49-F238E27FC236}">
                <a16:creationId xmlns:a16="http://schemas.microsoft.com/office/drawing/2014/main" id="{0A790860-CAF2-49BA-9566-10B9E3B21E49}"/>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D6C4AC28-6C67-4F2F-910E-30A57DDD0246}"/>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Choice recovery tests whether information is present; hidden-state analysis asks where and how it is represented.</a:t>
            </a:r>
          </a:p>
        </p:txBody>
      </p:sp>
    </p:spTree>
    <p:extLst>
      <p:ext uri="{BB962C8B-B14F-4D97-AF65-F5344CB8AC3E}">
        <p14:creationId xmlns:p14="http://schemas.microsoft.com/office/powerpoint/2010/main" val="146412569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E815F83-CB7C-4D99-9250-533C6B8DA94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FB4739B2-6184-49E8-8098-8A916B7620B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302B08DB-0DC0-49DA-8E52-BBA10593370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12190B8-15F4-40EC-9B7C-2BB328C49C4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65B545B1-1236-4112-8E7E-AF4E36AF6D6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591F279-2233-4E25-91CE-7CE2AEAAAB8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5F96FD9-7552-4700-B967-8E9D41473C6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45233C8-F0CE-4E3D-BB48-DFA31215591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E8446E8-8D97-4BE8-B993-94E90AB4046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87C75F-AF6D-43A5-BFBB-94C8A84C765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DB8C409-9DBD-45AD-B127-026C72E9873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7DC9C4F-32E3-44E5-9C3D-CA58C7C945E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B0470BB-5646-4D8B-AE38-80A122211C8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4D8F1B8-9ABC-4440-B880-B14BC900BBB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CA5B7A-34BC-4C0D-9A27-7EFCD314A4B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31ABD7E6-2F5E-4DC6-BFC9-653A87201696}"/>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F5F35410-C8B3-4BBC-A7FF-3E756475A051}"/>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B3D9D193-4FFE-4B2D-BE53-73E17C6F7C32}"/>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732D8483-05A2-4443-AC37-8654C63EA4DA}"/>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5C9FD33F-DA18-46E7-BEB3-009691E2BC62}"/>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A76DE55A-C648-4877-9B43-66D30243F567}"/>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DD61AD71-F44F-42B2-8FBA-4E14B540B0F0}"/>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2447600B-7FA7-4285-9E03-6070A4EC2060}"/>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E845C20B-20E8-4247-B214-F4375D1168D2}"/>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1C7BA960-BC5C-4107-BE2F-71F002414D30}"/>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C34214AB-73AA-49B1-ABB5-FE7FCB048038}"/>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7390F60B-F7F3-4B7D-8EC6-E79225E7EAEA}"/>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9DD8EC96-D32A-4DC8-8035-084C65596A43}"/>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AFCDFE05-2588-42A4-8045-A43B154E129D}"/>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8AC20317-FAB3-44F0-8F2C-DC9DF158F8EF}"/>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C4E1988A-3CC5-487F-BAB0-571AB3674098}"/>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B47E560E-2052-423F-B7DC-65AF300E1543}"/>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B3F4747-A715-41B5-8506-81D81B2A3EDB}"/>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52186487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1EFC160-322D-4B6F-B92F-2276E0796CC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6E17E329-0B9E-4F2B-8CCF-85658A50911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673B20B0-B732-43F1-AC7A-8A4620FC643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401B1D-FB51-4099-930A-E94CD0BAC6E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61816E5F-0D74-4047-96E4-3B5D2FFADD6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C1BAEBE-39BA-4D7F-B060-18680AAF188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CD652EF-3458-4C30-8F1F-0A3C84E284A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1563209-F75E-47DD-B341-D764C5CD623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4A215AF-4B64-4CC6-8706-4D0E0356DAB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98BF28-16E7-4BEE-BA27-E3F8AF1562F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C1E948D-C039-483E-A1A7-E4A3AD29E2A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86E7B1-747A-490F-8FEB-D02A6E7DC2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B59A791-2EC3-4B0B-90D3-1A3682FCC04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AF26FBB-20B7-4888-8136-AB16893BAEF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7BC6D00-DEAB-4EAF-B773-D20DCCFE297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1F6473EC-F033-4CA4-89D1-CFE8493D0425}"/>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E18B1D3B-7520-43DB-85EF-B178637DB38D}"/>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603815E-649D-42FC-97BE-7F244D76349D}"/>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29BA15A8-FE0A-4E2A-8D1F-76E270D54C7C}"/>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91BCB7B-1284-4026-A912-51B568B51AA7}"/>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6CB835F5-74CB-41CF-9048-34A636A87EA5}"/>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BC188A2-F8C7-4ECE-A1BD-E78AD438D5D6}"/>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2652DCED-B2C7-4A31-A67C-DEC4EBADCA02}"/>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C7A00A13-CCA7-4C5A-87F7-A1DD3F62F7D0}"/>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4869D428-0245-4A4C-B03B-5456000DF831}"/>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8D59A465-B1D7-4959-AD6A-CE514CF1C58B}"/>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D678666B-D0D5-4E3A-A9AF-57EDD57F94EB}"/>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1A124837-F472-447C-8D12-2041F50015C5}"/>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296F44A0-232B-4ACF-98DA-DC8FC1733262}"/>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E3B456B0-8133-45DD-928D-52CDAFCA3D8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2882AEC-6726-42C4-AE1E-4B768A89267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2330049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8A82EAA-E5CD-4375-AD36-2F1C2B5F4F0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BBB0A4F4-4057-47BE-9E35-5081B4C882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E40641FC-2BC7-44D7-9D5E-7FB56BFFD2E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2C0F4BA-034D-4C36-A165-4C41B574506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C5AEC190-C901-4B12-83F2-409EC775DF2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05C314-EBFF-4762-A548-9EC3A7FB376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6FA34AC-59B5-413D-AFFE-613BDEACB37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1225773-004A-4DBA-858D-531596CDF7A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BECBFB8-4E20-4155-99B6-C777B14823F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D9AF4B-3E87-4EE2-82D3-EF85D4BE674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D6DFEB-8257-49AA-982B-7A28E42D5C1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940E34-6618-4459-976A-E9E3CABDA02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10CBF3C-8705-482F-93EC-3DC164E7A54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A55A17-1F85-4181-BA23-6DD4A013129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E6EF076-B5F6-4C16-8DBC-EF19C956701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A5E779DE-2AD8-4E18-9EC2-C3BD274A4078}"/>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6c8d68516b804ce0"/>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CB99C0B-6ECF-45ED-B9EC-1A5ACF674E46}"/>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3E4C0515-C004-4538-AE40-C8FAB571F780}"/>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54A527EA-1E52-4DE5-A056-41898A559F1F}"/>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532088C6-146F-47AA-98B7-600CB720E27D}"/>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55853842-AFEF-4FDB-8F71-DFDF58B8C2C9}"/>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E549009A-A47E-4B67-BBCF-627BA9130124}"/>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240D205F-9F56-43D7-9A6B-5FEF8759E7D6}"/>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E287B3F-A115-4B5B-9F7E-0984E37C44C1}"/>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239647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61BC168B-B8E0-47AA-9A00-AF3F3E196D8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BC785CAC-A614-4D1E-A42F-55A7C601CE3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37A67FFD-9C5F-474F-AF67-85B7FCF468C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683929F-BA94-4940-98EA-0E8AC1FCB28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BC3EBD0F-3FCB-4972-897E-B348B8E9F38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76F08A8-D0BA-4591-9B28-90E82BAAD5A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0EDB1BB-CF88-45A3-A19C-1B723F8FD83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9C4024-D584-495D-9AE8-8F4880D6F80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82E2F95-0BDA-4147-A908-413F1D7D99E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9B8A1FE-94A8-497A-B48A-45A73BF6F72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E3704A3-94EA-4635-8DA8-A53B2A7DCBB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EA6D02-0169-429F-A205-16B50514B7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4369608-6C48-4352-99D8-70D270DDE4C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DD2D38-5C68-4F31-B5CA-6C78B83BAF9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39E223-CC4E-4A55-B315-51D6B9A3D92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7C491808-90C8-4656-B6AD-3143DCCC5AE9}"/>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2F341BFE-C2A5-4C7E-9945-9E563C1CE159}"/>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164CAFE5-78F7-4C6C-9994-8F4923F13503}"/>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47DBA82-BE09-486F-8198-C7CA390EFA28}"/>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813A328E-02FD-47D1-8160-A17AA7A8D56F}"/>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8A6F1BF-ECB7-4C28-980D-A4B06E22DD11}"/>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DF724A25-90A5-43D3-8B7D-E2FF8450B19D}"/>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C68D9E2D-F269-482B-A698-A8F226884111}"/>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2917D7B-1202-4989-BF3B-2696C9C0A4B7}"/>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DE014A1E-9CCC-49FC-9999-49E86C197556}"/>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CA88655-3634-41A0-B279-FFE7A723E523}"/>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C42CECE0-51D2-4B10-B600-D0D36F38C342}"/>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A56F233F-115D-4A04-B25A-8ED3776B7024}"/>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A4A1DB6-6951-406F-B2CD-5E2FC944CDF6}"/>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AD28B63A-C669-4A94-BE6A-A015A9FBD386}"/>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B71FB8B-D85D-4E10-815E-B2A0BF48D01F}"/>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3F041F6B-CBB3-4C85-A31D-EEEC2354EC1B}"/>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392A1D17-0524-401B-A610-B09BACC6BA5F}"/>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89DD5A35-8BCB-4CD2-9F6E-DA6B008D8C16}"/>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9956E291-E745-46BD-97F8-1DD0CA9485D4}"/>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AA95E77F-A6B0-4735-AF64-69B832507C13}"/>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85F1A75-6B9E-4C55-A9B6-F48AF5D9D8C7}"/>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69371348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FB47044-301C-4E83-B804-328207CB325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76FB06FD-1F9D-43E9-A773-4FB00F67852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F87C6965-22B6-45BA-AD43-C10C84CD62C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372294-27D9-46EA-844F-EC71BD948DB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E1B7F5EB-6045-43F4-90F7-4696A877429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B85D17A-F50C-409F-968E-2D9C09BE075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71E03E9-9FF4-4A9A-B884-E0CAE4B8AFF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869F205-D7C7-4674-8FA9-69962880C5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FB5FB4-867A-4B0F-99C4-ECD657E82E9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2DC1DAE-6E67-4419-9B26-175E9E9CE70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B1F8679-1C53-431A-9409-AAF6651CDE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5544D7-1514-4DCB-8060-E1BDF4DD0DA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8E615B6-C65D-4C6C-9BD1-BA035E58CDA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485C048-F2D3-4ABF-965F-856B1B79E13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9A50395-2DF2-46F7-9F22-F780A083626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9dfc1dd99714294"/>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40572210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C71DA16-45B1-4342-A11F-EE07854768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8E7E42EC-71E7-4CA6-9984-52C36D5C67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976217D4-24C5-4755-8A8B-E84F6A9784D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DD476B-5CB9-496A-BE6E-004F6AD9F3E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C87EFED7-3A2C-48F6-86E4-5BC8A79D4F3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B762A27-DD54-4020-9E8F-3F04C4ABD43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88D9800-1370-4B83-B935-7EC86517585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DA9E63-038A-4F73-A6DB-7BC95F3F327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9D61219-46F9-4D1E-9D79-8BF39277AE5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5990345-9E68-4126-989E-CCEFA9B7815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0860081-40D4-4454-9171-0CA20DC2D40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31F703-BF43-42CE-B09A-4D29D165C14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02FC3C2-3DE2-4CBC-9143-2DAD4423797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88EEF3-DBE4-4EA8-943E-D27D69C60C4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CAC834C-2095-4D51-86C4-3E3B3E46040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1C47FAF0-99D3-4C13-A1FD-9C926D27262B}"/>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32ad33a037744afa"/>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BDB8553-AE6A-4B84-8F06-C9A101B8343D}"/>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331CEA74-0F62-48E5-907B-59B72DC2FDBE}"/>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A4E58DB2-0D1F-4D6E-BCD8-874DDC11652B}"/>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F800E9A0-E406-415D-9223-06EE3663FB74}"/>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74E71895-3A4D-4090-BB52-C84CAD6D497F}"/>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5443E5A-B611-4C7C-8299-0E46925405AA}"/>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2137D0BB-799E-42FA-9AC0-19653EE4B607}"/>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CE0F036-C008-4153-B9E5-5AFE3A5E0066}"/>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F317BE97-5B84-4DA0-8F30-440EF0C02812}"/>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52931C9C-F403-426B-BAA4-EC2F2F3A7F6C}"/>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7212C82-E0C6-4954-8A68-CD276FCEC0B7}"/>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54972756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A905668F-03CD-41BC-AD85-E7B6FDED396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7CEDC0F1-074B-4095-80B3-F098E9F4B6C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F366E520-DB13-4FF5-A959-E587D1B821A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C2FA15-AB46-4D90-BC26-DF7FB14A4FC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6F6BFCED-234A-4E83-BA37-739DB687E62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1AD317B-4BD3-4E16-B831-8EF2E902E9F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0E04428-2269-479B-A6E4-792AB32FB7D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D28961C-3BA6-4351-B0EB-AFF643D40D0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4D53BE2-DA4F-4299-8403-7DFF3197328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FFC487-FE3B-4DDB-8E42-9E407F9E2B7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C85C74B-9477-4B4A-A4FF-CC3CBC4EAE4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AE00C47-717F-499C-AFA2-EBDF94A3C8A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389F810-0D0E-4657-B29A-DF722CA56CA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F8C7C0C-A4E6-4A31-931D-66749BA3D9D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175523E-CFC3-4070-A2D2-A68A046C792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68746981-9F80-4425-AFAF-73B30B20EBE8}"/>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8BA2CDFB-2980-4DC5-8C48-5DE5BA00EAFD}"/>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019946F9-C430-4530-8CD4-336E719FE870}"/>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4FFABC7-13EC-439A-BD48-F152F5BCC28B}"/>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D41BDAD9-8506-4C54-B197-9DCCC3FAAB94}"/>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6527872-A971-4C5E-93F8-6C53C2A4BAD3}"/>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8124A829-4F18-4C7B-9E78-D92A0C33F6FF}"/>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3A285F8-4250-4137-8350-B1F8200D09BC}"/>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916B5B5-70A7-406B-B379-CDEAEC629C6A}"/>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F400E5A-4B7E-45FC-AA8A-35A439211638}"/>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AFC06E6-294F-43F9-8EE3-DC8F8879D0C5}"/>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D2909CAE-8080-4978-BABC-C5E07C4005EB}"/>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838CA54F-F051-4889-9662-B0ADE80E9021}"/>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C1C7D60D-077E-407B-B27D-7CB3384A047B}"/>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20A91696-CE34-45D8-87CF-2EAC4DFA5340}"/>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280BE1BE-19CE-4C35-ABD3-2AEDD3CD27BF}"/>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45AB24FF-AA46-4450-86AD-894A84FF936F}"/>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7FCC3BBE-0149-4BE8-AA89-994E08D76DEB}"/>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2F331E81-40B6-42DD-BD0F-D0C60C6CAA88}"/>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6F537E7D-16B7-4143-A375-BE5B51D8AFAA}"/>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74EE6B8A-F17C-4F3A-8DBD-A3F1FE794FCA}"/>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90252DC7-2620-469B-B2E9-C400FAEF5CD4}"/>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9E523E97-81AD-459B-97E0-165D178455B4}"/>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DF56D6D5-70A7-4104-997E-14950CF8DE3B}"/>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18C9CB1-0C0D-4EDE-93DD-8298E2A9CF19}"/>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322CC740-DCC6-4CD7-9CEB-CD6E92A0BF89}"/>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318AC32C-B511-4220-9667-96B389B42663}"/>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7505D031-6A7A-4CB5-B393-65EC2A4B6DA0}"/>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CB31B701-DDDC-4AC2-B8ED-83C11C6F5152}"/>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488C4AA9-8795-4DBB-8794-A8D91F83F663}"/>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93C99D5B-958C-4ACD-BD13-EFE60F3A5A1E}"/>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55BA287D-B333-4821-8670-0183646EA221}"/>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3C3D9573-F187-41AC-B2E9-849095E82A01}"/>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8F97484E-FA15-466D-862F-C34D1C881384}"/>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25790182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C30ABC11-63FB-4899-B663-FA7FB3C2244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A643E8C4-24E2-48E7-944E-4F2CDE148C6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D7B9B5C0-705B-4F53-8B98-697C5827BFA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0028EAD-A709-423E-9763-B386C244D4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B509C63B-E3A3-4905-983E-090B5F516D7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53B8430-73EE-4BA8-B23C-B2134A2A63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5DE22A5-FBA5-4A1E-82DB-EC9EAC7BCD3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5DAA76-471A-45EC-9B4D-77DF1582A55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309B5B5-9CAC-4F94-AA1C-9BA8356FFD7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85CEBD-4404-461E-9563-384A8FBB65B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DFCAF14-8602-4125-BA16-75943FEE0D4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6246725-DFD6-4F3C-84B2-17DB185A928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33F3966-C67D-47C0-8E17-FAB05FC2F06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C58DC21-2836-4CD5-85E9-BD8134A23A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69BD470-1149-4A51-BBC6-841D8E45FCB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3A5406E7-4EE4-48C0-84E2-7609064286AC}"/>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8CD05346-AA3F-45AC-8CAD-8C28D6565071}"/>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903DC622-7A55-4F2A-9795-36683F69D682}"/>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1DE54FA2-3875-42E3-AD12-5CB9BC397942}"/>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FD431104-08FC-4453-A1B5-8095BE362B8F}"/>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BC4D41E0-D930-44EA-A04F-47500F6C51B7}"/>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02AC9D9C-CAC3-491E-9086-71D294AB6838}"/>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817F8FA1-8182-4A82-B094-C331BB1B74F6}"/>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69AD060A-E392-46CB-B01C-6062AC125CC9}"/>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2E25461F-0BD7-444A-8E32-EFB8278B513F}"/>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2C0D1E8C-4F6C-445C-92B6-A66809FF5DB4}"/>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274CB2D3-BE2D-4B26-AFFC-D8878E4F4683}"/>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642D4755-45A4-479E-AB45-C8CE9FFF30F3}"/>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F82D9F23-8126-4CC4-B52C-81D46E6845A9}"/>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E2E006E4-9922-467B-BC62-1D9272500B3A}"/>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7F693FBF-63FA-42C7-B6A7-57D6D9F95862}"/>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86196A1C-9B93-4C23-937F-E160417F0626}"/>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534DA5ED-B049-4C53-9584-CFB3D49F7E70}"/>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B7D8D729-CF1E-4772-85C0-F12951625FEF}"/>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A5B104EF-B7AD-4C7F-A4C2-8E00CC2BBFF8}"/>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43B7EF7A-D31E-411B-B1E5-260FBB4D2875}"/>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687ACB6C-C522-42D6-A502-85D5D44D41D9}"/>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C95D1C81-2E72-40A2-B0A9-3BD31FE561B5}"/>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FFAA448A-F272-4144-91E4-11B1E2EF6FEC}"/>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37F8517B-0627-4DBD-87EE-83FDD7029001}"/>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55318DAB-B4AC-4CE9-BF57-12DF6EFCB509}"/>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6B762373-8471-4141-B0D4-714E499CAB96}"/>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34913638-6445-4914-82AF-74C95791B31E}"/>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D79DA2BE-7324-4DC4-A5C7-2B70BDB959BE}"/>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89A03E18-22B1-4E09-841D-AE7A419E8D4D}"/>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76BC96E3-3F60-4092-9E21-0DA2BAAC497D}"/>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2962B8DF-2C23-4E0B-B48A-64577772BBE4}"/>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E8E6FFF7-7DE2-45A5-8B8A-99546660677F}"/>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6B6397AD-DD78-4A94-95F2-2407B298B328}"/>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F6242B00-BCC1-4670-9E74-88DDBE0716F8}"/>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3C37045F-2E71-4029-8C90-1EA7DECE59F4}"/>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D8A4C592-0A4B-45F3-87B9-C89E35A87447}"/>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D8339BC5-B137-4EE3-92B5-945ACC8058D2}"/>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8400E188-A0CE-496C-8B09-94CD3588BBAA}"/>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F282821F-6E4D-4DC3-B1BF-176961008F8B}"/>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774CBA50-87EE-4B85-ABB4-FA40AB38D1ED}"/>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C35BC8AD-76C3-46C1-BBA0-0DA188C81BB3}"/>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E9C9B044-875D-462C-93AC-C783F5429CC5}"/>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5D7794DB-96AD-44E4-B82B-FA7C0458C230}"/>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8A43F33A-E859-4506-9111-8E0995A02343}"/>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2754D982-5E3B-4A7F-942C-1B950F5D6302}"/>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FBFBBD00-07A6-45D8-BC35-2076A8F99C42}"/>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46FDD517-052A-41D4-BAF2-296F7AAE378D}"/>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BC1965C3-80FC-4496-83D6-5611B374BBF5}"/>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DD804F86-6BDC-4634-93FB-02919F79DF22}"/>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123E6506-69B0-446A-8C9C-4AB34455D38E}"/>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1D0DFAE6-F19E-4205-8C38-F943C466B230}"/>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66A01C7F-73E7-48D3-BED0-24010055F596}"/>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3F3CAA1E-4F75-4A6C-AEC6-BDE0CA5D4CE0}"/>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85580889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263FEE5-55B8-4AF4-BE4B-A5A400D211F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35618DFE-466D-401F-A273-ABDDE6E143B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5341DA4A-CEEF-4537-8AB4-6140EF13B18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BB72C7-2949-418A-B932-206D399D623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19F1B2FF-6C20-4FFA-9E39-0D794F0A62C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73D482A-4AE0-49E3-84B9-E2EEF81D6FB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3D775DC-9FA1-4304-ACC2-985A8983597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EB4976-2FFB-4036-A724-75E8B694976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C3B0DDF-81CB-4BFE-95FF-9EFDE90C2F5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7ECB1B4-A987-45F9-AEC3-AFB54685EE7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3225F83-C44B-416B-954C-2ED75FBB23C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D8B34E6-9411-4428-BF95-05354C91EA5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A79EAB2-168E-41DB-80D5-3CCF4276FA1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823B489-DA68-4DE6-B3E0-1CC48E4C9B3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C865547-06C7-4AB5-9D47-76E7173D171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8BCA750A-B7EC-45B4-BF38-1F7B335364A1}"/>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049AF42D-6329-44A1-A974-37CEBF2EDCC4}"/>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2F172593-CD4E-4E69-8496-384242EF1A61}"/>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54D3869-1F9F-47E3-B874-8D09E346A67B}"/>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50862771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6366AE3-EB6D-407F-880F-1695A84FB4C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DC553B6D-251E-4C54-BF64-CD3A1BCC706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11222873-D6A6-4CBA-B025-34A084CFCFB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FC9674B-F517-4C4B-8227-23C0B6C8022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58</a:t>
            </a:r>
          </a:p>
        </p:txBody>
      </p:sp>
      <p:sp>
        <p:nvSpPr>
          <p:cNvPr id="5" name="">
            <a:extLst xmlns:a="http://schemas.openxmlformats.org/drawingml/2006/main">
              <a:ext uri="{FF2B5EF4-FFF2-40B4-BE49-F238E27FC236}">
                <a16:creationId xmlns:a16="http://schemas.microsoft.com/office/drawing/2014/main" id="{EE4333D7-F08B-48D3-AD30-BA6B389006B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9DD119-6849-48E8-95A9-C7CAA95BDF8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F37D32A-EA41-4BD4-A0CE-CDDD50DA99E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A1A4BD-E9F9-4A5E-9ABE-E40DA0FD222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175D0C4-1A9A-44EC-97F9-442BF6F38C4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1AC4E8A-E854-4449-BDCE-8F94C76852F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99C7A19-F9F4-4344-81F4-6D20C925F6C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4BF74C-827C-4FB4-AA96-3EAF96F2BF4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6AD3A5F-1092-4299-A006-B3651B123F7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CCB54F6-2516-42F7-A7AF-3034884E87C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908A782-CC6F-433C-AB22-07D31B1961E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ecafab3bfd7b40a2"/>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0C6434DF-F499-42A0-8C34-A3000B37A0EF}"/>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B53B084C-7ED8-4887-92A3-509436FBF798}"/>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E460C08C-9A7C-468E-99BE-256E7D63BA4D}"/>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B14249ED-CB1C-44A8-8FD6-79A533072C14}"/>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A7D13511-B788-4B76-B3B8-6F0F27CAA34C}"/>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08B9407-68AF-481A-9320-4F05BFD1B9E6}"/>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208711144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E5D957C-9059-425C-A5D6-6B4D9DBE295C}"/>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91F97601-9211-4A8C-941D-71F294C70E77}"/>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26D1A926-07A6-44AC-BED1-C06CA7F328FE}"/>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D75BB6-CF55-45E2-A714-D9285705D3EF}"/>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983D2CFD-A247-4336-8314-C45C55465252}"/>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1BAE6822-9A7A-4EDA-BB57-AF37A4F60038}"/>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1AB4B8A1-53D5-461A-8BCF-15836FC0B4CF}"/>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8B198704-DB45-4A6E-B282-FA34EBD30CBA}"/>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FBCB8A9-24A1-4CA4-9EC3-97679191797F}"/>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0E17C15D-AEE6-4789-B845-D28DB51559CF}"/>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2BFED3AB-C4F0-45A5-8357-EE5C2BE4BDB8}"/>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895EFBF0-EF4F-464B-8734-B663D9A827CF}"/>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FC27E920-9F71-4555-9AC7-1F5473EA2A1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831032DD-0BAB-407F-92F2-D3A1E7E08E6D}"/>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9F147D48-2D76-4F8D-AC8F-85BA2B15AE85}"/>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DDBF3497-6A51-4208-ADCB-DAEB21C03662}"/>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1D7DECD5-883B-453A-A70D-7CBB1E5A13CA}"/>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0D87880F-C77D-499E-84A6-4551DFDA26C3}"/>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B67A3A8A-D86A-493D-BDBF-340B6BFE574D}"/>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7F108D62-9261-458A-B67C-8AFA109C733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6075A93-0FD3-4F56-85D5-46D53D18213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7541DDC9-7763-4FC0-9A90-58A325AFBA0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0295C91-DB28-4081-BA7E-18584DF192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93AEB295-A623-4F3C-87D2-746BEE1866F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7C18A6E-A8BF-49A9-B928-4DCACD7C615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C3E30520-DAC5-473F-AAA0-8081BED6F0C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CDB1DE6-3C87-43E0-9916-2FC381DCA68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158EA2E0-E203-4CCD-B318-A9474C434EA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17ED82C-0F9B-41A9-96B4-D3A6982626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CE7B2E70-A833-4641-AB67-B13E5DF116C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0343C0E-294E-4A8E-9082-74E33BA28E7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2791415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F84949A-92DC-4437-B73B-3A432D655280}"/>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CAF310EC-B809-4D04-8E89-2054A399C8D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AE608993-46A1-4682-93FA-453F88AC0C73}"/>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163969-5B35-4227-B60E-84CA71BF1B5F}"/>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3E1A61EF-4D71-4A00-9C68-0812E5C2DFA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EDE3701-9A5F-47A9-BE83-E4AD9FFFCB3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51C3C48-ADFE-40F9-9B6C-5D302BBBAC3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B745DAD-5DC0-43EF-8F10-9FADF1D4D9D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65FC658-AB72-4D99-9099-1FE8460C609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9005AC4-EA28-4835-807C-0E18423620B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FDC6A98-2868-446B-8573-9E6606289F6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BF3EF95-1325-47F4-BDA4-27D52D6C9E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9738CB6-752C-4B5C-81FA-43BA533D120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A88C206-79DD-4BC9-8204-ECEA5FB361B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3465301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4866E84-2C24-4D4E-8E72-8156E781D0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B0A835CC-0E26-4E6C-B977-F5AF225217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3D10B150-3D3A-49A7-86DF-78DB0AD6141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B3B071-363E-4905-B81F-59B182107B4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8E9B2072-1B1A-4ECB-80DF-6285D2D798A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3EA30F7-3A7E-4CA0-8FE3-055362ED226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8D0234-11E6-48E9-85E5-5F3E250F04A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B7B7C8E-EEA8-4366-9CCD-B61FD9201D0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3D89502-E9A3-4D74-A5F5-CCC969FB968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767963-E35B-4E3C-98A5-53C2614A2C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5CC195C-0114-4308-917A-7185B53B69A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1F6734D-1889-49E6-87E8-F2B6A964F5C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8CE62A1-50A2-4143-9BF6-2D9BFD42E8E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4E02859-5EAF-43EB-B79E-4469B222F47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9BBD18B-1C56-4C22-870D-18E641A8EE6B}"/>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B4CFC477-985C-4C35-ACA7-6F622890D52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D6A070AD-7832-46DB-B96F-792A6ADE1346}"/>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1E8BC6FE-EC09-4352-89BD-BEF5374DD0B8}"/>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466FDDC2-F29F-473D-954C-00C81AE0484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37AE0A-13A2-4CC7-AE57-42DB791A318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19749277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BA12742-355F-4FA1-8BC9-0083BF86B57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5DDF5199-BA37-4D31-8D6F-42941DB1A39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C42D78B2-3944-4951-AB35-FDB51AB3258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3C1D63-7807-4077-94A0-2C78E7B360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54F5A1F6-5CFF-43A8-8095-9B06FA0CC3A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54F694-1C91-42DA-8E26-C043AA270A9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3D21065-84BC-42BE-8F3D-B5F14B8FC37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AC31F2-7361-4C55-B51A-5355F162685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E7C983D-8EE2-4748-9CB7-ACED1552626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20C66D4-7CC2-4155-9CE2-90C998B96FD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C5B4240-63DC-451B-BF38-1CB1118622C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154F9A-DD98-4795-A6F6-E9F49571B8E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24D4682-6BB1-4539-A122-DA6388A8C0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0AA9CC-2509-47C6-9A3F-D9B28F8957F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44CB62E-33F5-4D5C-B397-6D2A8A53638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9B682BA8-91CC-4984-8AAD-604C26A3A7CD}"/>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7411BFAF-3408-4AA8-BD8B-CB20AEA935E5}"/>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09D3ECE6-2F7E-424A-9420-9CF49C4F3D21}"/>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C7091255-C025-4A97-AEEE-7A8B8E5BC1E9}"/>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DB8F8EB-EFB3-408B-B079-101AF2B53FD6}"/>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59384A4E-4005-400C-8AC8-93F31D90414F}"/>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F3A71206-3279-450A-8FD5-535498C3426A}"/>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374DBD58-2434-45A0-B4B5-43AAF08EFE3D}"/>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F187B45-A17C-4702-A031-6B00B61ECD60}"/>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B05715DF-6501-42E8-9746-8860BE6D954B}"/>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80217E1A-4F4A-4B2F-BA37-C18568EEDF61}"/>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D8EA37B1-AA75-4E0B-9041-782109999D86}"/>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14B95EF-8BC6-4005-868E-059FCF527DF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09CB536-094E-4D02-AEEB-59DC3310751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39387363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517A74A-71AC-42FC-938C-442347C983B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182F254D-D963-47DC-8EB1-EE0C8D501BA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D594A68B-F16C-4951-9112-A516EEF2AAC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35CCBB-C13F-49CF-997E-BAE3BA743B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E8E75704-EE10-413C-98DD-A456864ED9F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077500-4C77-45EC-977E-A80F0C1104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40F1B53-B5D8-47DA-8F76-AB4BCF54E82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966DC02-2554-4BAF-A478-14C2F518E19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A6D91E5-AFD3-43E0-B3A4-EDF9E7509C1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33EF60-B79D-44C0-A630-D2C1EC9C0D8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4E5876-9C88-4A25-8044-1D8774EA2B1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F5C95F-75BE-4409-B63E-F7C724B462C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32E4F3-707B-47A0-8790-24F6DF3471D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7C4E307-A493-47DD-BB47-C9396489C25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B7BBF5D-227B-498A-92B1-08992D77513C}"/>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E80AAC33-BBA2-4EE5-A8CD-2ABC1B7B656A}"/>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A9039325-A3E9-40EA-ACA9-DD886473F9EE}"/>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CF272A0-C99B-4AD2-A58C-9E9EB83711ED}"/>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CA731FD3-16AE-4156-9B3B-B155D32FE26B}"/>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06A70E1C-01CB-4900-AC24-EBAAC24C9743}"/>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92CAC47-9503-426D-AF07-C3E97294CA65}"/>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C90C0993-41A5-46D0-BA6D-77C8A24C286A}"/>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ED734264-5E37-49B9-8092-F3070FD02E5E}"/>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3B07CA1-7F10-42EB-89AE-7A113D945F1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C76FC86-D90B-400A-B3F3-57C5B7872F0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66774947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97236E03-9E05-4C12-84D3-9C0A170B38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0021F6FA-6653-4250-97C6-CFFB519CB6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B23F7919-FFEE-4A82-B240-3526B255402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43CC431-D822-4BBC-8664-6799C2B6A50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8F3AEC9F-1EDB-4E8F-8436-CD890606944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406DD9F-09B1-4C75-94A4-9E10B7DE108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A7CEAD4-313C-4271-85EF-1509D2C8957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D8FC972-A899-443C-A2C4-980362322DE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B6B8F13-9709-4422-B162-FF4F9CD1826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57BD3B7-7BD3-4FAE-945F-1703DD8DE69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ED26834-7B01-4442-8110-2F84A9F2E00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477C44-5D00-4371-95EF-6A390544CE9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3B78301-A8A9-4CDB-9B06-51F0C8AC0F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12FDB99-6168-48C3-90C3-6A45BC73044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A4C1AAF-4E9B-4F7F-92BB-7FC104AC48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EAB66F0C-CFB4-4829-ADBA-71604590FC29}"/>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1CCCB736-0029-4D18-A3B8-53A395D67CFD}"/>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5CA90EA2-4BA1-4ACE-9F3B-7AAF623F0CFE}"/>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E8294FB9-FEDE-41E0-B571-3214624E8F6F}"/>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572776FE-C233-4F30-9037-067D0FE90858}"/>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DB20756E-22C4-4DEC-B1EE-8EED595BD06A}"/>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B072C3E8-2C7D-4395-BDEC-638E754731B9}"/>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04662DA-12E2-4588-8C97-C7CF7E9F7BAD}"/>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4849FAD-6BDD-4C8E-958E-CBA5EE90D801}"/>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44AE69E-4CAB-4878-8208-1904B92E5550}"/>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1E632D78-4CCF-44E0-ACAF-EBA1C1EA7EE6}"/>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24C8ADFE-8216-42CF-B5FF-D441C31EF86C}"/>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15ABAEB4-A534-4BE4-8B57-6EB4D87F277B}"/>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EDD59D7C-D74C-4DA3-9BAA-4384859A11CC}"/>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0F307744-67C0-40E6-91DF-AE51D15416A6}"/>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F7F99FE2-EB11-4E69-9C35-AD950B9F7425}"/>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76783982-E209-43F1-8009-106D47321D9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2AFA39E-35EB-4CA6-A522-848694536F4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130415781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45A6780-5855-4449-85ED-D04CF153BB6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306494C5-6AAF-4353-B1B9-8106C03642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69C4D332-3E17-4F4D-996E-1D51EF476A6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971447-A43B-4358-B30E-D410FD96C70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2259682F-E07D-4F77-9B18-783546C9D52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5978C99-3BB7-4F5C-8523-27DD644EA77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499C146-70B9-4441-8090-AC4CAD48827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220024-3C10-45EE-9D09-A65602BC31E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1F7CAAF-2CE3-4AA6-ABD5-5CFB76D6779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0F96ACC-8384-4959-99B0-ED28CE144F6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AFEECF5-237A-4960-9DAF-B287CC7F52D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8132923-FE71-46A6-9B79-0D83457EE8F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1801A46-D71A-4CAC-A289-B6D5398A68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975662-CFE7-4C2D-A4AA-09869920735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D225DBE-FA75-4642-AF92-9E0B2DD722B6}"/>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0A74ABB1-0772-469E-AC49-8D48848887BD}"/>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2ED791F2-1CF7-46D8-A62C-7D5506874FBD}"/>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DFE5FF70-0C8A-41A8-9704-69CC2F6B2107}"/>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66E68282-A157-41D6-813B-AEDB6E20C19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1B3BBDD-151D-4F40-A450-93483B3C584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724776834"/>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ECCB2EF-A2C8-4F34-8150-7A0471B9245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803D5A74-644E-45BC-8B90-CE56C3D8BE0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5AC62958-29BC-4F83-A6EC-8CA7D742A7B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0B9D90-AADC-4C2A-8963-D5BE37A0240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64EDCA1C-9575-4A5C-82DB-E434A0D8789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44FEE6-9C0C-456E-9916-580A41CCFC2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39CE5FB-8AB5-4C20-AB76-BFD26175F53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71B25B3-CB93-414A-B318-F2EE0E564D2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2C6276B-8736-4B65-A8CF-4A615803289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B1AB716-88B6-4A82-87AF-A5E3EF9E066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9C0F0F2-C37B-45E3-B8E3-40BCA64DF7B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B13214-61EB-4C53-9FC5-86DB676B61D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793D6C6-EA81-48F9-9AF1-146C64592F1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FA5DBA-FAF0-48F1-99A4-C13709881E8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B963EE8-7CD6-4987-BE7A-E6B2E4F55C9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7341E9CE-C2C5-4464-8D88-383873D1E17D}"/>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4B0A27F1-1242-40F7-A1CF-DE1C61C4B532}"/>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5E658E53-7AA9-450C-AE5D-996097CCA63B}"/>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086286E-6814-4652-8CF8-D1B7A33D464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91CDE094-2508-4173-AF21-C86098AC04D2}"/>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8F30FD49-4C07-4DED-A6F5-76E94D0B679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C70E8D7-EC92-4EC0-85B1-70FEF97FA2E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4708578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3DB1D39-CCAB-4575-8BAF-A4A9E7F114B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4AE63CDE-AC94-46F0-A8E0-D661266B1A4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F3D1D596-93E9-4826-81BA-524F034ED96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51E73CE-3441-4A0E-A0C9-9D2F0F9371A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CACE53BB-B02A-48C9-91E0-536023D4E70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D880178-FE8E-4577-9A10-5033745FB21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E7E0EAC-9DC1-44BD-8CB8-E492529919A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85A35D7-1DEC-4C11-BDF0-7A3BC204625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47BF911-A7A9-4E2F-B06D-607645DB811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E05A68-E2D3-4813-B91B-29A98096D61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71B73B3-9F13-4FF4-A0DC-79176B054A3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3C626BB-285B-43E2-A5D3-B43C1FD12C1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09658C9-3DF7-4E2A-B071-16F7F6CEE11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D60B64F-3031-4343-9B18-0486D70C5B7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7656EE8-C4E9-4769-9C15-65097A38430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94A8412E-719D-4257-BF68-66C911E07E47}"/>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E2837C9F-6DAA-41F4-B513-81613D4EC252}"/>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F3005CA8-4376-4802-BD5F-E2FAF0DA04D2}"/>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7CB95136-557F-4842-8B4E-AF5F4491D82F}"/>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8E54C89F-2A6D-434A-96F4-211619211339}"/>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301EB0EC-5DFA-4C80-9303-96C9F8A7DB67}"/>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7D70F533-F079-4058-B3D3-C886E7E5B21A}"/>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3C3A37C-4438-476A-BDC1-98BF6DB90FA7}"/>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DFBC9FA5-C2BF-42E0-83CF-76C218A05814}"/>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7B05080D-0E04-4860-BE73-6B4D65C009E6}"/>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C2007BB1-450F-4375-8581-57791906EA6F}"/>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F552ABA-8A42-4908-8093-12493AA15BE8}"/>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92C83B56-CBDC-4A1E-9FBA-E6A9349B57D5}"/>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A6E85C8B-45E1-4CFE-BC65-926A82CD0D53}"/>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A7B818EC-BB4C-45E8-A72F-F6B24A3B0D21}"/>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366A0F3-F6D2-4FD8-BF17-3A8019DF054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E01F3BE-5DA5-42AB-A3B9-934210B114B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1893199525"/>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4BCAD95-EB56-44A3-ACD9-18FAE856CB84}"/>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5DABD454-346E-4D50-A990-5554F9C404D2}"/>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81D87EA-843F-4A4B-9178-A175776252AE}"/>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515"/>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Explanation complete. Next: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4AC1122C-9C26-433D-B442-7BAF7F30F6E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0681760-518D-422E-AB43-5144E826823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699679A2-0866-4846-8ABF-7AC1B07AEA7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A34B883-07F0-47F1-9B97-FB1DB2261D1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2D49842C-C24A-4821-A8E7-920A179D478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C396A6E-2C4E-4C13-900C-44CD9EFEAF0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9B53E365-B7DA-4091-B459-F71CA1EF386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77C983B-0A8F-4EC7-B80C-7F8480553E6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FC057C6E-FBD2-49D7-A67E-860F7974D74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9D028B3-70E0-40B4-A567-C440CE3EB17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89974094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331A19E-4CA2-498D-9C02-9E5689FB851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8375F6CD-ED55-4602-9CFD-38E1AB680CFD}"/>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1DE387B1-8B8B-4354-8BE7-32B012ADECF3}"/>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57237F-E1A2-423F-B54F-91576EF0181B}"/>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EA1FFE63-B4AD-4BBD-BF93-C9AD9A8320B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F38716B-2179-494F-8C9A-0E283CEBD5A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CA64FEA-F542-4D08-BC4F-5137889338C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1105CFE-E8BF-4160-BB5C-FE53101472C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A9DED87-2802-40BD-BD3A-F262A62AB28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D343997-96CD-480D-8BC8-F977B38815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00DEE0A-303E-41E6-9D6D-ED6584E3CF4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FF8BF1-C1B8-41D5-BC40-C3A71BE5EEA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FD3E9A2-DBBB-4A3F-A354-C91FD8C1924B}"/>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687999D-C3A6-482F-B4ED-B9DB92A5215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79280239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518A2390-B0A3-46B8-9F5F-69E03BC1C7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D364BED2-3457-4DBD-9113-967CD531624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982A8BA4-6D4D-471A-8B1B-A6182C11DE1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3C209D1-2FEF-4074-A858-EAB56150A40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BA0FB9A6-28EC-46F0-8C75-F7A8CA2965A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8CF913C-70FF-42F1-9343-CED3DB1C793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9DA2F10-D40F-48D0-BD50-1C431E9E7CE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7DC663D-20B3-43D5-BB96-49CE1CDED0A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7BBA0B3-4B5B-43BD-81C7-D34007C862C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359AEFD-B013-41CF-928D-D857F677850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8462756-B058-484B-BC8A-A51B3E52814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385D826-3CD9-4546-BE9A-1BCA18C5EAE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70D7B0F-C3CA-4CF4-AA72-6757C1A7873A}"/>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7D6DBD7-2579-4B81-8113-04C5B358BAF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65DD8F6-A406-4160-9B3F-F403CD44958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FE470197-970B-4650-A2EE-63D036391C8C}"/>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22BD6A3E-6984-46B6-B7BD-6102AA501766}"/>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24409CEF-3759-40F4-A4A2-392FA9498B92}"/>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5C0AFF72-1D07-43C0-AE65-831FC211D5E2}"/>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50DD2E7E-E05D-4548-90E8-06484DB08F2A}"/>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083739AB-DB3E-40C2-B4AA-B8A5CC632F1E}"/>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B6802D6-303D-4CB7-BF41-ADEC7D76D77D}"/>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AFB9A4A6-A50E-4258-A56C-93B97BDFBA72}"/>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E71A8E31-4DDB-4639-A855-969B0607AF21}"/>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12707AE5-883D-4E1D-AA3F-C913244141C3}"/>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82EB4373-CA7E-42A8-9520-99080F2682F1}"/>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3AD43A2D-D67F-440E-B1B9-1619737F3B46}"/>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E6660924-A5A1-4592-B31F-C7AD2236A721}"/>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E5BC74D-0F37-4B67-9919-13B903F0486D}"/>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2F620123-B2E5-4326-BBDF-E808E2CC874F}"/>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393D4C8-09E2-4B21-B479-94FEFC27B377}"/>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63C1BCED-19D2-46D1-8D5F-EC60CB86EA6F}"/>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84DDAF2-94E2-437E-9777-54A1EC2FEBC4}"/>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AC3DC629-6D9F-4D13-9A20-EC4A39C1583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A7505E32-AAFD-4A30-99BE-26FD02669A5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693890541"/>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07BFBC3E-3B67-4C3C-BEE5-1F3181D6F7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Freeze evidence roles before asking the model to search</a:t>
            </a:r>
          </a:p>
        </p:txBody>
      </p:sp>
      <p:sp>
        <p:nvSpPr>
          <p:cNvPr id="2" name="">
            <a:extLst xmlns:a="http://schemas.openxmlformats.org/drawingml/2006/main">
              <a:ext uri="{FF2B5EF4-FFF2-40B4-BE49-F238E27FC236}">
                <a16:creationId xmlns:a16="http://schemas.microsoft.com/office/drawing/2014/main" id="{1E8E242C-659F-47C0-9D5E-61E92A8DA94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experimental setup</a:t>
            </a:r>
          </a:p>
        </p:txBody>
      </p:sp>
      <p:sp>
        <p:nvSpPr>
          <p:cNvPr id="3" name="">
            <a:extLst xmlns:a="http://schemas.openxmlformats.org/drawingml/2006/main">
              <a:ext uri="{FF2B5EF4-FFF2-40B4-BE49-F238E27FC236}">
                <a16:creationId xmlns:a16="http://schemas.microsoft.com/office/drawing/2014/main" id="{D2048F64-107F-498A-B7F1-0B9FB44F1DD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350A9DF-08DF-470C-BB39-D7CEBFFA856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221B380E-D28B-4BE3-9F0E-FB10F657412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24896FB-6E4E-48E1-B511-A973FF1E6F9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F23038C-1BAF-4F09-AA8F-5EC5316B75C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999A0B-66D0-4040-B724-8919B4628E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70B5862-19C8-48DD-ABD1-A54DA0EC26B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49C2E5C-E747-43D7-B12F-02B0C2808F7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B56F4E5-9DB5-4A4C-AF49-6F30BC15A4B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E8CF6A-5B98-44B7-9772-2E5E636F3CD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B1A5CF8-9C93-47E6-A6F3-77F725C36E7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94971B2-225F-4839-A02E-29B99EFB606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0932B5A-DC61-4984-85F3-31F30061167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synthetic participant 69576 · 19 risky-choice problems</a:t>
            </a:r>
          </a:p>
        </p:txBody>
      </p:sp>
      <p:sp>
        <p:nvSpPr>
          <p:cNvPr id="16" name="">
            <a:extLst xmlns:a="http://schemas.openxmlformats.org/drawingml/2006/main">
              <a:ext uri="{FF2B5EF4-FFF2-40B4-BE49-F238E27FC236}">
                <a16:creationId xmlns:a16="http://schemas.microsoft.com/office/drawing/2014/main" id="{67C4637E-D6DB-4D54-BD72-9535F62D87A9}"/>
              </a:ext>
            </a:extLst>
          </p:cNvPr>
          <p:cNvSpPr>
            <a:spLocks xmlns:a="http://schemas.openxmlformats.org/drawingml/2006/main" noGrp="1"/>
          </p:cNvSpPr>
          <p:nvPr/>
        </p:nvSpPr>
        <p:spPr>
          <a:xfrm xmlns:a="http://schemas.openxmlformats.org/drawingml/2006/main">
            <a:off x="8001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08E48945-3B5F-4C55-B1CF-74E00B17DCAE}"/>
              </a:ext>
            </a:extLst>
          </p:cNvPr>
          <p:cNvSpPr>
            <a:spLocks xmlns:a="http://schemas.openxmlformats.org/drawingml/2006/main" noGrp="1"/>
          </p:cNvSpPr>
          <p:nvPr/>
        </p:nvSpPr>
        <p:spPr>
          <a:xfrm xmlns:a="http://schemas.openxmlformats.org/drawingml/2006/main">
            <a:off x="8001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Q01-Q11 · 11 trials</a:t>
            </a:r>
          </a:p>
        </p:txBody>
      </p:sp>
      <p:sp>
        <p:nvSpPr>
          <p:cNvPr id="18" name="">
            <a:extLst xmlns:a="http://schemas.openxmlformats.org/drawingml/2006/main">
              <a:ext uri="{FF2B5EF4-FFF2-40B4-BE49-F238E27FC236}">
                <a16:creationId xmlns:a16="http://schemas.microsoft.com/office/drawing/2014/main" id="{F6CEC5C1-9333-4175-B49B-8DDA6407FC7D}"/>
              </a:ext>
            </a:extLst>
          </p:cNvPr>
          <p:cNvSpPr>
            <a:spLocks xmlns:a="http://schemas.openxmlformats.org/drawingml/2006/main" noGrp="1"/>
          </p:cNvSpPr>
          <p:nvPr/>
        </p:nvSpPr>
        <p:spPr>
          <a:xfrm xmlns:a="http://schemas.openxmlformats.org/drawingml/2006/main">
            <a:off x="8001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3811A36-2395-4EED-9513-6A4DC431469A}"/>
              </a:ext>
            </a:extLst>
          </p:cNvPr>
          <p:cNvSpPr>
            <a:spLocks xmlns:a="http://schemas.openxmlformats.org/drawingml/2006/main" noGrp="1"/>
          </p:cNvSpPr>
          <p:nvPr/>
        </p:nvSpPr>
        <p:spPr>
          <a:xfrm xmlns:a="http://schemas.openxmlformats.org/drawingml/2006/main">
            <a:off x="8001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0" name="">
            <a:extLst xmlns:a="http://schemas.openxmlformats.org/drawingml/2006/main">
              <a:ext uri="{FF2B5EF4-FFF2-40B4-BE49-F238E27FC236}">
                <a16:creationId xmlns:a16="http://schemas.microsoft.com/office/drawing/2014/main" id="{BDD48025-5C3D-4119-AE1B-A180179813BC}"/>
              </a:ext>
            </a:extLst>
          </p:cNvPr>
          <p:cNvSpPr>
            <a:spLocks xmlns:a="http://schemas.openxmlformats.org/drawingml/2006/main" noGrp="1"/>
          </p:cNvSpPr>
          <p:nvPr/>
        </p:nvSpPr>
        <p:spPr>
          <a:xfrm xmlns:a="http://schemas.openxmlformats.org/drawingml/2006/main">
            <a:off x="8001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Behavior + preference-free think-aloud</a:t>
            </a:r>
          </a:p>
        </p:txBody>
      </p:sp>
      <p:sp>
        <p:nvSpPr>
          <p:cNvPr id="21" name="">
            <a:extLst xmlns:a="http://schemas.openxmlformats.org/drawingml/2006/main">
              <a:ext uri="{FF2B5EF4-FFF2-40B4-BE49-F238E27FC236}">
                <a16:creationId xmlns:a16="http://schemas.microsoft.com/office/drawing/2014/main" id="{0D1D9E7C-A945-4045-8979-9A4596A82CF5}"/>
              </a:ext>
            </a:extLst>
          </p:cNvPr>
          <p:cNvSpPr>
            <a:spLocks xmlns:a="http://schemas.openxmlformats.org/drawingml/2006/main" noGrp="1"/>
          </p:cNvSpPr>
          <p:nvPr/>
        </p:nvSpPr>
        <p:spPr>
          <a:xfrm xmlns:a="http://schemas.openxmlformats.org/drawingml/2006/main">
            <a:off x="8001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2" name="">
            <a:extLst xmlns:a="http://schemas.openxmlformats.org/drawingml/2006/main">
              <a:ext uri="{FF2B5EF4-FFF2-40B4-BE49-F238E27FC236}">
                <a16:creationId xmlns:a16="http://schemas.microsoft.com/office/drawing/2014/main" id="{EFEF1F9C-A35B-44BA-9BE9-C71C58805C92}"/>
              </a:ext>
            </a:extLst>
          </p:cNvPr>
          <p:cNvSpPr>
            <a:spLocks xmlns:a="http://schemas.openxmlformats.org/drawingml/2006/main" noGrp="1"/>
          </p:cNvSpPr>
          <p:nvPr/>
        </p:nvSpPr>
        <p:spPr>
          <a:xfrm xmlns:a="http://schemas.openxmlformats.org/drawingml/2006/main">
            <a:off x="8001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DeepSeek proposes candidate structures; Python fits parameters</a:t>
            </a:r>
          </a:p>
        </p:txBody>
      </p:sp>
      <p:sp>
        <p:nvSpPr>
          <p:cNvPr id="23" name="">
            <a:extLst xmlns:a="http://schemas.openxmlformats.org/drawingml/2006/main">
              <a:ext uri="{FF2B5EF4-FFF2-40B4-BE49-F238E27FC236}">
                <a16:creationId xmlns:a16="http://schemas.microsoft.com/office/drawing/2014/main" id="{1B3740A1-202D-409D-A802-37898DC35B37}"/>
              </a:ext>
            </a:extLst>
          </p:cNvPr>
          <p:cNvSpPr>
            <a:spLocks xmlns:a="http://schemas.openxmlformats.org/drawingml/2006/main" noGrp="1"/>
          </p:cNvSpPr>
          <p:nvPr/>
        </p:nvSpPr>
        <p:spPr>
          <a:xfrm xmlns:a="http://schemas.openxmlformats.org/drawingml/2006/main">
            <a:off x="451485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VALIDATION</a:t>
            </a:r>
          </a:p>
        </p:txBody>
      </p:sp>
      <p:sp>
        <p:nvSpPr>
          <p:cNvPr id="24" name="">
            <a:extLst xmlns:a="http://schemas.openxmlformats.org/drawingml/2006/main">
              <a:ext uri="{FF2B5EF4-FFF2-40B4-BE49-F238E27FC236}">
                <a16:creationId xmlns:a16="http://schemas.microsoft.com/office/drawing/2014/main" id="{22EF1A40-2180-40EA-8AF3-7B34E15E6CEA}"/>
              </a:ext>
            </a:extLst>
          </p:cNvPr>
          <p:cNvSpPr>
            <a:spLocks xmlns:a="http://schemas.openxmlformats.org/drawingml/2006/main" noGrp="1"/>
          </p:cNvSpPr>
          <p:nvPr/>
        </p:nvSpPr>
        <p:spPr>
          <a:xfrm xmlns:a="http://schemas.openxmlformats.org/drawingml/2006/main">
            <a:off x="451485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Q12-Q15 · 4 trials</a:t>
            </a:r>
          </a:p>
        </p:txBody>
      </p:sp>
      <p:sp>
        <p:nvSpPr>
          <p:cNvPr id="25" name="">
            <a:extLst xmlns:a="http://schemas.openxmlformats.org/drawingml/2006/main">
              <a:ext uri="{FF2B5EF4-FFF2-40B4-BE49-F238E27FC236}">
                <a16:creationId xmlns:a16="http://schemas.microsoft.com/office/drawing/2014/main" id="{44AFF476-839F-4B96-B72A-E16822F4622D}"/>
              </a:ext>
            </a:extLst>
          </p:cNvPr>
          <p:cNvSpPr>
            <a:spLocks xmlns:a="http://schemas.openxmlformats.org/drawingml/2006/main" noGrp="1"/>
          </p:cNvSpPr>
          <p:nvPr/>
        </p:nvSpPr>
        <p:spPr>
          <a:xfrm xmlns:a="http://schemas.openxmlformats.org/drawingml/2006/main">
            <a:off x="451485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E513578-A389-420B-8590-E6DDB8B5946D}"/>
              </a:ext>
            </a:extLst>
          </p:cNvPr>
          <p:cNvSpPr>
            <a:spLocks xmlns:a="http://schemas.openxmlformats.org/drawingml/2006/main" noGrp="1"/>
          </p:cNvSpPr>
          <p:nvPr/>
        </p:nvSpPr>
        <p:spPr>
          <a:xfrm xmlns:a="http://schemas.openxmlformats.org/drawingml/2006/main">
            <a:off x="451485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7" name="">
            <a:extLst xmlns:a="http://schemas.openxmlformats.org/drawingml/2006/main">
              <a:ext uri="{FF2B5EF4-FFF2-40B4-BE49-F238E27FC236}">
                <a16:creationId xmlns:a16="http://schemas.microsoft.com/office/drawing/2014/main" id="{A8DAB527-B7BA-464C-AFA6-E11523656940}"/>
              </a:ext>
            </a:extLst>
          </p:cNvPr>
          <p:cNvSpPr>
            <a:spLocks xmlns:a="http://schemas.openxmlformats.org/drawingml/2006/main" noGrp="1"/>
          </p:cNvSpPr>
          <p:nvPr/>
        </p:nvSpPr>
        <p:spPr>
          <a:xfrm xmlns:a="http://schemas.openxmlformats.org/drawingml/2006/main">
            <a:off x="451485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Predictions and errors</a:t>
            </a:r>
          </a:p>
        </p:txBody>
      </p:sp>
      <p:sp>
        <p:nvSpPr>
          <p:cNvPr id="28" name="">
            <a:extLst xmlns:a="http://schemas.openxmlformats.org/drawingml/2006/main">
              <a:ext uri="{FF2B5EF4-FFF2-40B4-BE49-F238E27FC236}">
                <a16:creationId xmlns:a16="http://schemas.microsoft.com/office/drawing/2014/main" id="{79A97170-FE39-4A60-85C3-1342B293B2F2}"/>
              </a:ext>
            </a:extLst>
          </p:cNvPr>
          <p:cNvSpPr>
            <a:spLocks xmlns:a="http://schemas.openxmlformats.org/drawingml/2006/main" noGrp="1"/>
          </p:cNvSpPr>
          <p:nvPr/>
        </p:nvSpPr>
        <p:spPr>
          <a:xfrm xmlns:a="http://schemas.openxmlformats.org/drawingml/2006/main">
            <a:off x="451485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9" name="">
            <a:extLst xmlns:a="http://schemas.openxmlformats.org/drawingml/2006/main">
              <a:ext uri="{FF2B5EF4-FFF2-40B4-BE49-F238E27FC236}">
                <a16:creationId xmlns:a16="http://schemas.microsoft.com/office/drawing/2014/main" id="{B773A1B2-3BCA-4B86-B93F-076FC5FA9EA7}"/>
              </a:ext>
            </a:extLst>
          </p:cNvPr>
          <p:cNvSpPr>
            <a:spLocks xmlns:a="http://schemas.openxmlformats.org/drawingml/2006/main" noGrp="1"/>
          </p:cNvSpPr>
          <p:nvPr/>
        </p:nvSpPr>
        <p:spPr>
          <a:xfrm xmlns:a="http://schemas.openxmlformats.org/drawingml/2006/main">
            <a:off x="451485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Rank candidates and guide two revisions</a:t>
            </a:r>
          </a:p>
        </p:txBody>
      </p:sp>
      <p:sp>
        <p:nvSpPr>
          <p:cNvPr id="30" name="">
            <a:extLst xmlns:a="http://schemas.openxmlformats.org/drawingml/2006/main">
              <a:ext uri="{FF2B5EF4-FFF2-40B4-BE49-F238E27FC236}">
                <a16:creationId xmlns:a16="http://schemas.microsoft.com/office/drawing/2014/main" id="{C8121B5D-30A5-4328-B71B-CAE5EB2AF79D}"/>
              </a:ext>
            </a:extLst>
          </p:cNvPr>
          <p:cNvSpPr>
            <a:spLocks xmlns:a="http://schemas.openxmlformats.org/drawingml/2006/main" noGrp="1"/>
          </p:cNvSpPr>
          <p:nvPr/>
        </p:nvSpPr>
        <p:spPr>
          <a:xfrm xmlns:a="http://schemas.openxmlformats.org/drawingml/2006/main">
            <a:off x="82296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TEST</a:t>
            </a:r>
          </a:p>
        </p:txBody>
      </p:sp>
      <p:sp>
        <p:nvSpPr>
          <p:cNvPr id="31" name="">
            <a:extLst xmlns:a="http://schemas.openxmlformats.org/drawingml/2006/main">
              <a:ext uri="{FF2B5EF4-FFF2-40B4-BE49-F238E27FC236}">
                <a16:creationId xmlns:a16="http://schemas.microsoft.com/office/drawing/2014/main" id="{41B8E6B3-B4A5-4EAC-ACCD-32CC0EABD7DE}"/>
              </a:ext>
            </a:extLst>
          </p:cNvPr>
          <p:cNvSpPr>
            <a:spLocks xmlns:a="http://schemas.openxmlformats.org/drawingml/2006/main" noGrp="1"/>
          </p:cNvSpPr>
          <p:nvPr/>
        </p:nvSpPr>
        <p:spPr>
          <a:xfrm xmlns:a="http://schemas.openxmlformats.org/drawingml/2006/main">
            <a:off x="82296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Q16-Q19 · 4 trials</a:t>
            </a:r>
          </a:p>
        </p:txBody>
      </p:sp>
      <p:sp>
        <p:nvSpPr>
          <p:cNvPr id="32" name="">
            <a:extLst xmlns:a="http://schemas.openxmlformats.org/drawingml/2006/main">
              <a:ext uri="{FF2B5EF4-FFF2-40B4-BE49-F238E27FC236}">
                <a16:creationId xmlns:a16="http://schemas.microsoft.com/office/drawing/2014/main" id="{EC0EAFF9-A0E4-4755-92DF-2661FACE9F35}"/>
              </a:ext>
            </a:extLst>
          </p:cNvPr>
          <p:cNvSpPr>
            <a:spLocks xmlns:a="http://schemas.openxmlformats.org/drawingml/2006/main" noGrp="1"/>
          </p:cNvSpPr>
          <p:nvPr/>
        </p:nvSpPr>
        <p:spPr>
          <a:xfrm xmlns:a="http://schemas.openxmlformats.org/drawingml/2006/main">
            <a:off x="82296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7D63D4C-6A91-4AA8-8B58-DD66319634DC}"/>
              </a:ext>
            </a:extLst>
          </p:cNvPr>
          <p:cNvSpPr>
            <a:spLocks xmlns:a="http://schemas.openxmlformats.org/drawingml/2006/main" noGrp="1"/>
          </p:cNvSpPr>
          <p:nvPr/>
        </p:nvSpPr>
        <p:spPr>
          <a:xfrm xmlns:a="http://schemas.openxmlformats.org/drawingml/2006/main">
            <a:off x="82296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34" name="">
            <a:extLst xmlns:a="http://schemas.openxmlformats.org/drawingml/2006/main">
              <a:ext uri="{FF2B5EF4-FFF2-40B4-BE49-F238E27FC236}">
                <a16:creationId xmlns:a16="http://schemas.microsoft.com/office/drawing/2014/main" id="{DED030E2-73CF-40D3-9251-7172708A8709}"/>
              </a:ext>
            </a:extLst>
          </p:cNvPr>
          <p:cNvSpPr>
            <a:spLocks xmlns:a="http://schemas.openxmlformats.org/drawingml/2006/main" noGrp="1"/>
          </p:cNvSpPr>
          <p:nvPr/>
        </p:nvSpPr>
        <p:spPr>
          <a:xfrm xmlns:a="http://schemas.openxmlformats.org/drawingml/2006/main">
            <a:off x="82296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Hidden during proposal and revision</a:t>
            </a:r>
          </a:p>
        </p:txBody>
      </p:sp>
      <p:sp>
        <p:nvSpPr>
          <p:cNvPr id="35" name="">
            <a:extLst xmlns:a="http://schemas.openxmlformats.org/drawingml/2006/main">
              <a:ext uri="{FF2B5EF4-FFF2-40B4-BE49-F238E27FC236}">
                <a16:creationId xmlns:a16="http://schemas.microsoft.com/office/drawing/2014/main" id="{AB1081D1-1988-42D9-8A84-19ECF07C0EFC}"/>
              </a:ext>
            </a:extLst>
          </p:cNvPr>
          <p:cNvSpPr>
            <a:spLocks xmlns:a="http://schemas.openxmlformats.org/drawingml/2006/main" noGrp="1"/>
          </p:cNvSpPr>
          <p:nvPr/>
        </p:nvSpPr>
        <p:spPr>
          <a:xfrm xmlns:a="http://schemas.openxmlformats.org/drawingml/2006/main">
            <a:off x="82296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36" name="">
            <a:extLst xmlns:a="http://schemas.openxmlformats.org/drawingml/2006/main">
              <a:ext uri="{FF2B5EF4-FFF2-40B4-BE49-F238E27FC236}">
                <a16:creationId xmlns:a16="http://schemas.microsoft.com/office/drawing/2014/main" id="{3889BFE8-AB33-4567-B785-4DAC5A5BFFF0}"/>
              </a:ext>
            </a:extLst>
          </p:cNvPr>
          <p:cNvSpPr>
            <a:spLocks xmlns:a="http://schemas.openxmlformats.org/drawingml/2006/main" noGrp="1"/>
          </p:cNvSpPr>
          <p:nvPr/>
        </p:nvSpPr>
        <p:spPr>
          <a:xfrm xmlns:a="http://schemas.openxmlformats.org/drawingml/2006/main">
            <a:off x="82296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Open once after selecting the candidate</a:t>
            </a:r>
          </a:p>
        </p:txBody>
      </p:sp>
      <p:sp>
        <p:nvSpPr>
          <p:cNvPr id="37" name="">
            <a:extLst xmlns:a="http://schemas.openxmlformats.org/drawingml/2006/main">
              <a:ext uri="{FF2B5EF4-FFF2-40B4-BE49-F238E27FC236}">
                <a16:creationId xmlns:a16="http://schemas.microsoft.com/office/drawing/2014/main" id="{DE2BC50F-F7DB-4C62-ACEB-C7FB15D80897}"/>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99C665CF-AD64-4E9D-8DB3-0237A9C2F713}"/>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split is part of the claim: validation may steer search; test evidence may not.</a:t>
            </a:r>
          </a:p>
        </p:txBody>
      </p:sp>
    </p:spTree>
    <p:extLst>
      <p:ext uri="{BB962C8B-B14F-4D97-AF65-F5344CB8AC3E}">
        <p14:creationId xmlns:p14="http://schemas.microsoft.com/office/powerpoint/2010/main" val="1289995925"/>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E9DBDFF-F52A-428A-97B2-2E614C1008F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DeepSeek proposes; trusted Python controls the search</a:t>
            </a:r>
          </a:p>
        </p:txBody>
      </p:sp>
      <p:sp>
        <p:nvSpPr>
          <p:cNvPr id="2" name="">
            <a:extLst xmlns:a="http://schemas.openxmlformats.org/drawingml/2006/main">
              <a:ext uri="{FF2B5EF4-FFF2-40B4-BE49-F238E27FC236}">
                <a16:creationId xmlns:a16="http://schemas.microsoft.com/office/drawing/2014/main" id="{BFDD2473-50AC-4E01-9887-6F6A2102617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minimal loop</a:t>
            </a:r>
          </a:p>
        </p:txBody>
      </p:sp>
      <p:sp>
        <p:nvSpPr>
          <p:cNvPr id="3" name="">
            <a:extLst xmlns:a="http://schemas.openxmlformats.org/drawingml/2006/main">
              <a:ext uri="{FF2B5EF4-FFF2-40B4-BE49-F238E27FC236}">
                <a16:creationId xmlns:a16="http://schemas.microsoft.com/office/drawing/2014/main" id="{9737EE4D-A838-42F5-A7CE-27A57B8F41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1F1DEB7-D999-4BE8-87AD-406EB570A5D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47017539-0D1D-4617-955B-56DD83DA578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9046F11-BF8D-4FEC-A6FF-7AC2FEF8E9F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542F918-DF7C-4025-A5E1-76BD7E04CC4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3DC27C-BEA6-49C8-BE36-94BBE5E3130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73C221E-1DF8-446A-93FD-9A8CD843E41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E51DD34-F38D-4920-816E-791D02A907F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FE2B67B-BE07-4143-A8C8-972D6F54044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6D7E14-7BF9-45FA-B9A9-C820AE74F9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B6B7744-2490-458D-8428-09A1668D92F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02E1135-C94D-4E86-BEF1-E55C207D179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69B5893-6663-4DA4-9E57-8E846A96A9D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Three DeepSeek V4 Pro calls / restricted seven-variable model language</a:t>
            </a:r>
          </a:p>
        </p:txBody>
      </p:sp>
      <p:sp>
        <p:nvSpPr>
          <p:cNvPr id="16" name="">
            <a:extLst xmlns:a="http://schemas.openxmlformats.org/drawingml/2006/main">
              <a:ext uri="{FF2B5EF4-FFF2-40B4-BE49-F238E27FC236}">
                <a16:creationId xmlns:a16="http://schemas.microsoft.com/office/drawing/2014/main" id="{74081C50-45C2-4D6B-A27B-D810CF7B4F51}"/>
              </a:ext>
            </a:extLst>
          </p:cNvPr>
          <p:cNvSpPr>
            <a:spLocks xmlns:a="http://schemas.openxmlformats.org/drawingml/2006/main" noGrp="1"/>
          </p:cNvSpPr>
          <p:nvPr/>
        </p:nvSpPr>
        <p:spPr>
          <a:xfrm xmlns:a="http://schemas.openxmlformats.org/drawingml/2006/main">
            <a:off x="8001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234E70"/>
                </a:solidFill>
                <a:latin typeface="Arial"/>
                <a:ea typeface="Arial"/>
                <a:cs typeface="Arial"/>
              </a:defRPr>
            </a:pPr>
            <a:r>
              <a:rPr sz="1275" b="1" i="0">
                <a:solidFill>
                  <a:srgbClr val="234E70"/>
                </a:solidFill>
                <a:latin typeface="Arial"/>
                <a:ea typeface="Arial"/>
                <a:cs typeface="Arial"/>
              </a:rPr>
              <a:t>1 · PROPOSE</a:t>
            </a:r>
          </a:p>
        </p:txBody>
      </p:sp>
      <p:sp>
        <p:nvSpPr>
          <p:cNvPr id="17" name="">
            <a:extLst xmlns:a="http://schemas.openxmlformats.org/drawingml/2006/main">
              <a:ext uri="{FF2B5EF4-FFF2-40B4-BE49-F238E27FC236}">
                <a16:creationId xmlns:a16="http://schemas.microsoft.com/office/drawing/2014/main" id="{F75EB7B4-6CDC-422A-8B6F-67B09A4FB8EA}"/>
              </a:ext>
            </a:extLst>
          </p:cNvPr>
          <p:cNvSpPr>
            <a:spLocks xmlns:a="http://schemas.openxmlformats.org/drawingml/2006/main" noGrp="1"/>
          </p:cNvSpPr>
          <p:nvPr/>
        </p:nvSpPr>
        <p:spPr>
          <a:xfrm xmlns:a="http://schemas.openxmlformats.org/drawingml/2006/main">
            <a:off x="8001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DeepSeek V4 Pro</a:t>
            </a:r>
          </a:p>
        </p:txBody>
      </p:sp>
      <p:sp>
        <p:nvSpPr>
          <p:cNvPr id="18" name="">
            <a:extLst xmlns:a="http://schemas.openxmlformats.org/drawingml/2006/main">
              <a:ext uri="{FF2B5EF4-FFF2-40B4-BE49-F238E27FC236}">
                <a16:creationId xmlns:a16="http://schemas.microsoft.com/office/drawing/2014/main" id="{D3C05A85-F18C-4D1F-873A-4EE90F20FE12}"/>
              </a:ext>
            </a:extLst>
          </p:cNvPr>
          <p:cNvSpPr>
            <a:spLocks xmlns:a="http://schemas.openxmlformats.org/drawingml/2006/main" noGrp="1"/>
          </p:cNvSpPr>
          <p:nvPr/>
        </p:nvSpPr>
        <p:spPr>
          <a:xfrm xmlns:a="http://schemas.openxmlformats.org/drawingml/2006/main">
            <a:off x="800100" y="2914650"/>
            <a:ext cx="2952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Reads training choices and masked think-aloud; returns four JSON model specifications.</a:t>
            </a:r>
          </a:p>
        </p:txBody>
      </p:sp>
      <p:sp>
        <p:nvSpPr>
          <p:cNvPr id="19" name="">
            <a:extLst xmlns:a="http://schemas.openxmlformats.org/drawingml/2006/main">
              <a:ext uri="{FF2B5EF4-FFF2-40B4-BE49-F238E27FC236}">
                <a16:creationId xmlns:a16="http://schemas.microsoft.com/office/drawing/2014/main" id="{D3E47BC0-D008-4511-9C6B-20A2FFEA307F}"/>
              </a:ext>
            </a:extLst>
          </p:cNvPr>
          <p:cNvSpPr>
            <a:spLocks xmlns:a="http://schemas.openxmlformats.org/drawingml/2006/main" noGrp="1"/>
          </p:cNvSpPr>
          <p:nvPr/>
        </p:nvSpPr>
        <p:spPr>
          <a:xfrm xmlns:a="http://schemas.openxmlformats.org/drawingml/2006/main">
            <a:off x="39433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6EA347D-448A-4247-8E05-CDDE618C5887}"/>
              </a:ext>
            </a:extLst>
          </p:cNvPr>
          <p:cNvSpPr>
            <a:spLocks xmlns:a="http://schemas.openxmlformats.org/drawingml/2006/main" noGrp="1"/>
          </p:cNvSpPr>
          <p:nvPr/>
        </p:nvSpPr>
        <p:spPr>
          <a:xfrm xmlns:a="http://schemas.openxmlformats.org/drawingml/2006/main">
            <a:off x="47244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315F63"/>
                </a:solidFill>
                <a:latin typeface="Arial"/>
                <a:ea typeface="Arial"/>
                <a:cs typeface="Arial"/>
              </a:defRPr>
            </a:pPr>
            <a:r>
              <a:rPr sz="1275" b="1" i="0">
                <a:solidFill>
                  <a:srgbClr val="315F63"/>
                </a:solidFill>
                <a:latin typeface="Arial"/>
                <a:ea typeface="Arial"/>
                <a:cs typeface="Arial"/>
              </a:rPr>
              <a:t>2 · SEARCH</a:t>
            </a:r>
          </a:p>
        </p:txBody>
      </p:sp>
      <p:sp>
        <p:nvSpPr>
          <p:cNvPr id="21" name="">
            <a:extLst xmlns:a="http://schemas.openxmlformats.org/drawingml/2006/main">
              <a:ext uri="{FF2B5EF4-FFF2-40B4-BE49-F238E27FC236}">
                <a16:creationId xmlns:a16="http://schemas.microsoft.com/office/drawing/2014/main" id="{1A7B8E13-CEFE-4EF8-A161-0C5908543496}"/>
              </a:ext>
            </a:extLst>
          </p:cNvPr>
          <p:cNvSpPr>
            <a:spLocks xmlns:a="http://schemas.openxmlformats.org/drawingml/2006/main" noGrp="1"/>
          </p:cNvSpPr>
          <p:nvPr/>
        </p:nvSpPr>
        <p:spPr>
          <a:xfrm xmlns:a="http://schemas.openxmlformats.org/drawingml/2006/main">
            <a:off x="47244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Python evaluator</a:t>
            </a:r>
          </a:p>
        </p:txBody>
      </p:sp>
      <p:sp>
        <p:nvSpPr>
          <p:cNvPr id="22" name="">
            <a:extLst xmlns:a="http://schemas.openxmlformats.org/drawingml/2006/main">
              <a:ext uri="{FF2B5EF4-FFF2-40B4-BE49-F238E27FC236}">
                <a16:creationId xmlns:a16="http://schemas.microsoft.com/office/drawing/2014/main" id="{71B7EFB5-BB27-46F7-B754-6D067A737E57}"/>
              </a:ext>
            </a:extLst>
          </p:cNvPr>
          <p:cNvSpPr>
            <a:spLocks xmlns:a="http://schemas.openxmlformats.org/drawingml/2006/main" noGrp="1"/>
          </p:cNvSpPr>
          <p:nvPr/>
        </p:nvSpPr>
        <p:spPr>
          <a:xfrm xmlns:a="http://schemas.openxmlformats.org/drawingml/2006/main">
            <a:off x="4724400" y="2914650"/>
            <a:ext cx="29527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Checks allowed variables, fits coefficients on training behavior, and ranks candidates by validation log loss.</a:t>
            </a:r>
          </a:p>
        </p:txBody>
      </p:sp>
      <p:sp>
        <p:nvSpPr>
          <p:cNvPr id="23" name="">
            <a:extLst xmlns:a="http://schemas.openxmlformats.org/drawingml/2006/main">
              <a:ext uri="{FF2B5EF4-FFF2-40B4-BE49-F238E27FC236}">
                <a16:creationId xmlns:a16="http://schemas.microsoft.com/office/drawing/2014/main" id="{03879CBD-8EE6-48D0-B66D-BCCCB55DC039}"/>
              </a:ext>
            </a:extLst>
          </p:cNvPr>
          <p:cNvSpPr>
            <a:spLocks xmlns:a="http://schemas.openxmlformats.org/drawingml/2006/main" noGrp="1"/>
          </p:cNvSpPr>
          <p:nvPr/>
        </p:nvSpPr>
        <p:spPr>
          <a:xfrm xmlns:a="http://schemas.openxmlformats.org/drawingml/2006/main">
            <a:off x="78676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62C7E3B-F4D1-4055-8E19-510915796EC6}"/>
              </a:ext>
            </a:extLst>
          </p:cNvPr>
          <p:cNvSpPr>
            <a:spLocks xmlns:a="http://schemas.openxmlformats.org/drawingml/2006/main" noGrp="1"/>
          </p:cNvSpPr>
          <p:nvPr/>
        </p:nvSpPr>
        <p:spPr>
          <a:xfrm xmlns:a="http://schemas.openxmlformats.org/drawingml/2006/main">
            <a:off x="8648700" y="20002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3 · REVISE + TEST</a:t>
            </a:r>
          </a:p>
        </p:txBody>
      </p:sp>
      <p:sp>
        <p:nvSpPr>
          <p:cNvPr id="25" name="">
            <a:extLst xmlns:a="http://schemas.openxmlformats.org/drawingml/2006/main">
              <a:ext uri="{FF2B5EF4-FFF2-40B4-BE49-F238E27FC236}">
                <a16:creationId xmlns:a16="http://schemas.microsoft.com/office/drawing/2014/main" id="{FA3E4856-22A4-48F9-9A88-2BAE4792765B}"/>
              </a:ext>
            </a:extLst>
          </p:cNvPr>
          <p:cNvSpPr>
            <a:spLocks xmlns:a="http://schemas.openxmlformats.org/drawingml/2006/main" noGrp="1"/>
          </p:cNvSpPr>
          <p:nvPr/>
        </p:nvSpPr>
        <p:spPr>
          <a:xfrm xmlns:a="http://schemas.openxmlformats.org/drawingml/2006/main">
            <a:off x="8648700" y="238125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Two feedback rounds</a:t>
            </a:r>
          </a:p>
        </p:txBody>
      </p:sp>
      <p:sp>
        <p:nvSpPr>
          <p:cNvPr id="26" name="">
            <a:extLst xmlns:a="http://schemas.openxmlformats.org/drawingml/2006/main">
              <a:ext uri="{FF2B5EF4-FFF2-40B4-BE49-F238E27FC236}">
                <a16:creationId xmlns:a16="http://schemas.microsoft.com/office/drawing/2014/main" id="{0EED5578-552B-4DCF-AB0C-5B2E93D81F22}"/>
              </a:ext>
            </a:extLst>
          </p:cNvPr>
          <p:cNvSpPr>
            <a:spLocks xmlns:a="http://schemas.openxmlformats.org/drawingml/2006/main" noGrp="1"/>
          </p:cNvSpPr>
          <p:nvPr/>
        </p:nvSpPr>
        <p:spPr>
          <a:xfrm xmlns:a="http://schemas.openxmlformats.org/drawingml/2006/main">
            <a:off x="8648700" y="2914650"/>
            <a:ext cx="27241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023"/>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DeepSeek sees validation errors twice. Python stops at the plateau, selects one candidate, refits, then opens test once.</a:t>
            </a:r>
          </a:p>
        </p:txBody>
      </p:sp>
      <p:sp>
        <p:nvSpPr>
          <p:cNvPr id="27" name="">
            <a:extLst xmlns:a="http://schemas.openxmlformats.org/drawingml/2006/main">
              <a:ext uri="{FF2B5EF4-FFF2-40B4-BE49-F238E27FC236}">
                <a16:creationId xmlns:a16="http://schemas.microsoft.com/office/drawing/2014/main" id="{6A4CAF91-A8FF-40C2-B1F7-801E952B8860}"/>
              </a:ext>
            </a:extLst>
          </p:cNvPr>
          <p:cNvSpPr>
            <a:spLocks xmlns:a="http://schemas.openxmlformats.org/drawingml/2006/main" noGrp="1"/>
          </p:cNvSpPr>
          <p:nvPr/>
        </p:nvSpPr>
        <p:spPr>
          <a:xfrm xmlns:a="http://schemas.openxmlformats.org/drawingml/2006/main">
            <a:off x="800100" y="4629150"/>
            <a:ext cx="105727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CA4D7BF-D022-436A-88E2-14F5CDE38513}"/>
              </a:ext>
            </a:extLst>
          </p:cNvPr>
          <p:cNvSpPr>
            <a:spLocks xmlns:a="http://schemas.openxmlformats.org/drawingml/2006/main" noGrp="1"/>
          </p:cNvSpPr>
          <p:nvPr/>
        </p:nvSpPr>
        <p:spPr>
          <a:xfrm xmlns:a="http://schemas.openxmlformats.org/drawingml/2006/main">
            <a:off x="800100" y="48768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Allowed candidate</a:t>
            </a:r>
          </a:p>
        </p:txBody>
      </p:sp>
      <p:sp>
        <p:nvSpPr>
          <p:cNvPr id="29" name="">
            <a:extLst xmlns:a="http://schemas.openxmlformats.org/drawingml/2006/main">
              <a:ext uri="{FF2B5EF4-FFF2-40B4-BE49-F238E27FC236}">
                <a16:creationId xmlns:a16="http://schemas.microsoft.com/office/drawing/2014/main" id="{F3670899-C8D7-496B-83A2-6268E3615E91}"/>
              </a:ext>
            </a:extLst>
          </p:cNvPr>
          <p:cNvSpPr>
            <a:spLocks xmlns:a="http://schemas.openxmlformats.org/drawingml/2006/main" noGrp="1"/>
          </p:cNvSpPr>
          <p:nvPr/>
        </p:nvSpPr>
        <p:spPr>
          <a:xfrm xmlns:a="http://schemas.openxmlformats.org/drawingml/2006/main">
            <a:off x="2724150" y="48387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5A4B6E"/>
                </a:solidFill>
                <a:latin typeface="Consolas"/>
                <a:ea typeface="Consolas"/>
                <a:cs typeface="Consolas"/>
              </a:defRPr>
            </a:pPr>
            <a:r>
              <a:rPr sz="1575" b="0" i="0">
                <a:solidFill>
                  <a:srgbClr val="5A4B6E"/>
                </a:solidFill>
                <a:latin typeface="Consolas"/>
                <a:ea typeface="Consolas"/>
                <a:cs typeface="Consolas"/>
              </a:rPr>
              <a:t>{ "features": ["ev_diff", "p_zero_diff"] }</a:t>
            </a:r>
          </a:p>
        </p:txBody>
      </p:sp>
      <p:sp>
        <p:nvSpPr>
          <p:cNvPr id="30" name="">
            <a:extLst xmlns:a="http://schemas.openxmlformats.org/drawingml/2006/main">
              <a:ext uri="{FF2B5EF4-FFF2-40B4-BE49-F238E27FC236}">
                <a16:creationId xmlns:a16="http://schemas.microsoft.com/office/drawing/2014/main" id="{5468D79F-C9AD-41E7-8A30-C1F9AA37E7E6}"/>
              </a:ext>
            </a:extLst>
          </p:cNvPr>
          <p:cNvSpPr>
            <a:spLocks xmlns:a="http://schemas.openxmlformats.org/drawingml/2006/main" noGrp="1"/>
          </p:cNvSpPr>
          <p:nvPr/>
        </p:nvSpPr>
        <p:spPr>
          <a:xfrm xmlns:a="http://schemas.openxmlformats.org/drawingml/2006/main">
            <a:off x="8401050" y="4876800"/>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No arbitrary code execution</a:t>
            </a:r>
          </a:p>
        </p:txBody>
      </p:sp>
      <p:sp>
        <p:nvSpPr>
          <p:cNvPr id="31" name="">
            <a:extLst xmlns:a="http://schemas.openxmlformats.org/drawingml/2006/main">
              <a:ext uri="{FF2B5EF4-FFF2-40B4-BE49-F238E27FC236}">
                <a16:creationId xmlns:a16="http://schemas.microsoft.com/office/drawing/2014/main" id="{954C7D67-1BE1-42C8-817C-48D7CF9BB318}"/>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8CA4E40-B6F0-43F5-AA76-F6AA4437C167}"/>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language model searches a bounded hypothesis language; it does not score itself.</a:t>
            </a:r>
          </a:p>
        </p:txBody>
      </p:sp>
    </p:spTree>
    <p:extLst>
      <p:ext uri="{BB962C8B-B14F-4D97-AF65-F5344CB8AC3E}">
        <p14:creationId xmlns:p14="http://schemas.microsoft.com/office/powerpoint/2010/main" val="4902568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6D6D2EAA-DEAB-460D-8496-E5CFA7409DA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Each baseline rules out a different easy explanation</a:t>
            </a:r>
          </a:p>
        </p:txBody>
      </p:sp>
      <p:sp>
        <p:nvSpPr>
          <p:cNvPr id="2" name="">
            <a:extLst xmlns:a="http://schemas.openxmlformats.org/drawingml/2006/main">
              <a:ext uri="{FF2B5EF4-FFF2-40B4-BE49-F238E27FC236}">
                <a16:creationId xmlns:a16="http://schemas.microsoft.com/office/drawing/2014/main" id="{CD51DC3C-16A3-4569-9F93-9B9003A2EA6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comparison contract</a:t>
            </a:r>
          </a:p>
        </p:txBody>
      </p:sp>
      <p:sp>
        <p:nvSpPr>
          <p:cNvPr id="3" name="">
            <a:extLst xmlns:a="http://schemas.openxmlformats.org/drawingml/2006/main">
              <a:ext uri="{FF2B5EF4-FFF2-40B4-BE49-F238E27FC236}">
                <a16:creationId xmlns:a16="http://schemas.microsoft.com/office/drawing/2014/main" id="{89064607-FEEC-4B9A-8857-8F12DD2820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1F00CD-D719-4C71-B71F-DD0F1E12369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F417531E-AB1C-4818-BF41-E657B4762C5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479E27-1E1F-4E38-AD40-EEEF9C830D3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AEF54C6-2B3E-4988-9CA4-00F56729E23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1C5A2EE-EF68-43F2-B249-AC44CC5284A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D6936E-438C-4F39-8F23-03479694410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3AB9240-7C48-473E-9CF0-D560A6B0DF1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1BE10C9-6C90-4617-861B-D8CAA2B41ED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1452579-A3CE-4654-88DD-22D219BBA90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190D5B1-08A0-4186-AF6C-54703E394A3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2862832-BBE5-4ACF-9602-148BF26DFA3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1FFE6B-37F4-4A33-BA77-06A40E70A8C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Fix comparison models before opening the test set</a:t>
            </a:r>
          </a:p>
        </p:txBody>
      </p:sp>
      <p:sp>
        <p:nvSpPr>
          <p:cNvPr id="16" name="">
            <a:extLst xmlns:a="http://schemas.openxmlformats.org/drawingml/2006/main">
              <a:ext uri="{FF2B5EF4-FFF2-40B4-BE49-F238E27FC236}">
                <a16:creationId xmlns:a16="http://schemas.microsoft.com/office/drawing/2014/main" id="{C7FA46F3-D673-48DC-99DD-B7F3D31ACA66}"/>
              </a:ext>
            </a:extLst>
          </p:cNvPr>
          <p:cNvSpPr>
            <a:spLocks xmlns:a="http://schemas.openxmlformats.org/drawingml/2006/main" noGrp="1"/>
          </p:cNvSpPr>
          <p:nvPr/>
        </p:nvSpPr>
        <p:spPr>
          <a:xfrm xmlns:a="http://schemas.openxmlformats.org/drawingml/2006/main">
            <a:off x="800100" y="19050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BASELINE</a:t>
            </a:r>
          </a:p>
        </p:txBody>
      </p:sp>
      <p:sp>
        <p:nvSpPr>
          <p:cNvPr id="17" name="">
            <a:extLst xmlns:a="http://schemas.openxmlformats.org/drawingml/2006/main">
              <a:ext uri="{FF2B5EF4-FFF2-40B4-BE49-F238E27FC236}">
                <a16:creationId xmlns:a16="http://schemas.microsoft.com/office/drawing/2014/main" id="{A659713C-8CD6-43C4-B095-732D01BFC9E0}"/>
              </a:ext>
            </a:extLst>
          </p:cNvPr>
          <p:cNvSpPr>
            <a:spLocks xmlns:a="http://schemas.openxmlformats.org/drawingml/2006/main" noGrp="1"/>
          </p:cNvSpPr>
          <p:nvPr/>
        </p:nvSpPr>
        <p:spPr>
          <a:xfrm xmlns:a="http://schemas.openxmlformats.org/drawingml/2006/main">
            <a:off x="4114800" y="1905000"/>
            <a:ext cx="676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 IT ANSWERS</a:t>
            </a:r>
          </a:p>
        </p:txBody>
      </p:sp>
      <p:sp>
        <p:nvSpPr>
          <p:cNvPr id="18" name="">
            <a:extLst xmlns:a="http://schemas.openxmlformats.org/drawingml/2006/main">
              <a:ext uri="{FF2B5EF4-FFF2-40B4-BE49-F238E27FC236}">
                <a16:creationId xmlns:a16="http://schemas.microsoft.com/office/drawing/2014/main" id="{A69BEA7E-3FA3-47FE-AF12-DBEF720B7BA5}"/>
              </a:ext>
            </a:extLst>
          </p:cNvPr>
          <p:cNvSpPr>
            <a:spLocks xmlns:a="http://schemas.openxmlformats.org/drawingml/2006/main" noGrp="1"/>
          </p:cNvSpPr>
          <p:nvPr/>
        </p:nvSpPr>
        <p:spPr>
          <a:xfrm xmlns:a="http://schemas.openxmlformats.org/drawingml/2006/main">
            <a:off x="800100" y="23241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Random probability</a:t>
            </a:r>
          </a:p>
        </p:txBody>
      </p:sp>
      <p:sp>
        <p:nvSpPr>
          <p:cNvPr id="19" name="">
            <a:extLst xmlns:a="http://schemas.openxmlformats.org/drawingml/2006/main">
              <a:ext uri="{FF2B5EF4-FFF2-40B4-BE49-F238E27FC236}">
                <a16:creationId xmlns:a16="http://schemas.microsoft.com/office/drawing/2014/main" id="{02471364-44D9-4064-9FB6-F193F0F37A62}"/>
              </a:ext>
            </a:extLst>
          </p:cNvPr>
          <p:cNvSpPr>
            <a:spLocks xmlns:a="http://schemas.openxmlformats.org/drawingml/2006/main" noGrp="1"/>
          </p:cNvSpPr>
          <p:nvPr/>
        </p:nvSpPr>
        <p:spPr>
          <a:xfrm xmlns:a="http://schemas.openxmlformats.org/drawingml/2006/main">
            <a:off x="4114800" y="23241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Can the workflow beat an uninformative 50/50 forecast?</a:t>
            </a:r>
          </a:p>
        </p:txBody>
      </p:sp>
      <p:sp>
        <p:nvSpPr>
          <p:cNvPr id="20" name="">
            <a:extLst xmlns:a="http://schemas.openxmlformats.org/drawingml/2006/main">
              <a:ext uri="{FF2B5EF4-FFF2-40B4-BE49-F238E27FC236}">
                <a16:creationId xmlns:a16="http://schemas.microsoft.com/office/drawing/2014/main" id="{D9822BD5-023E-43EC-993F-06DD83978C09}"/>
              </a:ext>
            </a:extLst>
          </p:cNvPr>
          <p:cNvSpPr>
            <a:spLocks xmlns:a="http://schemas.openxmlformats.org/drawingml/2006/main" noGrp="1"/>
          </p:cNvSpPr>
          <p:nvPr/>
        </p:nvSpPr>
        <p:spPr>
          <a:xfrm xmlns:a="http://schemas.openxmlformats.org/drawingml/2006/main">
            <a:off x="800100" y="28003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20EC500-2949-4C2F-A4C9-74849F3BAAD5}"/>
              </a:ext>
            </a:extLst>
          </p:cNvPr>
          <p:cNvSpPr>
            <a:spLocks xmlns:a="http://schemas.openxmlformats.org/drawingml/2006/main" noGrp="1"/>
          </p:cNvSpPr>
          <p:nvPr/>
        </p:nvSpPr>
        <p:spPr>
          <a:xfrm xmlns:a="http://schemas.openxmlformats.org/drawingml/2006/main">
            <a:off x="800100" y="2952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Training choice rate</a:t>
            </a:r>
          </a:p>
        </p:txBody>
      </p:sp>
      <p:sp>
        <p:nvSpPr>
          <p:cNvPr id="22" name="">
            <a:extLst xmlns:a="http://schemas.openxmlformats.org/drawingml/2006/main">
              <a:ext uri="{FF2B5EF4-FFF2-40B4-BE49-F238E27FC236}">
                <a16:creationId xmlns:a16="http://schemas.microsoft.com/office/drawing/2014/main" id="{F68D12D4-77B8-496A-A1A5-B058F87D4601}"/>
              </a:ext>
            </a:extLst>
          </p:cNvPr>
          <p:cNvSpPr>
            <a:spLocks xmlns:a="http://schemas.openxmlformats.org/drawingml/2006/main" noGrp="1"/>
          </p:cNvSpPr>
          <p:nvPr/>
        </p:nvSpPr>
        <p:spPr>
          <a:xfrm xmlns:a="http://schemas.openxmlformats.org/drawingml/2006/main">
            <a:off x="4114800" y="29527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it beat a constant forecast based only on A/B prevalence?</a:t>
            </a:r>
          </a:p>
        </p:txBody>
      </p:sp>
      <p:sp>
        <p:nvSpPr>
          <p:cNvPr id="23" name="">
            <a:extLst xmlns:a="http://schemas.openxmlformats.org/drawingml/2006/main">
              <a:ext uri="{FF2B5EF4-FFF2-40B4-BE49-F238E27FC236}">
                <a16:creationId xmlns:a16="http://schemas.microsoft.com/office/drawing/2014/main" id="{87935D43-1096-4085-A563-6263F008B5F6}"/>
              </a:ext>
            </a:extLst>
          </p:cNvPr>
          <p:cNvSpPr>
            <a:spLocks xmlns:a="http://schemas.openxmlformats.org/drawingml/2006/main" noGrp="1"/>
          </p:cNvSpPr>
          <p:nvPr/>
        </p:nvSpPr>
        <p:spPr>
          <a:xfrm xmlns:a="http://schemas.openxmlformats.org/drawingml/2006/main">
            <a:off x="800100" y="34290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10C0A43-1D61-4828-B8B5-E6C8C2216122}"/>
              </a:ext>
            </a:extLst>
          </p:cNvPr>
          <p:cNvSpPr>
            <a:spLocks xmlns:a="http://schemas.openxmlformats.org/drawingml/2006/main" noGrp="1"/>
          </p:cNvSpPr>
          <p:nvPr/>
        </p:nvSpPr>
        <p:spPr>
          <a:xfrm xmlns:a="http://schemas.openxmlformats.org/drawingml/2006/main">
            <a:off x="800100" y="35814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5" name="">
            <a:extLst xmlns:a="http://schemas.openxmlformats.org/drawingml/2006/main">
              <a:ext uri="{FF2B5EF4-FFF2-40B4-BE49-F238E27FC236}">
                <a16:creationId xmlns:a16="http://schemas.microsoft.com/office/drawing/2014/main" id="{C9874F94-5C2A-4271-9323-A4A4F5EED264}"/>
              </a:ext>
            </a:extLst>
          </p:cNvPr>
          <p:cNvSpPr>
            <a:spLocks xmlns:a="http://schemas.openxmlformats.org/drawingml/2006/main" noGrp="1"/>
          </p:cNvSpPr>
          <p:nvPr/>
        </p:nvSpPr>
        <p:spPr>
          <a:xfrm xmlns:a="http://schemas.openxmlformats.org/drawingml/2006/main">
            <a:off x="4114800" y="35814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the discovered structure improve on a canonical decision rule?</a:t>
            </a:r>
          </a:p>
        </p:txBody>
      </p:sp>
      <p:sp>
        <p:nvSpPr>
          <p:cNvPr id="26" name="">
            <a:extLst xmlns:a="http://schemas.openxmlformats.org/drawingml/2006/main">
              <a:ext uri="{FF2B5EF4-FFF2-40B4-BE49-F238E27FC236}">
                <a16:creationId xmlns:a16="http://schemas.microsoft.com/office/drawing/2014/main" id="{28A01C99-3494-4B5B-906B-B7607DB3FA84}"/>
              </a:ext>
            </a:extLst>
          </p:cNvPr>
          <p:cNvSpPr>
            <a:spLocks xmlns:a="http://schemas.openxmlformats.org/drawingml/2006/main" noGrp="1"/>
          </p:cNvSpPr>
          <p:nvPr/>
        </p:nvSpPr>
        <p:spPr>
          <a:xfrm xmlns:a="http://schemas.openxmlformats.org/drawingml/2006/main">
            <a:off x="800100" y="40576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44EF537-2C53-4580-836E-1730DE3676D9}"/>
              </a:ext>
            </a:extLst>
          </p:cNvPr>
          <p:cNvSpPr>
            <a:spLocks xmlns:a="http://schemas.openxmlformats.org/drawingml/2006/main" noGrp="1"/>
          </p:cNvSpPr>
          <p:nvPr/>
        </p:nvSpPr>
        <p:spPr>
          <a:xfrm xmlns:a="http://schemas.openxmlformats.org/drawingml/2006/main">
            <a:off x="800100" y="42100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Best single feature</a:t>
            </a:r>
          </a:p>
        </p:txBody>
      </p:sp>
      <p:sp>
        <p:nvSpPr>
          <p:cNvPr id="28" name="">
            <a:extLst xmlns:a="http://schemas.openxmlformats.org/drawingml/2006/main">
              <a:ext uri="{FF2B5EF4-FFF2-40B4-BE49-F238E27FC236}">
                <a16:creationId xmlns:a16="http://schemas.microsoft.com/office/drawing/2014/main" id="{469A3076-C094-4996-B984-24D55F9CC236}"/>
              </a:ext>
            </a:extLst>
          </p:cNvPr>
          <p:cNvSpPr>
            <a:spLocks xmlns:a="http://schemas.openxmlformats.org/drawingml/2006/main" noGrp="1"/>
          </p:cNvSpPr>
          <p:nvPr/>
        </p:nvSpPr>
        <p:spPr>
          <a:xfrm xmlns:a="http://schemas.openxmlformats.org/drawingml/2006/main">
            <a:off x="4114800" y="42100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combining variables add value beyond one selected cue?</a:t>
            </a:r>
          </a:p>
        </p:txBody>
      </p:sp>
      <p:sp>
        <p:nvSpPr>
          <p:cNvPr id="29" name="">
            <a:extLst xmlns:a="http://schemas.openxmlformats.org/drawingml/2006/main">
              <a:ext uri="{FF2B5EF4-FFF2-40B4-BE49-F238E27FC236}">
                <a16:creationId xmlns:a16="http://schemas.microsoft.com/office/drawing/2014/main" id="{C2B318B1-2234-4D44-B91B-FECD7D4B3B49}"/>
              </a:ext>
            </a:extLst>
          </p:cNvPr>
          <p:cNvSpPr>
            <a:spLocks xmlns:a="http://schemas.openxmlformats.org/drawingml/2006/main" noGrp="1"/>
          </p:cNvSpPr>
          <p:nvPr/>
        </p:nvSpPr>
        <p:spPr>
          <a:xfrm xmlns:a="http://schemas.openxmlformats.org/drawingml/2006/main">
            <a:off x="800100" y="46863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24A26FF-316E-47E6-A2B2-AD3317F9B139}"/>
              </a:ext>
            </a:extLst>
          </p:cNvPr>
          <p:cNvSpPr>
            <a:spLocks xmlns:a="http://schemas.openxmlformats.org/drawingml/2006/main" noGrp="1"/>
          </p:cNvSpPr>
          <p:nvPr/>
        </p:nvSpPr>
        <p:spPr>
          <a:xfrm xmlns:a="http://schemas.openxmlformats.org/drawingml/2006/main">
            <a:off x="800100" y="48387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All approved features</a:t>
            </a:r>
          </a:p>
        </p:txBody>
      </p:sp>
      <p:sp>
        <p:nvSpPr>
          <p:cNvPr id="31" name="">
            <a:extLst xmlns:a="http://schemas.openxmlformats.org/drawingml/2006/main">
              <a:ext uri="{FF2B5EF4-FFF2-40B4-BE49-F238E27FC236}">
                <a16:creationId xmlns:a16="http://schemas.microsoft.com/office/drawing/2014/main" id="{EBDC4169-CFB5-4494-AD8B-94CCC84B802E}"/>
              </a:ext>
            </a:extLst>
          </p:cNvPr>
          <p:cNvSpPr>
            <a:spLocks xmlns:a="http://schemas.openxmlformats.org/drawingml/2006/main" noGrp="1"/>
          </p:cNvSpPr>
          <p:nvPr/>
        </p:nvSpPr>
        <p:spPr>
          <a:xfrm xmlns:a="http://schemas.openxmlformats.org/drawingml/2006/main">
            <a:off x="4114800" y="48387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How much prediction is lost by restricting the candidate language?</a:t>
            </a:r>
          </a:p>
        </p:txBody>
      </p:sp>
      <p:sp>
        <p:nvSpPr>
          <p:cNvPr id="32" name="">
            <a:extLst xmlns:a="http://schemas.openxmlformats.org/drawingml/2006/main">
              <a:ext uri="{FF2B5EF4-FFF2-40B4-BE49-F238E27FC236}">
                <a16:creationId xmlns:a16="http://schemas.microsoft.com/office/drawing/2014/main" id="{8DA8E8A6-A1C2-426C-A0EE-F21D83D59EC9}"/>
              </a:ext>
            </a:extLst>
          </p:cNvPr>
          <p:cNvSpPr>
            <a:spLocks xmlns:a="http://schemas.openxmlformats.org/drawingml/2006/main" noGrp="1"/>
          </p:cNvSpPr>
          <p:nvPr/>
        </p:nvSpPr>
        <p:spPr>
          <a:xfrm xmlns:a="http://schemas.openxmlformats.org/drawingml/2006/main">
            <a:off x="800100" y="53149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F351EAC-B7EA-4745-A06F-EF9426B7AF79}"/>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522D57C2-FA01-443F-AFDA-B0999EB08DF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candidate is informative only if we know which simpler explanation it beats.</a:t>
            </a:r>
          </a:p>
        </p:txBody>
      </p:sp>
    </p:spTree>
    <p:extLst>
      <p:ext uri="{BB962C8B-B14F-4D97-AF65-F5344CB8AC3E}">
        <p14:creationId xmlns:p14="http://schemas.microsoft.com/office/powerpoint/2010/main" val="2033729360"/>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6311B3C2-BC8A-4B4F-9626-68B11C39066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More search rounds plateau before the test is opened</a:t>
            </a:r>
          </a:p>
        </p:txBody>
      </p:sp>
      <p:sp>
        <p:nvSpPr>
          <p:cNvPr id="2" name="">
            <a:extLst xmlns:a="http://schemas.openxmlformats.org/drawingml/2006/main">
              <a:ext uri="{FF2B5EF4-FFF2-40B4-BE49-F238E27FC236}">
                <a16:creationId xmlns:a16="http://schemas.microsoft.com/office/drawing/2014/main" id="{9CF85078-B814-492C-9792-796263076F0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result</a:t>
            </a:r>
          </a:p>
        </p:txBody>
      </p:sp>
      <p:sp>
        <p:nvSpPr>
          <p:cNvPr id="3" name="">
            <a:extLst xmlns:a="http://schemas.openxmlformats.org/drawingml/2006/main">
              <a:ext uri="{FF2B5EF4-FFF2-40B4-BE49-F238E27FC236}">
                <a16:creationId xmlns:a16="http://schemas.microsoft.com/office/drawing/2014/main" id="{1571C876-80F9-466A-AB4A-AF24565BA81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24A262-E461-4AA5-A3EF-7B348D0785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5FECA56A-FB9A-4C52-808A-A628D383A6E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056D75C-386D-4137-AD3E-35280B11F1D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0368359-4E2A-4715-8346-679278270B2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2A5C88F-D398-4E7D-8C58-26A47994BD4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62ADE2F-1554-4C2A-A9BE-294B64CE777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EE7005-520E-45FF-8323-309D3FEDDCB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908DFE3-8866-4690-9DC9-D0E7A628E9B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3AAD07B-9469-4F94-8F55-71588F57BAE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1B900B7-A46A-4425-87E5-E2DE28580B1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D4C7576-2128-48F1-9DE7-ABD45E0B3FC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CE6C237-B310-4B32-85A6-0D131C87914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Cached DeepSeek V4 Pro run / four validation trials / four test trials</a:t>
            </a:r>
          </a:p>
        </p:txBody>
      </p:sp>
      <p:sp>
        <p:nvSpPr>
          <p:cNvPr id="16" name="">
            <a:extLst xmlns:a="http://schemas.openxmlformats.org/drawingml/2006/main">
              <a:ext uri="{FF2B5EF4-FFF2-40B4-BE49-F238E27FC236}">
                <a16:creationId xmlns:a16="http://schemas.microsoft.com/office/drawing/2014/main" id="{590E9644-EB6A-4A1E-BA04-5259A3BEB9D5}"/>
              </a:ext>
            </a:extLst>
          </p:cNvPr>
          <p:cNvSpPr>
            <a:spLocks xmlns:a="http://schemas.openxmlformats.org/drawingml/2006/main" noGrp="1"/>
          </p:cNvSpPr>
          <p:nvPr/>
        </p:nvSpPr>
        <p:spPr>
          <a:xfrm xmlns:a="http://schemas.openxmlformats.org/drawingml/2006/main">
            <a:off x="800100" y="20002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Best validation log loss</a:t>
            </a:r>
          </a:p>
        </p:txBody>
      </p:sp>
      <p:sp>
        <p:nvSpPr>
          <p:cNvPr id="17" name="">
            <a:extLst xmlns:a="http://schemas.openxmlformats.org/drawingml/2006/main">
              <a:ext uri="{FF2B5EF4-FFF2-40B4-BE49-F238E27FC236}">
                <a16:creationId xmlns:a16="http://schemas.microsoft.com/office/drawing/2014/main" id="{D0C51BB0-78B3-49B3-8787-EBB0E844A0A7}"/>
              </a:ext>
            </a:extLst>
          </p:cNvPr>
          <p:cNvSpPr>
            <a:spLocks xmlns:a="http://schemas.openxmlformats.org/drawingml/2006/main" noGrp="1"/>
          </p:cNvSpPr>
          <p:nvPr/>
        </p:nvSpPr>
        <p:spPr>
          <a:xfrm xmlns:a="http://schemas.openxmlformats.org/drawingml/2006/main">
            <a:off x="800100" y="24574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8000"/>
              </a:lnSpc>
              <a:buNone/>
              <a:defRPr sz="2100" b="1" i="0">
                <a:solidFill>
                  <a:srgbClr val="111827"/>
                </a:solidFill>
                <a:latin typeface="Arial"/>
                <a:ea typeface="Arial"/>
                <a:cs typeface="Arial"/>
              </a:defRPr>
            </a:pPr>
            <a:r>
              <a:rPr sz="2100" b="1" i="0">
                <a:solidFill>
                  <a:srgbClr val="111827"/>
                </a:solidFill>
                <a:latin typeface="Arial"/>
                <a:ea typeface="Arial"/>
                <a:cs typeface="Arial"/>
              </a:rPr>
              <a:t>0.663  -&gt;  0.663  -&gt;  0.663</a:t>
            </a:r>
          </a:p>
        </p:txBody>
      </p:sp>
      <p:sp>
        <p:nvSpPr>
          <p:cNvPr id="18" name="">
            <a:extLst xmlns:a="http://schemas.openxmlformats.org/drawingml/2006/main">
              <a:ext uri="{FF2B5EF4-FFF2-40B4-BE49-F238E27FC236}">
                <a16:creationId xmlns:a16="http://schemas.microsoft.com/office/drawing/2014/main" id="{05509384-F756-435C-8149-81440996F3D1}"/>
              </a:ext>
            </a:extLst>
          </p:cNvPr>
          <p:cNvSpPr>
            <a:spLocks xmlns:a="http://schemas.openxmlformats.org/drawingml/2006/main" noGrp="1"/>
          </p:cNvSpPr>
          <p:nvPr/>
        </p:nvSpPr>
        <p:spPr>
          <a:xfrm xmlns:a="http://schemas.openxmlformats.org/drawingml/2006/main">
            <a:off x="800100" y="29337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5A4B6E"/>
                </a:solidFill>
                <a:latin typeface="Consolas"/>
                <a:ea typeface="Consolas"/>
                <a:cs typeface="Consolas"/>
              </a:defRPr>
            </a:pPr>
            <a:r>
              <a:rPr sz="1650" b="0" i="0">
                <a:solidFill>
                  <a:srgbClr val="5A4B6E"/>
                </a:solidFill>
                <a:latin typeface="Consolas"/>
                <a:ea typeface="Consolas"/>
                <a:cs typeface="Consolas"/>
              </a:rPr>
              <a:t>ev_diff + p_zero_diff</a:t>
            </a:r>
          </a:p>
        </p:txBody>
      </p:sp>
      <p:sp>
        <p:nvSpPr>
          <p:cNvPr id="19" name="">
            <a:extLst xmlns:a="http://schemas.openxmlformats.org/drawingml/2006/main">
              <a:ext uri="{FF2B5EF4-FFF2-40B4-BE49-F238E27FC236}">
                <a16:creationId xmlns:a16="http://schemas.microsoft.com/office/drawing/2014/main" id="{3D36A781-C43D-4BDA-BF06-24A94627425D}"/>
              </a:ext>
            </a:extLst>
          </p:cNvPr>
          <p:cNvSpPr>
            <a:spLocks xmlns:a="http://schemas.openxmlformats.org/drawingml/2006/main" noGrp="1"/>
          </p:cNvSpPr>
          <p:nvPr/>
        </p:nvSpPr>
        <p:spPr>
          <a:xfrm xmlns:a="http://schemas.openxmlformats.org/drawingml/2006/main">
            <a:off x="8001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Initial proposal</a:t>
            </a:r>
          </a:p>
        </p:txBody>
      </p:sp>
      <p:sp>
        <p:nvSpPr>
          <p:cNvPr id="20" name="">
            <a:extLst xmlns:a="http://schemas.openxmlformats.org/drawingml/2006/main">
              <a:ext uri="{FF2B5EF4-FFF2-40B4-BE49-F238E27FC236}">
                <a16:creationId xmlns:a16="http://schemas.microsoft.com/office/drawing/2014/main" id="{1AD2C3D4-6930-42AA-B088-850D97CB1C76}"/>
              </a:ext>
            </a:extLst>
          </p:cNvPr>
          <p:cNvSpPr>
            <a:spLocks xmlns:a="http://schemas.openxmlformats.org/drawingml/2006/main" noGrp="1"/>
          </p:cNvSpPr>
          <p:nvPr/>
        </p:nvSpPr>
        <p:spPr>
          <a:xfrm xmlns:a="http://schemas.openxmlformats.org/drawingml/2006/main">
            <a:off x="245745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1</a:t>
            </a:r>
          </a:p>
        </p:txBody>
      </p:sp>
      <p:sp>
        <p:nvSpPr>
          <p:cNvPr id="21" name="">
            <a:extLst xmlns:a="http://schemas.openxmlformats.org/drawingml/2006/main">
              <a:ext uri="{FF2B5EF4-FFF2-40B4-BE49-F238E27FC236}">
                <a16:creationId xmlns:a16="http://schemas.microsoft.com/office/drawing/2014/main" id="{858AC11B-9444-4BAF-BE09-CD722E8D73EE}"/>
              </a:ext>
            </a:extLst>
          </p:cNvPr>
          <p:cNvSpPr>
            <a:spLocks xmlns:a="http://schemas.openxmlformats.org/drawingml/2006/main" noGrp="1"/>
          </p:cNvSpPr>
          <p:nvPr/>
        </p:nvSpPr>
        <p:spPr>
          <a:xfrm xmlns:a="http://schemas.openxmlformats.org/drawingml/2006/main">
            <a:off x="41148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2</a:t>
            </a:r>
          </a:p>
        </p:txBody>
      </p:sp>
      <p:sp>
        <p:nvSpPr>
          <p:cNvPr id="22" name="">
            <a:extLst xmlns:a="http://schemas.openxmlformats.org/drawingml/2006/main">
              <a:ext uri="{FF2B5EF4-FFF2-40B4-BE49-F238E27FC236}">
                <a16:creationId xmlns:a16="http://schemas.microsoft.com/office/drawing/2014/main" id="{5E3447B4-55EE-4853-B501-40D8CC30D30A}"/>
              </a:ext>
            </a:extLst>
          </p:cNvPr>
          <p:cNvSpPr>
            <a:spLocks xmlns:a="http://schemas.openxmlformats.org/drawingml/2006/main" noGrp="1"/>
          </p:cNvSpPr>
          <p:nvPr/>
        </p:nvSpPr>
        <p:spPr>
          <a:xfrm xmlns:a="http://schemas.openxmlformats.org/drawingml/2006/main">
            <a:off x="800100" y="40957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8A3B35"/>
                </a:solidFill>
                <a:latin typeface="Arial"/>
                <a:ea typeface="Arial"/>
                <a:cs typeface="Arial"/>
              </a:defRPr>
            </a:pPr>
            <a:r>
              <a:rPr sz="1725" b="1" i="0">
                <a:solidFill>
                  <a:srgbClr val="8A3B35"/>
                </a:solidFill>
                <a:latin typeface="Arial"/>
                <a:ea typeface="Arial"/>
                <a:cs typeface="Arial"/>
              </a:rPr>
              <a:t>Stop: no validation improvement</a:t>
            </a:r>
          </a:p>
        </p:txBody>
      </p:sp>
      <p:sp>
        <p:nvSpPr>
          <p:cNvPr id="23" name="">
            <a:extLst xmlns:a="http://schemas.openxmlformats.org/drawingml/2006/main">
              <a:ext uri="{FF2B5EF4-FFF2-40B4-BE49-F238E27FC236}">
                <a16:creationId xmlns:a16="http://schemas.microsoft.com/office/drawing/2014/main" id="{F1E79830-1984-449C-A827-70BCEB451BFD}"/>
              </a:ext>
            </a:extLst>
          </p:cNvPr>
          <p:cNvSpPr>
            <a:spLocks xmlns:a="http://schemas.openxmlformats.org/drawingml/2006/main" noGrp="1"/>
          </p:cNvSpPr>
          <p:nvPr/>
        </p:nvSpPr>
        <p:spPr>
          <a:xfrm xmlns:a="http://schemas.openxmlformats.org/drawingml/2006/main">
            <a:off x="5905500" y="2000250"/>
            <a:ext cx="11906"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02F7212-4722-4563-8EBE-672F68AF4CDB}"/>
              </a:ext>
            </a:extLst>
          </p:cNvPr>
          <p:cNvSpPr>
            <a:spLocks xmlns:a="http://schemas.openxmlformats.org/drawingml/2006/main" noGrp="1"/>
          </p:cNvSpPr>
          <p:nvPr/>
        </p:nvSpPr>
        <p:spPr>
          <a:xfrm xmlns:a="http://schemas.openxmlformats.org/drawingml/2006/main">
            <a:off x="6362700" y="2000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Frozen test comparison</a:t>
            </a:r>
          </a:p>
        </p:txBody>
      </p:sp>
      <p:sp>
        <p:nvSpPr>
          <p:cNvPr id="25" name="">
            <a:extLst xmlns:a="http://schemas.openxmlformats.org/drawingml/2006/main">
              <a:ext uri="{FF2B5EF4-FFF2-40B4-BE49-F238E27FC236}">
                <a16:creationId xmlns:a16="http://schemas.microsoft.com/office/drawing/2014/main" id="{2BD75A6A-B236-42C5-AFD0-ECE43AEB118E}"/>
              </a:ext>
            </a:extLst>
          </p:cNvPr>
          <p:cNvSpPr>
            <a:spLocks xmlns:a="http://schemas.openxmlformats.org/drawingml/2006/main" noGrp="1"/>
          </p:cNvSpPr>
          <p:nvPr/>
        </p:nvSpPr>
        <p:spPr>
          <a:xfrm xmlns:a="http://schemas.openxmlformats.org/drawingml/2006/main">
            <a:off x="6362700" y="2533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a:t>
            </a:r>
          </a:p>
        </p:txBody>
      </p:sp>
      <p:sp>
        <p:nvSpPr>
          <p:cNvPr id="26" name="">
            <a:extLst xmlns:a="http://schemas.openxmlformats.org/drawingml/2006/main">
              <a:ext uri="{FF2B5EF4-FFF2-40B4-BE49-F238E27FC236}">
                <a16:creationId xmlns:a16="http://schemas.microsoft.com/office/drawing/2014/main" id="{9BC179E4-FE98-48B2-9C72-AC508CE26163}"/>
              </a:ext>
            </a:extLst>
          </p:cNvPr>
          <p:cNvSpPr>
            <a:spLocks xmlns:a="http://schemas.openxmlformats.org/drawingml/2006/main" noGrp="1"/>
          </p:cNvSpPr>
          <p:nvPr/>
        </p:nvSpPr>
        <p:spPr>
          <a:xfrm xmlns:a="http://schemas.openxmlformats.org/drawingml/2006/main">
            <a:off x="8877300" y="253365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27" name="">
            <a:extLst xmlns:a="http://schemas.openxmlformats.org/drawingml/2006/main">
              <a:ext uri="{FF2B5EF4-FFF2-40B4-BE49-F238E27FC236}">
                <a16:creationId xmlns:a16="http://schemas.microsoft.com/office/drawing/2014/main" id="{2E19796A-95B4-4DEA-A819-6E0F6E77BAE4}"/>
              </a:ext>
            </a:extLst>
          </p:cNvPr>
          <p:cNvSpPr>
            <a:spLocks xmlns:a="http://schemas.openxmlformats.org/drawingml/2006/main" noGrp="1"/>
          </p:cNvSpPr>
          <p:nvPr/>
        </p:nvSpPr>
        <p:spPr>
          <a:xfrm xmlns:a="http://schemas.openxmlformats.org/drawingml/2006/main">
            <a:off x="10001250" y="25336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 acc.</a:t>
            </a:r>
          </a:p>
        </p:txBody>
      </p:sp>
      <p:sp>
        <p:nvSpPr>
          <p:cNvPr id="28" name="">
            <a:extLst xmlns:a="http://schemas.openxmlformats.org/drawingml/2006/main">
              <a:ext uri="{FF2B5EF4-FFF2-40B4-BE49-F238E27FC236}">
                <a16:creationId xmlns:a16="http://schemas.microsoft.com/office/drawing/2014/main" id="{8A11F62F-CD38-4B09-BBDF-2BC9E2B659FB}"/>
              </a:ext>
            </a:extLst>
          </p:cNvPr>
          <p:cNvSpPr>
            <a:spLocks xmlns:a="http://schemas.openxmlformats.org/drawingml/2006/main" noGrp="1"/>
          </p:cNvSpPr>
          <p:nvPr/>
        </p:nvSpPr>
        <p:spPr>
          <a:xfrm xmlns:a="http://schemas.openxmlformats.org/drawingml/2006/main">
            <a:off x="6362700" y="2952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315F63"/>
                </a:solidFill>
                <a:latin typeface="Arial"/>
                <a:ea typeface="Arial"/>
                <a:cs typeface="Arial"/>
              </a:defRPr>
            </a:pPr>
            <a:r>
              <a:rPr sz="1275" b="0" i="0">
                <a:solidFill>
                  <a:srgbClr val="315F63"/>
                </a:solidFill>
                <a:latin typeface="Arial"/>
                <a:ea typeface="Arial"/>
                <a:cs typeface="Arial"/>
              </a:rPr>
              <a:t>All-feature baseline</a:t>
            </a:r>
          </a:p>
        </p:txBody>
      </p:sp>
      <p:sp>
        <p:nvSpPr>
          <p:cNvPr id="29" name="">
            <a:extLst xmlns:a="http://schemas.openxmlformats.org/drawingml/2006/main">
              <a:ext uri="{FF2B5EF4-FFF2-40B4-BE49-F238E27FC236}">
                <a16:creationId xmlns:a16="http://schemas.microsoft.com/office/drawing/2014/main" id="{2F141495-30ED-4B40-A0D4-7CD1DD3D4741}"/>
              </a:ext>
            </a:extLst>
          </p:cNvPr>
          <p:cNvSpPr>
            <a:spLocks xmlns:a="http://schemas.openxmlformats.org/drawingml/2006/main" noGrp="1"/>
          </p:cNvSpPr>
          <p:nvPr/>
        </p:nvSpPr>
        <p:spPr>
          <a:xfrm xmlns:a="http://schemas.openxmlformats.org/drawingml/2006/main">
            <a:off x="8877300" y="29527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0.248</a:t>
            </a:r>
          </a:p>
        </p:txBody>
      </p:sp>
      <p:sp>
        <p:nvSpPr>
          <p:cNvPr id="30" name="">
            <a:extLst xmlns:a="http://schemas.openxmlformats.org/drawingml/2006/main">
              <a:ext uri="{FF2B5EF4-FFF2-40B4-BE49-F238E27FC236}">
                <a16:creationId xmlns:a16="http://schemas.microsoft.com/office/drawing/2014/main" id="{BA8CD0DE-B8A1-42D8-9AB2-AA055AA78E98}"/>
              </a:ext>
            </a:extLst>
          </p:cNvPr>
          <p:cNvSpPr>
            <a:spLocks xmlns:a="http://schemas.openxmlformats.org/drawingml/2006/main" noGrp="1"/>
          </p:cNvSpPr>
          <p:nvPr/>
        </p:nvSpPr>
        <p:spPr>
          <a:xfrm xmlns:a="http://schemas.openxmlformats.org/drawingml/2006/main">
            <a:off x="10001250" y="29527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1.000</a:t>
            </a:r>
          </a:p>
        </p:txBody>
      </p:sp>
      <p:sp>
        <p:nvSpPr>
          <p:cNvPr id="31" name="">
            <a:extLst xmlns:a="http://schemas.openxmlformats.org/drawingml/2006/main">
              <a:ext uri="{FF2B5EF4-FFF2-40B4-BE49-F238E27FC236}">
                <a16:creationId xmlns:a16="http://schemas.microsoft.com/office/drawing/2014/main" id="{5FCF3BE8-EB29-4765-90FD-9AFCF0E1BDE9}"/>
              </a:ext>
            </a:extLst>
          </p:cNvPr>
          <p:cNvSpPr>
            <a:spLocks xmlns:a="http://schemas.openxmlformats.org/drawingml/2006/main" noGrp="1"/>
          </p:cNvSpPr>
          <p:nvPr/>
        </p:nvSpPr>
        <p:spPr>
          <a:xfrm xmlns:a="http://schemas.openxmlformats.org/drawingml/2006/main">
            <a:off x="6362700" y="32956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219A3C1-EB69-4AEF-928E-80B75B7596A7}"/>
              </a:ext>
            </a:extLst>
          </p:cNvPr>
          <p:cNvSpPr>
            <a:spLocks xmlns:a="http://schemas.openxmlformats.org/drawingml/2006/main" noGrp="1"/>
          </p:cNvSpPr>
          <p:nvPr/>
        </p:nvSpPr>
        <p:spPr>
          <a:xfrm xmlns:a="http://schemas.openxmlformats.org/drawingml/2006/main">
            <a:off x="6362700" y="3381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234E70"/>
                </a:solidFill>
                <a:latin typeface="Arial"/>
                <a:ea typeface="Arial"/>
                <a:cs typeface="Arial"/>
              </a:defRPr>
            </a:pPr>
            <a:r>
              <a:rPr sz="1275" b="0" i="0">
                <a:solidFill>
                  <a:srgbClr val="234E70"/>
                </a:solidFill>
                <a:latin typeface="Arial"/>
                <a:ea typeface="Arial"/>
                <a:cs typeface="Arial"/>
              </a:rPr>
              <a:t>Expected-value baseline</a:t>
            </a:r>
          </a:p>
        </p:txBody>
      </p:sp>
      <p:sp>
        <p:nvSpPr>
          <p:cNvPr id="33" name="">
            <a:extLst xmlns:a="http://schemas.openxmlformats.org/drawingml/2006/main">
              <a:ext uri="{FF2B5EF4-FFF2-40B4-BE49-F238E27FC236}">
                <a16:creationId xmlns:a16="http://schemas.microsoft.com/office/drawing/2014/main" id="{71C7588D-3DE1-48EB-8755-46DAA1D6237E}"/>
              </a:ext>
            </a:extLst>
          </p:cNvPr>
          <p:cNvSpPr>
            <a:spLocks xmlns:a="http://schemas.openxmlformats.org/drawingml/2006/main" noGrp="1"/>
          </p:cNvSpPr>
          <p:nvPr/>
        </p:nvSpPr>
        <p:spPr>
          <a:xfrm xmlns:a="http://schemas.openxmlformats.org/drawingml/2006/main">
            <a:off x="8877300" y="338137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0.453</a:t>
            </a:r>
          </a:p>
        </p:txBody>
      </p:sp>
      <p:sp>
        <p:nvSpPr>
          <p:cNvPr id="34" name="">
            <a:extLst xmlns:a="http://schemas.openxmlformats.org/drawingml/2006/main">
              <a:ext uri="{FF2B5EF4-FFF2-40B4-BE49-F238E27FC236}">
                <a16:creationId xmlns:a16="http://schemas.microsoft.com/office/drawing/2014/main" id="{D00608E3-3A95-435A-B74D-437F33B2FAFF}"/>
              </a:ext>
            </a:extLst>
          </p:cNvPr>
          <p:cNvSpPr>
            <a:spLocks xmlns:a="http://schemas.openxmlformats.org/drawingml/2006/main" noGrp="1"/>
          </p:cNvSpPr>
          <p:nvPr/>
        </p:nvSpPr>
        <p:spPr>
          <a:xfrm xmlns:a="http://schemas.openxmlformats.org/drawingml/2006/main">
            <a:off x="10001250" y="338137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0.750</a:t>
            </a:r>
          </a:p>
        </p:txBody>
      </p:sp>
      <p:sp>
        <p:nvSpPr>
          <p:cNvPr id="35" name="">
            <a:extLst xmlns:a="http://schemas.openxmlformats.org/drawingml/2006/main">
              <a:ext uri="{FF2B5EF4-FFF2-40B4-BE49-F238E27FC236}">
                <a16:creationId xmlns:a16="http://schemas.microsoft.com/office/drawing/2014/main" id="{D36F2DBF-436D-49A5-8073-86C5DCAD98DF}"/>
              </a:ext>
            </a:extLst>
          </p:cNvPr>
          <p:cNvSpPr>
            <a:spLocks xmlns:a="http://schemas.openxmlformats.org/drawingml/2006/main" noGrp="1"/>
          </p:cNvSpPr>
          <p:nvPr/>
        </p:nvSpPr>
        <p:spPr>
          <a:xfrm xmlns:a="http://schemas.openxmlformats.org/drawingml/2006/main">
            <a:off x="6362700" y="372427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9696EC02-09B4-4D06-8A83-71964602C7D5}"/>
              </a:ext>
            </a:extLst>
          </p:cNvPr>
          <p:cNvSpPr>
            <a:spLocks xmlns:a="http://schemas.openxmlformats.org/drawingml/2006/main" noGrp="1"/>
          </p:cNvSpPr>
          <p:nvPr/>
        </p:nvSpPr>
        <p:spPr>
          <a:xfrm xmlns:a="http://schemas.openxmlformats.org/drawingml/2006/main">
            <a:off x="6362700" y="38100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DeepSeek-selected</a:t>
            </a:r>
          </a:p>
        </p:txBody>
      </p:sp>
      <p:sp>
        <p:nvSpPr>
          <p:cNvPr id="37" name="">
            <a:extLst xmlns:a="http://schemas.openxmlformats.org/drawingml/2006/main">
              <a:ext uri="{FF2B5EF4-FFF2-40B4-BE49-F238E27FC236}">
                <a16:creationId xmlns:a16="http://schemas.microsoft.com/office/drawing/2014/main" id="{AA8F560B-22CA-4201-BBF9-A2B345316A22}"/>
              </a:ext>
            </a:extLst>
          </p:cNvPr>
          <p:cNvSpPr>
            <a:spLocks xmlns:a="http://schemas.openxmlformats.org/drawingml/2006/main" noGrp="1"/>
          </p:cNvSpPr>
          <p:nvPr/>
        </p:nvSpPr>
        <p:spPr>
          <a:xfrm xmlns:a="http://schemas.openxmlformats.org/drawingml/2006/main">
            <a:off x="8877300" y="38100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0.534</a:t>
            </a:r>
          </a:p>
        </p:txBody>
      </p:sp>
      <p:sp>
        <p:nvSpPr>
          <p:cNvPr id="38" name="">
            <a:extLst xmlns:a="http://schemas.openxmlformats.org/drawingml/2006/main">
              <a:ext uri="{FF2B5EF4-FFF2-40B4-BE49-F238E27FC236}">
                <a16:creationId xmlns:a16="http://schemas.microsoft.com/office/drawing/2014/main" id="{BCFEE0C3-9902-43E1-8052-724E89A0A9F6}"/>
              </a:ext>
            </a:extLst>
          </p:cNvPr>
          <p:cNvSpPr>
            <a:spLocks xmlns:a="http://schemas.openxmlformats.org/drawingml/2006/main" noGrp="1"/>
          </p:cNvSpPr>
          <p:nvPr/>
        </p:nvSpPr>
        <p:spPr>
          <a:xfrm xmlns:a="http://schemas.openxmlformats.org/drawingml/2006/main">
            <a:off x="10001250" y="38100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0.500</a:t>
            </a:r>
          </a:p>
        </p:txBody>
      </p:sp>
      <p:sp>
        <p:nvSpPr>
          <p:cNvPr id="39" name="">
            <a:extLst xmlns:a="http://schemas.openxmlformats.org/drawingml/2006/main">
              <a:ext uri="{FF2B5EF4-FFF2-40B4-BE49-F238E27FC236}">
                <a16:creationId xmlns:a16="http://schemas.microsoft.com/office/drawing/2014/main" id="{94AC748B-236A-4AA5-958F-09285FE94302}"/>
              </a:ext>
            </a:extLst>
          </p:cNvPr>
          <p:cNvSpPr>
            <a:spLocks xmlns:a="http://schemas.openxmlformats.org/drawingml/2006/main" noGrp="1"/>
          </p:cNvSpPr>
          <p:nvPr/>
        </p:nvSpPr>
        <p:spPr>
          <a:xfrm xmlns:a="http://schemas.openxmlformats.org/drawingml/2006/main">
            <a:off x="6362700" y="415290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3F267747-8625-4244-8D27-40DD57803CCE}"/>
              </a:ext>
            </a:extLst>
          </p:cNvPr>
          <p:cNvSpPr>
            <a:spLocks xmlns:a="http://schemas.openxmlformats.org/drawingml/2006/main" noGrp="1"/>
          </p:cNvSpPr>
          <p:nvPr/>
        </p:nvSpPr>
        <p:spPr>
          <a:xfrm xmlns:a="http://schemas.openxmlformats.org/drawingml/2006/main">
            <a:off x="6362700" y="42386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5A4B6E"/>
                </a:solidFill>
                <a:latin typeface="Arial"/>
                <a:ea typeface="Arial"/>
                <a:cs typeface="Arial"/>
              </a:defRPr>
            </a:pPr>
            <a:r>
              <a:rPr sz="1275" b="0" i="0">
                <a:solidFill>
                  <a:srgbClr val="5A4B6E"/>
                </a:solidFill>
                <a:latin typeface="Arial"/>
                <a:ea typeface="Arial"/>
                <a:cs typeface="Arial"/>
              </a:rPr>
              <a:t>Best single feature</a:t>
            </a:r>
          </a:p>
        </p:txBody>
      </p:sp>
      <p:sp>
        <p:nvSpPr>
          <p:cNvPr id="41" name="">
            <a:extLst xmlns:a="http://schemas.openxmlformats.org/drawingml/2006/main">
              <a:ext uri="{FF2B5EF4-FFF2-40B4-BE49-F238E27FC236}">
                <a16:creationId xmlns:a16="http://schemas.microsoft.com/office/drawing/2014/main" id="{72766060-A141-4B1E-A009-4AE92A5672C9}"/>
              </a:ext>
            </a:extLst>
          </p:cNvPr>
          <p:cNvSpPr>
            <a:spLocks xmlns:a="http://schemas.openxmlformats.org/drawingml/2006/main" noGrp="1"/>
          </p:cNvSpPr>
          <p:nvPr/>
        </p:nvSpPr>
        <p:spPr>
          <a:xfrm xmlns:a="http://schemas.openxmlformats.org/drawingml/2006/main">
            <a:off x="8877300" y="423862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0.607</a:t>
            </a:r>
          </a:p>
        </p:txBody>
      </p:sp>
      <p:sp>
        <p:nvSpPr>
          <p:cNvPr id="42" name="">
            <a:extLst xmlns:a="http://schemas.openxmlformats.org/drawingml/2006/main">
              <a:ext uri="{FF2B5EF4-FFF2-40B4-BE49-F238E27FC236}">
                <a16:creationId xmlns:a16="http://schemas.microsoft.com/office/drawing/2014/main" id="{DBEDDCD8-0E10-48A2-B135-550912C03283}"/>
              </a:ext>
            </a:extLst>
          </p:cNvPr>
          <p:cNvSpPr>
            <a:spLocks xmlns:a="http://schemas.openxmlformats.org/drawingml/2006/main" noGrp="1"/>
          </p:cNvSpPr>
          <p:nvPr/>
        </p:nvSpPr>
        <p:spPr>
          <a:xfrm xmlns:a="http://schemas.openxmlformats.org/drawingml/2006/main">
            <a:off x="10001250" y="423862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0.750</a:t>
            </a:r>
          </a:p>
        </p:txBody>
      </p:sp>
      <p:sp>
        <p:nvSpPr>
          <p:cNvPr id="43" name="">
            <a:extLst xmlns:a="http://schemas.openxmlformats.org/drawingml/2006/main">
              <a:ext uri="{FF2B5EF4-FFF2-40B4-BE49-F238E27FC236}">
                <a16:creationId xmlns:a16="http://schemas.microsoft.com/office/drawing/2014/main" id="{533C49A3-457B-4AFA-9589-7B78B69B652D}"/>
              </a:ext>
            </a:extLst>
          </p:cNvPr>
          <p:cNvSpPr>
            <a:spLocks xmlns:a="http://schemas.openxmlformats.org/drawingml/2006/main" noGrp="1"/>
          </p:cNvSpPr>
          <p:nvPr/>
        </p:nvSpPr>
        <p:spPr>
          <a:xfrm xmlns:a="http://schemas.openxmlformats.org/drawingml/2006/main">
            <a:off x="6362700" y="458152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8C7099C1-5160-4AE3-B6EB-EF9D885CDFE4}"/>
              </a:ext>
            </a:extLst>
          </p:cNvPr>
          <p:cNvSpPr>
            <a:spLocks xmlns:a="http://schemas.openxmlformats.org/drawingml/2006/main" noGrp="1"/>
          </p:cNvSpPr>
          <p:nvPr/>
        </p:nvSpPr>
        <p:spPr>
          <a:xfrm xmlns:a="http://schemas.openxmlformats.org/drawingml/2006/main">
            <a:off x="6362700" y="46672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667085"/>
                </a:solidFill>
                <a:latin typeface="Arial"/>
                <a:ea typeface="Arial"/>
                <a:cs typeface="Arial"/>
              </a:defRPr>
            </a:pPr>
            <a:r>
              <a:rPr sz="1275" b="0" i="0">
                <a:solidFill>
                  <a:srgbClr val="667085"/>
                </a:solidFill>
                <a:latin typeface="Arial"/>
                <a:ea typeface="Arial"/>
                <a:cs typeface="Arial"/>
              </a:rPr>
              <a:t>Random probability</a:t>
            </a:r>
          </a:p>
        </p:txBody>
      </p:sp>
      <p:sp>
        <p:nvSpPr>
          <p:cNvPr id="45" name="">
            <a:extLst xmlns:a="http://schemas.openxmlformats.org/drawingml/2006/main">
              <a:ext uri="{FF2B5EF4-FFF2-40B4-BE49-F238E27FC236}">
                <a16:creationId xmlns:a16="http://schemas.microsoft.com/office/drawing/2014/main" id="{1F096C48-909E-4480-991C-A4C2850E729B}"/>
              </a:ext>
            </a:extLst>
          </p:cNvPr>
          <p:cNvSpPr>
            <a:spLocks xmlns:a="http://schemas.openxmlformats.org/drawingml/2006/main" noGrp="1"/>
          </p:cNvSpPr>
          <p:nvPr/>
        </p:nvSpPr>
        <p:spPr>
          <a:xfrm xmlns:a="http://schemas.openxmlformats.org/drawingml/2006/main">
            <a:off x="8877300" y="4667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0.693</a:t>
            </a:r>
          </a:p>
        </p:txBody>
      </p:sp>
      <p:sp>
        <p:nvSpPr>
          <p:cNvPr id="46" name="">
            <a:extLst xmlns:a="http://schemas.openxmlformats.org/drawingml/2006/main">
              <a:ext uri="{FF2B5EF4-FFF2-40B4-BE49-F238E27FC236}">
                <a16:creationId xmlns:a16="http://schemas.microsoft.com/office/drawing/2014/main" id="{25B4B2EE-EEA9-433D-AEA1-451C004A55AD}"/>
              </a:ext>
            </a:extLst>
          </p:cNvPr>
          <p:cNvSpPr>
            <a:spLocks xmlns:a="http://schemas.openxmlformats.org/drawingml/2006/main" noGrp="1"/>
          </p:cNvSpPr>
          <p:nvPr/>
        </p:nvSpPr>
        <p:spPr>
          <a:xfrm xmlns:a="http://schemas.openxmlformats.org/drawingml/2006/main">
            <a:off x="10001250" y="46672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0.500</a:t>
            </a:r>
          </a:p>
        </p:txBody>
      </p:sp>
      <p:sp>
        <p:nvSpPr>
          <p:cNvPr id="47" name="">
            <a:extLst xmlns:a="http://schemas.openxmlformats.org/drawingml/2006/main">
              <a:ext uri="{FF2B5EF4-FFF2-40B4-BE49-F238E27FC236}">
                <a16:creationId xmlns:a16="http://schemas.microsoft.com/office/drawing/2014/main" id="{A401EFED-C886-4F04-B083-FC6756D8D786}"/>
              </a:ext>
            </a:extLst>
          </p:cNvPr>
          <p:cNvSpPr>
            <a:spLocks xmlns:a="http://schemas.openxmlformats.org/drawingml/2006/main" noGrp="1"/>
          </p:cNvSpPr>
          <p:nvPr/>
        </p:nvSpPr>
        <p:spPr>
          <a:xfrm xmlns:a="http://schemas.openxmlformats.org/drawingml/2006/main">
            <a:off x="6362700" y="50101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972406F9-B665-4C68-A51D-7B4A0674502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A2C8FA64-B189-4961-96A5-7295198AEA65}"/>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More iterations did not improve validation, and the selected candidate still lost to expected value on test.</a:t>
            </a:r>
          </a:p>
        </p:txBody>
      </p:sp>
    </p:spTree>
    <p:extLst>
      <p:ext uri="{BB962C8B-B14F-4D97-AF65-F5344CB8AC3E}">
        <p14:creationId xmlns:p14="http://schemas.microsoft.com/office/powerpoint/2010/main" val="1495782521"/>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60309E5-13CE-4C7D-8D5A-F1DEB874F28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DEAA2DD2-6404-423B-8F90-FA42F4CAEC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B62554ED-E8FD-4674-B1FA-B28C36C43DC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DD9E93-8FDE-40B8-B3F4-641CCD8B3E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B212D26B-A156-4758-AEC1-79F9CCCEAF2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16A389C-7F9F-4D1D-A674-C3EEEE9E61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2A39BCA-DB92-4DF9-A8BC-8C2132CB9B4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79B40C9-BFB4-42B7-9E5A-B8CF8EF2037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BA82275-F8FD-4A4D-BCA6-6A6240F3384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93A632B-05C7-4664-9BC3-69B31906D1C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50AED29-04AE-436F-B06D-61DE5CA70A1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273E6C2-5809-4DEC-B403-FC287F32DC6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1D43B28-E1F6-4C9D-8443-A548132121BD}"/>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6A8168D-C425-46B6-8A9A-E96E8892EC1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0CBAB6C-EC29-4ABC-B63E-EBC7CB579F4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4A4927FA-6F48-4307-8439-A7A2E9CD8F78}"/>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A5370FB0-2635-4A5D-828E-2F43931263A8}"/>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A15DDB3B-03F0-4104-9090-FEEAB89815E6}"/>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16E3399-4E2C-4F76-AEE7-F31BE8D002F9}"/>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4904A874-2146-4AD1-9564-4BCB2A6421E9}"/>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8C210745-3987-4BE5-AF89-0C6293778307}"/>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93F1E806-B2B3-480C-AD21-0B9954EAF282}"/>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B4554B4B-BA70-4853-A2C5-CD307AB27FFE}"/>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7AD1BC2F-34E8-4095-A2EE-5E7A11B35C2D}"/>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2FC47425-5E05-47CA-B267-9C5D29563500}"/>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AF7ACEEF-1C0D-437D-BCA1-393E145B5C63}"/>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CD8BB741-9E4A-4D2F-9709-FA69DCE887AF}"/>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A9BEA97C-A7A7-41B2-9B89-A10A139DA37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8A1F9BA-1248-4FF2-ACDA-68EC2F0A840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881591592"/>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1FE044A-C3CA-46DA-8645-112623E2E5A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CD68D208-46C1-4D73-8A21-62EE5ABADBC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F40BEFB3-D41F-4B2A-9B82-2D030A5FC3A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DDC1EB-3E1E-4489-AF44-7C289B1D5AB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76</a:t>
            </a:r>
          </a:p>
        </p:txBody>
      </p:sp>
      <p:sp>
        <p:nvSpPr>
          <p:cNvPr id="5" name="">
            <a:extLst xmlns:a="http://schemas.openxmlformats.org/drawingml/2006/main">
              <a:ext uri="{FF2B5EF4-FFF2-40B4-BE49-F238E27FC236}">
                <a16:creationId xmlns:a16="http://schemas.microsoft.com/office/drawing/2014/main" id="{A8C16565-C1A2-445A-B36F-EA54E677D71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B86D426-92D9-4AFD-8C5F-F67E09DA2DC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F2EFD94-C081-4123-BBFF-AB9622D3628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E7CFE28-88DB-4CAE-821B-F2376AC38EB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9A0FA3B-14BD-4753-8AD6-9CE029A0949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DDBE04E-C562-4D43-BDBE-35EE38E4CB9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2DA7640-8FD5-4286-B8AF-E90EFC82C85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6A718C9-E3AA-4C1D-88C4-2F061E6BB15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5D5478F-FCF3-4B93-9F6E-22F209A3D1EC}"/>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03761D-88AB-4820-90CB-31879221274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7DA034-42FB-4731-9D89-85457BE0DB6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C4420D5A-AC33-483B-BE0D-23EFBB168AC1}"/>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1F296D87-A283-4EFD-BC7E-0D014ACE1C94}"/>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4A104A74-2885-433E-842D-9896C52AFBA3}"/>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C272EDA2-C402-49E1-9C5A-6FF629672EAB}"/>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33A26623-AE37-4B38-B21A-94CC57E04BCA}"/>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BD878F19-525D-440C-BBFF-69CC7D09DCEF}"/>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ABF5DA54-AE0A-4675-9986-B4AC4198A4C6}"/>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6B58BED-19BB-471B-BBE2-207F1D06892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B2DB205-D77A-46EE-9DE3-24909630C30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64581251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0374CAC-3D38-4430-A602-DDA79E1981A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D06A5FC7-7BBE-4D55-B40D-937EE9C3372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99BD5B1D-497A-4F83-8CD8-C2634FA3623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4B2D4E5-B078-48EC-B52B-FB11658A2E9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02BAD307-95CA-463B-A763-6443E7457BC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7EB4A12-DE4F-4AED-938B-28B07F4D858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BA47A80-BE07-4ADE-AF1A-490C8BF4A54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F54D8C-A8C3-4C5E-9A61-533008B9F7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584729A-831D-4C98-BC92-202912FE9DF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2F9494-08C4-4347-A2FC-BA0DA26B2BA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2BED38F-5AC3-484C-A906-7CEC1B6ACE1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CDE440-DA59-4A81-92F0-05B0843DDB3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6A7DEB0-D21C-48BA-B34C-D6F5BB0C2414}"/>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961DBEB-7FC9-458D-8428-43438903CE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441DA4F-2EE2-4F6C-98A1-E24DBF2FF78F}"/>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C99BEC3B-257D-42DD-A292-1D56D5EED65B}"/>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BD633542-2607-4C0F-B8D0-9ECA79A0C1A4}"/>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523B9E7-4BCF-4ED2-93D6-0DCA1A03360E}"/>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649DA8FD-CBF9-4414-8CD3-548167329D69}"/>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05BDC348-F5B1-4579-A0F1-9D61C03F4AA3}"/>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6DDB278-68D2-4EDB-A066-A58F6BE97B1B}"/>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9F965317-E042-4A4B-9F82-91704F256B45}"/>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C89B95D2-C17E-4430-8C40-F771AEDC8B6F}"/>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A34D88C-24A2-4E2C-A266-D642272CBAB7}"/>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70AA872F-47DC-4F50-8DB0-D56CDD1700B7}"/>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764DEE60-8731-4906-A850-E7B8691944DB}"/>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516C00D-B166-417F-AE63-952382F9791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75B1EC6-2C9D-4D09-BA50-363652C5F95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426896799"/>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4D33DFD-BD5C-479A-97A9-268A07753EE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B38E558D-1453-4463-8937-865497C331D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82AF263E-80E9-49D0-B97B-6AA4C7834ED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8F9402-EB5A-4C81-8503-E010ECAF899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78</a:t>
            </a:r>
          </a:p>
        </p:txBody>
      </p:sp>
      <p:sp>
        <p:nvSpPr>
          <p:cNvPr id="5" name="">
            <a:extLst xmlns:a="http://schemas.openxmlformats.org/drawingml/2006/main">
              <a:ext uri="{FF2B5EF4-FFF2-40B4-BE49-F238E27FC236}">
                <a16:creationId xmlns:a16="http://schemas.microsoft.com/office/drawing/2014/main" id="{1ED3F975-A7CB-423E-BBF8-836DBA066F0E}"/>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A7D18A93-AA92-461C-B315-B33926CCE624}"/>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AA5C7612-1A02-4CD5-BAFF-478D3EB1F111}"/>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EE6A9CD-7421-4DE8-8663-F22F1A284B4E}"/>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D350CA74-C18F-452A-9BA3-0A636911B444}"/>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1B5C023E-94A0-4E60-9403-EAD73E176617}"/>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7F08A76-2F8C-4F65-80B4-077462245E6D}"/>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1C103735-7F53-44E1-A6ED-758A8F75F494}"/>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EFFB181E-3E2D-4661-BCB6-0544B1A382AE}"/>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5F92826-9572-48D0-8685-0D8A2207ABF2}"/>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9608F39-BC94-4E9D-BA01-96C1311BE240}"/>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AA78099D-614B-46C1-805B-1A4C4AEFB02B}"/>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91D2E32-E47D-476C-9803-C9711AB1649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8499778-F65B-4172-9589-E49C7E55C78D}"/>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59059105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106E8F-7A66-4B8A-A38C-038258FC27E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1E988A18-1788-4FD2-8847-2F816E76315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7090BDF8-D892-4427-A3A8-AE6E2B7F0CD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FE7A9A-2403-4FAB-9ADD-18CCD2EF02B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79</a:t>
            </a:r>
          </a:p>
        </p:txBody>
      </p:sp>
      <p:sp>
        <p:nvSpPr>
          <p:cNvPr id="5" name="">
            <a:extLst xmlns:a="http://schemas.openxmlformats.org/drawingml/2006/main">
              <a:ext uri="{FF2B5EF4-FFF2-40B4-BE49-F238E27FC236}">
                <a16:creationId xmlns:a16="http://schemas.microsoft.com/office/drawing/2014/main" id="{ECD33BFC-0EC3-4CB4-89B5-4120FADED9A1}"/>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F7D57400-3033-4DD0-84B6-DB64BFE33348}"/>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BE5E0845-CB79-44F3-B887-1999D6246C32}"/>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81E5CCA-E7E7-4085-9850-0DB97C2829C9}"/>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5107CB04-7B33-40B7-A00C-C5DA8B0BBB83}"/>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E357A7D2-D4EE-4F9D-AB2C-D529FF86EA81}"/>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A033F00-D17A-4CD8-9330-113BCEDE6706}"/>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A1DF4FEB-2DA2-4236-89DD-725ABEB63F9E}"/>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616519F1-E572-476B-91B2-467B2108B520}"/>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3235EB5-2284-488B-888F-14B7FD9C351A}"/>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F23C6DD0-8D6D-4183-9077-7B16E2E76DF0}"/>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907512683"/>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5A678A9-2CAF-41F2-AF08-9550A9426CB3}"/>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C351326B-6918-44A3-9E44-FB4C20981915}"/>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40DC4A1B-57A8-475A-AB52-2A49092B7EB3}"/>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D12D6C-5B2E-4CC4-A5E6-E44B1BD2FE61}"/>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162597973"/>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6A9F9F6-0616-4680-A941-4AB9505179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FC308D63-3D1B-4FE5-9453-73364E16A64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89583776-6FC8-4395-8EE4-C297E04D39E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C0CC94-F079-42BE-953A-C42AFB86330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81</a:t>
            </a:r>
          </a:p>
        </p:txBody>
      </p:sp>
      <p:sp>
        <p:nvSpPr>
          <p:cNvPr id="5" name="">
            <a:extLst xmlns:a="http://schemas.openxmlformats.org/drawingml/2006/main">
              <a:ext uri="{FF2B5EF4-FFF2-40B4-BE49-F238E27FC236}">
                <a16:creationId xmlns:a16="http://schemas.microsoft.com/office/drawing/2014/main" id="{F9686381-5A89-4830-8ABB-34E9AE402027}"/>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14792458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2026-08-13T06:02:12.5520000Z</dcterms:created>
  <dcterms:modified xsi:type="dcterms:W3CDTF">2026-08-13T06:02:12.5520000Z</dcterms:modified>
</coreProperties>
</file>