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e2bc6c3b104f08" /><Relationship Type="http://schemas.openxmlformats.org/officeDocument/2006/relationships/extended-properties" Target="/docProps/app.xml" Id="Rabdb61975b714da4" /><Relationship Type="http://schemas.openxmlformats.org/officeDocument/2006/relationships/officeDocument" Target="/ppt/presentation.xml" Id="R5bcaa6ea105a47ea" /></Relationships>
</file>

<file path=ppt/presentation.xml><?xml version="1.0" encoding="utf-8"?>
<p:presentation xmlns:p="http://schemas.openxmlformats.org/presentationml/2006/main">
  <p:sldMasterIdLst>
    <p:sldMasterId xmlns:r="http://schemas.openxmlformats.org/officeDocument/2006/relationships" id="2147483648" r:id="R3693a08d951d4df6"/>
  </p:sldMasterIdLst>
  <p:notesMasterIdLst>
    <p:notesMasterId xmlns:r="http://schemas.openxmlformats.org/officeDocument/2006/relationships" r:id="R46d053d80c43411a"/>
  </p:notesMasterIdLst>
  <p:sldIdLst>
    <p:sldId xmlns:r="http://schemas.openxmlformats.org/officeDocument/2006/relationships" id="256" r:id="Rd8dcbc3aa5b343fa"/>
    <p:sldId xmlns:r="http://schemas.openxmlformats.org/officeDocument/2006/relationships" id="257" r:id="Rc7f4bb306dea4072"/>
    <p:sldId xmlns:r="http://schemas.openxmlformats.org/officeDocument/2006/relationships" id="258" r:id="R6ec7691a8110498e"/>
    <p:sldId xmlns:r="http://schemas.openxmlformats.org/officeDocument/2006/relationships" id="259" r:id="R919396ff9cc643f4"/>
    <p:sldId xmlns:r="http://schemas.openxmlformats.org/officeDocument/2006/relationships" id="260" r:id="Rd39719c41a4844a3"/>
    <p:sldId xmlns:r="http://schemas.openxmlformats.org/officeDocument/2006/relationships" id="261" r:id="R844b246b10ae487f"/>
    <p:sldId xmlns:r="http://schemas.openxmlformats.org/officeDocument/2006/relationships" id="262" r:id="R8c23edade71742c5"/>
    <p:sldId xmlns:r="http://schemas.openxmlformats.org/officeDocument/2006/relationships" id="263" r:id="Rcdd9bc498b9d4ac8"/>
    <p:sldId xmlns:r="http://schemas.openxmlformats.org/officeDocument/2006/relationships" id="264" r:id="Red9889a726fc40c2"/>
    <p:sldId xmlns:r="http://schemas.openxmlformats.org/officeDocument/2006/relationships" id="265" r:id="R693cd89719c9437a"/>
    <p:sldId xmlns:r="http://schemas.openxmlformats.org/officeDocument/2006/relationships" id="266" r:id="R41e96d0729cf46cc"/>
    <p:sldId xmlns:r="http://schemas.openxmlformats.org/officeDocument/2006/relationships" id="267" r:id="R984c2d60492e4f16"/>
    <p:sldId xmlns:r="http://schemas.openxmlformats.org/officeDocument/2006/relationships" id="268" r:id="R3767d645080f49b6"/>
    <p:sldId xmlns:r="http://schemas.openxmlformats.org/officeDocument/2006/relationships" id="269" r:id="R591dac3cbdee45ee"/>
    <p:sldId xmlns:r="http://schemas.openxmlformats.org/officeDocument/2006/relationships" id="270" r:id="R82c5618365e74da7"/>
    <p:sldId xmlns:r="http://schemas.openxmlformats.org/officeDocument/2006/relationships" id="271" r:id="Rf77ed04694e0486b"/>
    <p:sldId xmlns:r="http://schemas.openxmlformats.org/officeDocument/2006/relationships" id="272" r:id="R5ea0d9f4b64145a8"/>
    <p:sldId xmlns:r="http://schemas.openxmlformats.org/officeDocument/2006/relationships" id="273" r:id="R97bdb29fb8894653"/>
    <p:sldId xmlns:r="http://schemas.openxmlformats.org/officeDocument/2006/relationships" id="274" r:id="Rd94bab130f044db6"/>
    <p:sldId xmlns:r="http://schemas.openxmlformats.org/officeDocument/2006/relationships" id="275" r:id="Rfb885bdd80254300"/>
    <p:sldId xmlns:r="http://schemas.openxmlformats.org/officeDocument/2006/relationships" id="276" r:id="R55bf95e5fd274275"/>
    <p:sldId xmlns:r="http://schemas.openxmlformats.org/officeDocument/2006/relationships" id="277" r:id="Rf5a67f8f44484048"/>
    <p:sldId xmlns:r="http://schemas.openxmlformats.org/officeDocument/2006/relationships" id="278" r:id="R6992ccaa9d3b4786"/>
    <p:sldId xmlns:r="http://schemas.openxmlformats.org/officeDocument/2006/relationships" id="279" r:id="Rd0af069de4134665"/>
    <p:sldId xmlns:r="http://schemas.openxmlformats.org/officeDocument/2006/relationships" id="280" r:id="Rf4544d4d717942f8"/>
    <p:sldId xmlns:r="http://schemas.openxmlformats.org/officeDocument/2006/relationships" id="281" r:id="R9af1233523b54c30"/>
    <p:sldId xmlns:r="http://schemas.openxmlformats.org/officeDocument/2006/relationships" id="282" r:id="R1d9b55538ffe4eae"/>
    <p:sldId xmlns:r="http://schemas.openxmlformats.org/officeDocument/2006/relationships" id="283" r:id="Rc8ec348451f74b0e"/>
    <p:sldId xmlns:r="http://schemas.openxmlformats.org/officeDocument/2006/relationships" id="284" r:id="R1012538640094493"/>
    <p:sldId xmlns:r="http://schemas.openxmlformats.org/officeDocument/2006/relationships" id="285" r:id="R79ab23a7ec9c4436"/>
    <p:sldId xmlns:r="http://schemas.openxmlformats.org/officeDocument/2006/relationships" id="286" r:id="Re3e04fc636d54176"/>
    <p:sldId xmlns:r="http://schemas.openxmlformats.org/officeDocument/2006/relationships" id="287" r:id="R6c1c1f4b3e744e7c"/>
    <p:sldId xmlns:r="http://schemas.openxmlformats.org/officeDocument/2006/relationships" id="288" r:id="Rd29a73f7f9ca4e81"/>
    <p:sldId xmlns:r="http://schemas.openxmlformats.org/officeDocument/2006/relationships" id="289" r:id="Rb8fb21d5831a4a1a"/>
    <p:sldId xmlns:r="http://schemas.openxmlformats.org/officeDocument/2006/relationships" id="290" r:id="R0e47455274fc4d80"/>
    <p:sldId xmlns:r="http://schemas.openxmlformats.org/officeDocument/2006/relationships" id="291" r:id="Rb18915be50264a6b"/>
    <p:sldId xmlns:r="http://schemas.openxmlformats.org/officeDocument/2006/relationships" id="292" r:id="Rc20a5aaf898d410a"/>
    <p:sldId xmlns:r="http://schemas.openxmlformats.org/officeDocument/2006/relationships" id="293" r:id="R5323e6d1c81d4cf2"/>
    <p:sldId xmlns:r="http://schemas.openxmlformats.org/officeDocument/2006/relationships" id="294" r:id="R7fdf77bf16a74d9e"/>
    <p:sldId xmlns:r="http://schemas.openxmlformats.org/officeDocument/2006/relationships" id="295" r:id="R4a585ebb0659417a"/>
    <p:sldId xmlns:r="http://schemas.openxmlformats.org/officeDocument/2006/relationships" id="296" r:id="Rfe57f78e69dc4fa8"/>
    <p:sldId xmlns:r="http://schemas.openxmlformats.org/officeDocument/2006/relationships" id="297" r:id="Rbad4888f72bf46c2"/>
    <p:sldId xmlns:r="http://schemas.openxmlformats.org/officeDocument/2006/relationships" id="298" r:id="Re940e696aa4446d6"/>
    <p:sldId xmlns:r="http://schemas.openxmlformats.org/officeDocument/2006/relationships" id="299" r:id="R91dab50e34614fdd"/>
    <p:sldId xmlns:r="http://schemas.openxmlformats.org/officeDocument/2006/relationships" id="300" r:id="R67ef6038c3d947c8"/>
    <p:sldId xmlns:r="http://schemas.openxmlformats.org/officeDocument/2006/relationships" id="301" r:id="R04d15e3bf8d540eb"/>
    <p:sldId xmlns:r="http://schemas.openxmlformats.org/officeDocument/2006/relationships" id="302" r:id="Rb11045264da64d24"/>
    <p:sldId xmlns:r="http://schemas.openxmlformats.org/officeDocument/2006/relationships" id="303" r:id="R2d61b1eda3f34f18"/>
    <p:sldId xmlns:r="http://schemas.openxmlformats.org/officeDocument/2006/relationships" id="304" r:id="Rd671e214def8460f"/>
    <p:sldId xmlns:r="http://schemas.openxmlformats.org/officeDocument/2006/relationships" id="305" r:id="Rfda8a036219c48da"/>
    <p:sldId xmlns:r="http://schemas.openxmlformats.org/officeDocument/2006/relationships" id="306" r:id="R22f019d05ad641c5"/>
    <p:sldId xmlns:r="http://schemas.openxmlformats.org/officeDocument/2006/relationships" id="307" r:id="R2ec7728c50974ec5"/>
    <p:sldId xmlns:r="http://schemas.openxmlformats.org/officeDocument/2006/relationships" id="308" r:id="Rb92d56eb4fcf4acb"/>
    <p:sldId xmlns:r="http://schemas.openxmlformats.org/officeDocument/2006/relationships" id="309" r:id="Rd7088d5d920840df"/>
    <p:sldId xmlns:r="http://schemas.openxmlformats.org/officeDocument/2006/relationships" id="310" r:id="Rae9ae4e06b2b4dd4"/>
    <p:sldId xmlns:r="http://schemas.openxmlformats.org/officeDocument/2006/relationships" id="311" r:id="R5a031aa88207434d"/>
    <p:sldId xmlns:r="http://schemas.openxmlformats.org/officeDocument/2006/relationships" id="312" r:id="R37ab541e5b79442f"/>
    <p:sldId xmlns:r="http://schemas.openxmlformats.org/officeDocument/2006/relationships" id="313" r:id="R9fac48d64fa440c7"/>
    <p:sldId xmlns:r="http://schemas.openxmlformats.org/officeDocument/2006/relationships" id="314" r:id="R5149c484444d4870"/>
    <p:sldId xmlns:r="http://schemas.openxmlformats.org/officeDocument/2006/relationships" id="315" r:id="R0addac6515384d48"/>
    <p:sldId xmlns:r="http://schemas.openxmlformats.org/officeDocument/2006/relationships" id="316" r:id="Rf530519e4e5342ab"/>
    <p:sldId xmlns:r="http://schemas.openxmlformats.org/officeDocument/2006/relationships" id="317" r:id="R0f6c883f4c4c48da"/>
    <p:sldId xmlns:r="http://schemas.openxmlformats.org/officeDocument/2006/relationships" id="318" r:id="R1d2441e2675b401a"/>
    <p:sldId xmlns:r="http://schemas.openxmlformats.org/officeDocument/2006/relationships" id="319" r:id="R6d07251d2a3843f8"/>
    <p:sldId xmlns:r="http://schemas.openxmlformats.org/officeDocument/2006/relationships" id="320" r:id="R0f959d399b1a467a"/>
    <p:sldId xmlns:r="http://schemas.openxmlformats.org/officeDocument/2006/relationships" id="321" r:id="R67ebd44ff8bb4b09"/>
    <p:sldId xmlns:r="http://schemas.openxmlformats.org/officeDocument/2006/relationships" id="322" r:id="Ra6c304d5f2574ad0"/>
    <p:sldId xmlns:r="http://schemas.openxmlformats.org/officeDocument/2006/relationships" id="323" r:id="R3988071e88ba4398"/>
    <p:sldId xmlns:r="http://schemas.openxmlformats.org/officeDocument/2006/relationships" id="324" r:id="R4e363f6ab6b7483b"/>
    <p:sldId xmlns:r="http://schemas.openxmlformats.org/officeDocument/2006/relationships" id="325" r:id="Rd562045de79e4bb6"/>
    <p:sldId xmlns:r="http://schemas.openxmlformats.org/officeDocument/2006/relationships" id="326" r:id="R1cf702ea53794a3c"/>
    <p:sldId xmlns:r="http://schemas.openxmlformats.org/officeDocument/2006/relationships" id="327" r:id="R02119319ab7d4157"/>
    <p:sldId xmlns:r="http://schemas.openxmlformats.org/officeDocument/2006/relationships" id="328" r:id="Rf41d149968fa4cf9"/>
    <p:sldId xmlns:r="http://schemas.openxmlformats.org/officeDocument/2006/relationships" id="329" r:id="R3c534228a04046a0"/>
    <p:sldId xmlns:r="http://schemas.openxmlformats.org/officeDocument/2006/relationships" id="330" r:id="Rbd2f4753796c476e"/>
    <p:sldId xmlns:r="http://schemas.openxmlformats.org/officeDocument/2006/relationships" id="331" r:id="R4fca3f2b65c14466"/>
    <p:sldId xmlns:r="http://schemas.openxmlformats.org/officeDocument/2006/relationships" id="332" r:id="Ree4152e3d49e4b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6df9d31d75452d" /><Relationship Type="http://schemas.openxmlformats.org/officeDocument/2006/relationships/slideMaster" Target="/ppt/slideMasters/slideMaster1.xml" Id="R3693a08d951d4df6" /><Relationship Type="http://schemas.openxmlformats.org/officeDocument/2006/relationships/notesMaster" Target="/ppt/notesMasters/notesMaster1.xml" Id="R46d053d80c43411a" /><Relationship Type="http://schemas.openxmlformats.org/officeDocument/2006/relationships/presProps" Target="/ppt/presProps.xml" Id="R35e9fb551f244fdd" /><Relationship Type="http://schemas.openxmlformats.org/officeDocument/2006/relationships/tableStyles" Target="/ppt/tableStyles.xml" Id="R51d92eeadd2a418c" /><Relationship Type="http://schemas.openxmlformats.org/officeDocument/2006/relationships/slide" Target="/ppt/slides/slide1.xml" Id="Rd8dcbc3aa5b343fa" /><Relationship Type="http://schemas.openxmlformats.org/officeDocument/2006/relationships/slide" Target="/ppt/slides/slide2.xml" Id="Rc7f4bb306dea4072" /><Relationship Type="http://schemas.openxmlformats.org/officeDocument/2006/relationships/slide" Target="/ppt/slides/slide3.xml" Id="R6ec7691a8110498e" /><Relationship Type="http://schemas.openxmlformats.org/officeDocument/2006/relationships/slide" Target="/ppt/slides/slide4.xml" Id="R919396ff9cc643f4" /><Relationship Type="http://schemas.openxmlformats.org/officeDocument/2006/relationships/slide" Target="/ppt/slides/slide5.xml" Id="Rd39719c41a4844a3" /><Relationship Type="http://schemas.openxmlformats.org/officeDocument/2006/relationships/slide" Target="/ppt/slides/slide6.xml" Id="R844b246b10ae487f" /><Relationship Type="http://schemas.openxmlformats.org/officeDocument/2006/relationships/slide" Target="/ppt/slides/slide7.xml" Id="R8c23edade71742c5" /><Relationship Type="http://schemas.openxmlformats.org/officeDocument/2006/relationships/slide" Target="/ppt/slides/slide8.xml" Id="Rcdd9bc498b9d4ac8" /><Relationship Type="http://schemas.openxmlformats.org/officeDocument/2006/relationships/slide" Target="/ppt/slides/slide9.xml" Id="Red9889a726fc40c2" /><Relationship Type="http://schemas.openxmlformats.org/officeDocument/2006/relationships/slide" Target="/ppt/slides/slide10.xml" Id="R693cd89719c9437a" /><Relationship Type="http://schemas.openxmlformats.org/officeDocument/2006/relationships/slide" Target="/ppt/slides/slide11.xml" Id="R41e96d0729cf46cc" /><Relationship Type="http://schemas.openxmlformats.org/officeDocument/2006/relationships/slide" Target="/ppt/slides/slide12.xml" Id="R984c2d60492e4f16" /><Relationship Type="http://schemas.openxmlformats.org/officeDocument/2006/relationships/slide" Target="/ppt/slides/slide13.xml" Id="R3767d645080f49b6" /><Relationship Type="http://schemas.openxmlformats.org/officeDocument/2006/relationships/slide" Target="/ppt/slides/slide14.xml" Id="R591dac3cbdee45ee" /><Relationship Type="http://schemas.openxmlformats.org/officeDocument/2006/relationships/slide" Target="/ppt/slides/slide15.xml" Id="R82c5618365e74da7" /><Relationship Type="http://schemas.openxmlformats.org/officeDocument/2006/relationships/slide" Target="/ppt/slides/slide16.xml" Id="Rf77ed04694e0486b" /><Relationship Type="http://schemas.openxmlformats.org/officeDocument/2006/relationships/slide" Target="/ppt/slides/slide17.xml" Id="R5ea0d9f4b64145a8" /><Relationship Type="http://schemas.openxmlformats.org/officeDocument/2006/relationships/slide" Target="/ppt/slides/slide18.xml" Id="R97bdb29fb8894653" /><Relationship Type="http://schemas.openxmlformats.org/officeDocument/2006/relationships/slide" Target="/ppt/slides/slide19.xml" Id="Rd94bab130f044db6" /><Relationship Type="http://schemas.openxmlformats.org/officeDocument/2006/relationships/slide" Target="/ppt/slides/slide20.xml" Id="Rfb885bdd80254300" /><Relationship Type="http://schemas.openxmlformats.org/officeDocument/2006/relationships/slide" Target="/ppt/slides/slide21.xml" Id="R55bf95e5fd274275" /><Relationship Type="http://schemas.openxmlformats.org/officeDocument/2006/relationships/slide" Target="/ppt/slides/slide22.xml" Id="Rf5a67f8f44484048" /><Relationship Type="http://schemas.openxmlformats.org/officeDocument/2006/relationships/slide" Target="/ppt/slides/slide23.xml" Id="R6992ccaa9d3b4786" /><Relationship Type="http://schemas.openxmlformats.org/officeDocument/2006/relationships/slide" Target="/ppt/slides/slide24.xml" Id="Rd0af069de4134665" /><Relationship Type="http://schemas.openxmlformats.org/officeDocument/2006/relationships/slide" Target="/ppt/slides/slide25.xml" Id="Rf4544d4d717942f8" /><Relationship Type="http://schemas.openxmlformats.org/officeDocument/2006/relationships/slide" Target="/ppt/slides/slide26.xml" Id="R9af1233523b54c30" /><Relationship Type="http://schemas.openxmlformats.org/officeDocument/2006/relationships/slide" Target="/ppt/slides/slide27.xml" Id="R1d9b55538ffe4eae" /><Relationship Type="http://schemas.openxmlformats.org/officeDocument/2006/relationships/slide" Target="/ppt/slides/slide28.xml" Id="Rc8ec348451f74b0e" /><Relationship Type="http://schemas.openxmlformats.org/officeDocument/2006/relationships/slide" Target="/ppt/slides/slide29.xml" Id="R1012538640094493" /><Relationship Type="http://schemas.openxmlformats.org/officeDocument/2006/relationships/slide" Target="/ppt/slides/slide30.xml" Id="R79ab23a7ec9c4436" /><Relationship Type="http://schemas.openxmlformats.org/officeDocument/2006/relationships/slide" Target="/ppt/slides/slide31.xml" Id="Re3e04fc636d54176" /><Relationship Type="http://schemas.openxmlformats.org/officeDocument/2006/relationships/slide" Target="/ppt/slides/slide32.xml" Id="R6c1c1f4b3e744e7c" /><Relationship Type="http://schemas.openxmlformats.org/officeDocument/2006/relationships/slide" Target="/ppt/slides/slide33.xml" Id="Rd29a73f7f9ca4e81" /><Relationship Type="http://schemas.openxmlformats.org/officeDocument/2006/relationships/slide" Target="/ppt/slides/slide34.xml" Id="Rb8fb21d5831a4a1a" /><Relationship Type="http://schemas.openxmlformats.org/officeDocument/2006/relationships/slide" Target="/ppt/slides/slide35.xml" Id="R0e47455274fc4d80" /><Relationship Type="http://schemas.openxmlformats.org/officeDocument/2006/relationships/slide" Target="/ppt/slides/slide36.xml" Id="Rb18915be50264a6b" /><Relationship Type="http://schemas.openxmlformats.org/officeDocument/2006/relationships/slide" Target="/ppt/slides/slide37.xml" Id="Rc20a5aaf898d410a" /><Relationship Type="http://schemas.openxmlformats.org/officeDocument/2006/relationships/slide" Target="/ppt/slides/slide38.xml" Id="R5323e6d1c81d4cf2" /><Relationship Type="http://schemas.openxmlformats.org/officeDocument/2006/relationships/slide" Target="/ppt/slides/slide39.xml" Id="R7fdf77bf16a74d9e" /><Relationship Type="http://schemas.openxmlformats.org/officeDocument/2006/relationships/slide" Target="/ppt/slides/slide40.xml" Id="R4a585ebb0659417a" /><Relationship Type="http://schemas.openxmlformats.org/officeDocument/2006/relationships/slide" Target="/ppt/slides/slide41.xml" Id="Rfe57f78e69dc4fa8" /><Relationship Type="http://schemas.openxmlformats.org/officeDocument/2006/relationships/slide" Target="/ppt/slides/slide42.xml" Id="Rbad4888f72bf46c2" /><Relationship Type="http://schemas.openxmlformats.org/officeDocument/2006/relationships/slide" Target="/ppt/slides/slide43.xml" Id="Re940e696aa4446d6" /><Relationship Type="http://schemas.openxmlformats.org/officeDocument/2006/relationships/slide" Target="/ppt/slides/slide44.xml" Id="R91dab50e34614fdd" /><Relationship Type="http://schemas.openxmlformats.org/officeDocument/2006/relationships/slide" Target="/ppt/slides/slide45.xml" Id="R67ef6038c3d947c8" /><Relationship Type="http://schemas.openxmlformats.org/officeDocument/2006/relationships/slide" Target="/ppt/slides/slide46.xml" Id="R04d15e3bf8d540eb" /><Relationship Type="http://schemas.openxmlformats.org/officeDocument/2006/relationships/slide" Target="/ppt/slides/slide47.xml" Id="Rb11045264da64d24" /><Relationship Type="http://schemas.openxmlformats.org/officeDocument/2006/relationships/slide" Target="/ppt/slides/slide48.xml" Id="R2d61b1eda3f34f18" /><Relationship Type="http://schemas.openxmlformats.org/officeDocument/2006/relationships/slide" Target="/ppt/slides/slide49.xml" Id="Rd671e214def8460f" /><Relationship Type="http://schemas.openxmlformats.org/officeDocument/2006/relationships/slide" Target="/ppt/slides/slide50.xml" Id="Rfda8a036219c48da" /><Relationship Type="http://schemas.openxmlformats.org/officeDocument/2006/relationships/slide" Target="/ppt/slides/slide51.xml" Id="R22f019d05ad641c5" /><Relationship Type="http://schemas.openxmlformats.org/officeDocument/2006/relationships/slide" Target="/ppt/slides/slide52.xml" Id="R2ec7728c50974ec5" /><Relationship Type="http://schemas.openxmlformats.org/officeDocument/2006/relationships/slide" Target="/ppt/slides/slide53.xml" Id="Rb92d56eb4fcf4acb" /><Relationship Type="http://schemas.openxmlformats.org/officeDocument/2006/relationships/slide" Target="/ppt/slides/slide54.xml" Id="Rd7088d5d920840df" /><Relationship Type="http://schemas.openxmlformats.org/officeDocument/2006/relationships/slide" Target="/ppt/slides/slide55.xml" Id="Rae9ae4e06b2b4dd4" /><Relationship Type="http://schemas.openxmlformats.org/officeDocument/2006/relationships/slide" Target="/ppt/slides/slide56.xml" Id="R5a031aa88207434d" /><Relationship Type="http://schemas.openxmlformats.org/officeDocument/2006/relationships/slide" Target="/ppt/slides/slide57.xml" Id="R37ab541e5b79442f" /><Relationship Type="http://schemas.openxmlformats.org/officeDocument/2006/relationships/slide" Target="/ppt/slides/slide58.xml" Id="R9fac48d64fa440c7" /><Relationship Type="http://schemas.openxmlformats.org/officeDocument/2006/relationships/slide" Target="/ppt/slides/slide59.xml" Id="R5149c484444d4870" /><Relationship Type="http://schemas.openxmlformats.org/officeDocument/2006/relationships/slide" Target="/ppt/slides/slide60.xml" Id="R0addac6515384d48" /><Relationship Type="http://schemas.openxmlformats.org/officeDocument/2006/relationships/slide" Target="/ppt/slides/slide61.xml" Id="Rf530519e4e5342ab" /><Relationship Type="http://schemas.openxmlformats.org/officeDocument/2006/relationships/slide" Target="/ppt/slides/slide62.xml" Id="R0f6c883f4c4c48da" /><Relationship Type="http://schemas.openxmlformats.org/officeDocument/2006/relationships/slide" Target="/ppt/slides/slide63.xml" Id="R1d2441e2675b401a" /><Relationship Type="http://schemas.openxmlformats.org/officeDocument/2006/relationships/slide" Target="/ppt/slides/slide64.xml" Id="R6d07251d2a3843f8" /><Relationship Type="http://schemas.openxmlformats.org/officeDocument/2006/relationships/slide" Target="/ppt/slides/slide65.xml" Id="R0f959d399b1a467a" /><Relationship Type="http://schemas.openxmlformats.org/officeDocument/2006/relationships/slide" Target="/ppt/slides/slide66.xml" Id="R67ebd44ff8bb4b09" /><Relationship Type="http://schemas.openxmlformats.org/officeDocument/2006/relationships/slide" Target="/ppt/slides/slide67.xml" Id="Ra6c304d5f2574ad0" /><Relationship Type="http://schemas.openxmlformats.org/officeDocument/2006/relationships/slide" Target="/ppt/slides/slide68.xml" Id="R3988071e88ba4398" /><Relationship Type="http://schemas.openxmlformats.org/officeDocument/2006/relationships/slide" Target="/ppt/slides/slide69.xml" Id="R4e363f6ab6b7483b" /><Relationship Type="http://schemas.openxmlformats.org/officeDocument/2006/relationships/slide" Target="/ppt/slides/slide70.xml" Id="Rd562045de79e4bb6" /><Relationship Type="http://schemas.openxmlformats.org/officeDocument/2006/relationships/slide" Target="/ppt/slides/slide71.xml" Id="R1cf702ea53794a3c" /><Relationship Type="http://schemas.openxmlformats.org/officeDocument/2006/relationships/slide" Target="/ppt/slides/slide72.xml" Id="R02119319ab7d4157" /><Relationship Type="http://schemas.openxmlformats.org/officeDocument/2006/relationships/slide" Target="/ppt/slides/slide73.xml" Id="Rf41d149968fa4cf9" /><Relationship Type="http://schemas.openxmlformats.org/officeDocument/2006/relationships/slide" Target="/ppt/slides/slide74.xml" Id="R3c534228a04046a0" /><Relationship Type="http://schemas.openxmlformats.org/officeDocument/2006/relationships/slide" Target="/ppt/slides/slide75.xml" Id="Rbd2f4753796c476e" /><Relationship Type="http://schemas.openxmlformats.org/officeDocument/2006/relationships/slide" Target="/ppt/slides/slide76.xml" Id="R4fca3f2b65c14466" /><Relationship Type="http://schemas.openxmlformats.org/officeDocument/2006/relationships/slide" Target="/ppt/slides/slide77.xml" Id="Ree4152e3d49e4b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0884e100944d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9299f26439452c" /><Relationship Type="http://schemas.openxmlformats.org/officeDocument/2006/relationships/notesMaster" Target="/ppt/notesMasters/notesMaster1.xml" Id="R4e4f4a6156fa42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db0848d56843a5" /><Relationship Type="http://schemas.openxmlformats.org/officeDocument/2006/relationships/notesMaster" Target="/ppt/notesMasters/notesMaster1.xml" Id="Rdba997ae19f6423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01e04a9c0d4333" /><Relationship Type="http://schemas.openxmlformats.org/officeDocument/2006/relationships/notesMaster" Target="/ppt/notesMasters/notesMaster1.xml" Id="R9ca5957dc3bd40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1ee0893d277d4761" /><Relationship Type="http://schemas.openxmlformats.org/officeDocument/2006/relationships/notesMaster" Target="/ppt/notesMasters/notesMaster1.xml" Id="R533a6445ccf241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ec69d1ebf44383" /><Relationship Type="http://schemas.openxmlformats.org/officeDocument/2006/relationships/notesMaster" Target="/ppt/notesMasters/notesMaster1.xml" Id="R42a2e3de16e14e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d8fef673c02c4916" /><Relationship Type="http://schemas.openxmlformats.org/officeDocument/2006/relationships/notesMaster" Target="/ppt/notesMasters/notesMaster1.xml" Id="Rf4b212bb21d14a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03a50465d64def" /><Relationship Type="http://schemas.openxmlformats.org/officeDocument/2006/relationships/notesMaster" Target="/ppt/notesMasters/notesMaster1.xml" Id="Rca613bf2b8e3411f"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a32869f5474b3f" /><Relationship Type="http://schemas.openxmlformats.org/officeDocument/2006/relationships/notesMaster" Target="/ppt/notesMasters/notesMaster1.xml" Id="R21b756f9744b484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86e8d993dfe4511" /><Relationship Type="http://schemas.openxmlformats.org/officeDocument/2006/relationships/notesMaster" Target="/ppt/notesMasters/notesMaster1.xml" Id="R09db7f069a6b40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8456a117a0f48fa" /><Relationship Type="http://schemas.openxmlformats.org/officeDocument/2006/relationships/notesMaster" Target="/ppt/notesMasters/notesMaster1.xml" Id="Rc446641529ab4bd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3b76fc457384a54" /><Relationship Type="http://schemas.openxmlformats.org/officeDocument/2006/relationships/notesMaster" Target="/ppt/notesMasters/notesMaster1.xml" Id="R3c6cb95c1c5246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989d0e76a14c11" /><Relationship Type="http://schemas.openxmlformats.org/officeDocument/2006/relationships/notesMaster" Target="/ppt/notesMasters/notesMaster1.xml" Id="R10de58f6818a4df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0e303192f04d4e" /><Relationship Type="http://schemas.openxmlformats.org/officeDocument/2006/relationships/notesMaster" Target="/ppt/notesMasters/notesMaster1.xml" Id="Rf31c792e26ba4ef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ced959b7f4444f1" /><Relationship Type="http://schemas.openxmlformats.org/officeDocument/2006/relationships/notesMaster" Target="/ppt/notesMasters/notesMaster1.xml" Id="R7226bb9457af442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7c4c93027f34c96" /><Relationship Type="http://schemas.openxmlformats.org/officeDocument/2006/relationships/notesMaster" Target="/ppt/notesMasters/notesMaster1.xml" Id="R1a5c9767d16b477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5bb660bf2c74871" /><Relationship Type="http://schemas.openxmlformats.org/officeDocument/2006/relationships/notesMaster" Target="/ppt/notesMasters/notesMaster1.xml" Id="R2a4800b6c8c04fe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19851fab7514227" /><Relationship Type="http://schemas.openxmlformats.org/officeDocument/2006/relationships/notesMaster" Target="/ppt/notesMasters/notesMaster1.xml" Id="R9fb21012f5894b9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1f98d4c76354a7f" /><Relationship Type="http://schemas.openxmlformats.org/officeDocument/2006/relationships/notesMaster" Target="/ppt/notesMasters/notesMaster1.xml" Id="R7dbbe17f8ec14db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1ddd0242ff94f78" /><Relationship Type="http://schemas.openxmlformats.org/officeDocument/2006/relationships/notesMaster" Target="/ppt/notesMasters/notesMaster1.xml" Id="R7766ba16e53f4c4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a08c248722c4f08" /><Relationship Type="http://schemas.openxmlformats.org/officeDocument/2006/relationships/notesMaster" Target="/ppt/notesMasters/notesMaster1.xml" Id="R3e5eaaecff0e45f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83f4d6c6da844f4" /><Relationship Type="http://schemas.openxmlformats.org/officeDocument/2006/relationships/notesMaster" Target="/ppt/notesMasters/notesMaster1.xml" Id="R2abb3b9c64734c7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127c5bb763b4343" /><Relationship Type="http://schemas.openxmlformats.org/officeDocument/2006/relationships/notesMaster" Target="/ppt/notesMasters/notesMaster1.xml" Id="Rbade74d077924b2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5d4531d68bc4a8e" /><Relationship Type="http://schemas.openxmlformats.org/officeDocument/2006/relationships/notesMaster" Target="/ppt/notesMasters/notesMaster1.xml" Id="R30620a043efa4b6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1ae2c66d31461a" /><Relationship Type="http://schemas.openxmlformats.org/officeDocument/2006/relationships/notesMaster" Target="/ppt/notesMasters/notesMaster1.xml" Id="Rc2d2cbdf7ea8445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44a9c2d84604c2f" /><Relationship Type="http://schemas.openxmlformats.org/officeDocument/2006/relationships/notesMaster" Target="/ppt/notesMasters/notesMaster1.xml" Id="R91154ebe6f174f6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045e4ea29784c0a" /><Relationship Type="http://schemas.openxmlformats.org/officeDocument/2006/relationships/notesMaster" Target="/ppt/notesMasters/notesMaster1.xml" Id="R8de31c430f55454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8a432a0a72548f4" /><Relationship Type="http://schemas.openxmlformats.org/officeDocument/2006/relationships/notesMaster" Target="/ppt/notesMasters/notesMaster1.xml" Id="R31cda96b63be401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b13cfb9c3934be8" /><Relationship Type="http://schemas.openxmlformats.org/officeDocument/2006/relationships/notesMaster" Target="/ppt/notesMasters/notesMaster1.xml" Id="R30d76442dda64e7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589687c4ee34a92" /><Relationship Type="http://schemas.openxmlformats.org/officeDocument/2006/relationships/notesMaster" Target="/ppt/notesMasters/notesMaster1.xml" Id="R067bd01b4cff41c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eb90e725bb547cd" /><Relationship Type="http://schemas.openxmlformats.org/officeDocument/2006/relationships/notesMaster" Target="/ppt/notesMasters/notesMaster1.xml" Id="Rb72b0c61b5a448c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3f549b6f2f74a66" /><Relationship Type="http://schemas.openxmlformats.org/officeDocument/2006/relationships/notesMaster" Target="/ppt/notesMasters/notesMaster1.xml" Id="Rfe987a204bc94cc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2fcbe9ecece4c5a" /><Relationship Type="http://schemas.openxmlformats.org/officeDocument/2006/relationships/notesMaster" Target="/ppt/notesMasters/notesMaster1.xml" Id="R5b3606301cc9428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43498bae53748da" /><Relationship Type="http://schemas.openxmlformats.org/officeDocument/2006/relationships/notesMaster" Target="/ppt/notesMasters/notesMaster1.xml" Id="Re86c1e8d7d0744d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eb881b3646c4d41" /><Relationship Type="http://schemas.openxmlformats.org/officeDocument/2006/relationships/notesMaster" Target="/ppt/notesMasters/notesMaster1.xml" Id="Re94cd53eb6b84cf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be42e157de54e7b" /><Relationship Type="http://schemas.openxmlformats.org/officeDocument/2006/relationships/notesMaster" Target="/ppt/notesMasters/notesMaster1.xml" Id="R4731ef496d7943d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7a0784f91f64c21" /><Relationship Type="http://schemas.openxmlformats.org/officeDocument/2006/relationships/notesMaster" Target="/ppt/notesMasters/notesMaster1.xml" Id="R31357635f4b749e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46f7b4b45e54333" /><Relationship Type="http://schemas.openxmlformats.org/officeDocument/2006/relationships/notesMaster" Target="/ppt/notesMasters/notesMaster1.xml" Id="Rf910f5a5f5dc421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f359f23280d42aa" /><Relationship Type="http://schemas.openxmlformats.org/officeDocument/2006/relationships/notesMaster" Target="/ppt/notesMasters/notesMaster1.xml" Id="R85ccbdfc0ef54de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aa5c9a1e6c34f68" /><Relationship Type="http://schemas.openxmlformats.org/officeDocument/2006/relationships/notesMaster" Target="/ppt/notesMasters/notesMaster1.xml" Id="Rbd3e44a9dc664ff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e51bf25635c4db0" /><Relationship Type="http://schemas.openxmlformats.org/officeDocument/2006/relationships/notesMaster" Target="/ppt/notesMasters/notesMaster1.xml" Id="Rd16054f0554f446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f0862f4f3ac46ab" /><Relationship Type="http://schemas.openxmlformats.org/officeDocument/2006/relationships/notesMaster" Target="/ppt/notesMasters/notesMaster1.xml" Id="Rff476f53141d4f1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f8264c7761f415a" /><Relationship Type="http://schemas.openxmlformats.org/officeDocument/2006/relationships/notesMaster" Target="/ppt/notesMasters/notesMaster1.xml" Id="Ra45bbd69f7fe4b5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669c26cca3d4325" /><Relationship Type="http://schemas.openxmlformats.org/officeDocument/2006/relationships/notesMaster" Target="/ppt/notesMasters/notesMaster1.xml" Id="Rcfba5a97dbcd443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92f2e1ca1f84321" /><Relationship Type="http://schemas.openxmlformats.org/officeDocument/2006/relationships/notesMaster" Target="/ppt/notesMasters/notesMaster1.xml" Id="R385bb7deae6a451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7c73efb48c741d2" /><Relationship Type="http://schemas.openxmlformats.org/officeDocument/2006/relationships/notesMaster" Target="/ppt/notesMasters/notesMaster1.xml" Id="R4a973c9558a945c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35425489b8c48b5" /><Relationship Type="http://schemas.openxmlformats.org/officeDocument/2006/relationships/notesMaster" Target="/ppt/notesMasters/notesMaster1.xml" Id="R4ed41b4b025344e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f2fa8321ecc4bb6" /><Relationship Type="http://schemas.openxmlformats.org/officeDocument/2006/relationships/notesMaster" Target="/ppt/notesMasters/notesMaster1.xml" Id="R165db2a6ee474ce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020b39c30214080" /><Relationship Type="http://schemas.openxmlformats.org/officeDocument/2006/relationships/notesMaster" Target="/ppt/notesMasters/notesMaster1.xml" Id="R711e067ac61d4f0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9a6dca4faaf4bfc" /><Relationship Type="http://schemas.openxmlformats.org/officeDocument/2006/relationships/notesMaster" Target="/ppt/notesMasters/notesMaster1.xml" Id="R0a9739d4b77448d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2fac82dbd7b46da" /><Relationship Type="http://schemas.openxmlformats.org/officeDocument/2006/relationships/notesMaster" Target="/ppt/notesMasters/notesMaster1.xml" Id="Rf3aa52726e57445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06f7ed4855a4631" /><Relationship Type="http://schemas.openxmlformats.org/officeDocument/2006/relationships/notesMaster" Target="/ppt/notesMasters/notesMaster1.xml" Id="Re70262b1ea594c5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28426d433204e3c" /><Relationship Type="http://schemas.openxmlformats.org/officeDocument/2006/relationships/notesMaster" Target="/ppt/notesMasters/notesMaster1.xml" Id="R42071d1c510a4cf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85334df3eed4231" /><Relationship Type="http://schemas.openxmlformats.org/officeDocument/2006/relationships/notesMaster" Target="/ppt/notesMasters/notesMaster1.xml" Id="R9db83889a698491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194278b4357422a" /><Relationship Type="http://schemas.openxmlformats.org/officeDocument/2006/relationships/notesMaster" Target="/ppt/notesMasters/notesMaster1.xml" Id="R330ebc66553f4b3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f5d27cdb1e84b64" /><Relationship Type="http://schemas.openxmlformats.org/officeDocument/2006/relationships/notesMaster" Target="/ppt/notesMasters/notesMaster1.xml" Id="Rc03c03621b8247f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53657d9478341dc" /><Relationship Type="http://schemas.openxmlformats.org/officeDocument/2006/relationships/notesMaster" Target="/ppt/notesMasters/notesMaster1.xml" Id="Rff6707fbcd4144c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12c7c5b6b1d4999" /><Relationship Type="http://schemas.openxmlformats.org/officeDocument/2006/relationships/notesMaster" Target="/ppt/notesMasters/notesMaster1.xml" Id="R17d80ffc4d3b406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9fce8d53f1541b9" /><Relationship Type="http://schemas.openxmlformats.org/officeDocument/2006/relationships/notesMaster" Target="/ppt/notesMasters/notesMaster1.xml" Id="Rcb360a0f37c74cf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92f84ecf59944f6" /><Relationship Type="http://schemas.openxmlformats.org/officeDocument/2006/relationships/notesMaster" Target="/ppt/notesMasters/notesMaster1.xml" Id="Rc1a8ed604d2846f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5428ea473654abb" /><Relationship Type="http://schemas.openxmlformats.org/officeDocument/2006/relationships/notesMaster" Target="/ppt/notesMasters/notesMaster1.xml" Id="R4e6f87eb052f44e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8806fcf4b42439f" /><Relationship Type="http://schemas.openxmlformats.org/officeDocument/2006/relationships/notesMaster" Target="/ppt/notesMasters/notesMaster1.xml" Id="R196a5697795147c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ba1954af23447c8" /><Relationship Type="http://schemas.openxmlformats.org/officeDocument/2006/relationships/notesMaster" Target="/ppt/notesMasters/notesMaster1.xml" Id="R8c33380a1bf5466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84f29067b774bb5" /><Relationship Type="http://schemas.openxmlformats.org/officeDocument/2006/relationships/notesMaster" Target="/ppt/notesMasters/notesMaster1.xml" Id="Ree0983753974472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8bca1bfa2774b70" /><Relationship Type="http://schemas.openxmlformats.org/officeDocument/2006/relationships/notesMaster" Target="/ppt/notesMasters/notesMaster1.xml" Id="R98ce3b27732449f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ae0b0c0b90e44b6" /><Relationship Type="http://schemas.openxmlformats.org/officeDocument/2006/relationships/notesMaster" Target="/ppt/notesMasters/notesMaster1.xml" Id="Rf5d52e39a38f458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f7126d7e9954a48" /><Relationship Type="http://schemas.openxmlformats.org/officeDocument/2006/relationships/notesMaster" Target="/ppt/notesMasters/notesMaster1.xml" Id="R666ed97512b04b6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4337e510e1a428a" /><Relationship Type="http://schemas.openxmlformats.org/officeDocument/2006/relationships/notesMaster" Target="/ppt/notesMasters/notesMaster1.xml" Id="Rf077d36f5697432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d9025469ca944a8" /><Relationship Type="http://schemas.openxmlformats.org/officeDocument/2006/relationships/notesMaster" Target="/ppt/notesMasters/notesMaster1.xml" Id="R19d4bc4201d14bb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8dd7b1772ae4ba1" /><Relationship Type="http://schemas.openxmlformats.org/officeDocument/2006/relationships/notesMaster" Target="/ppt/notesMasters/notesMaster1.xml" Id="R885a470b8ba142c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897de84fd5545ee" /><Relationship Type="http://schemas.openxmlformats.org/officeDocument/2006/relationships/notesMaster" Target="/ppt/notesMasters/notesMaster1.xml" Id="R279d8737f3e2469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1d0f926c5094b24" /><Relationship Type="http://schemas.openxmlformats.org/officeDocument/2006/relationships/notesMaster" Target="/ppt/notesMasters/notesMaster1.xml" Id="Rbba7e937d1c947b9"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7eb8a2a27ac46e9" /><Relationship Type="http://schemas.openxmlformats.org/officeDocument/2006/relationships/notesMaster" Target="/ppt/notesMasters/notesMaster1.xml" Id="R73036b463e02412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9a1664060b84ff6" /><Relationship Type="http://schemas.openxmlformats.org/officeDocument/2006/relationships/notesMaster" Target="/ppt/notesMasters/notesMaster1.xml" Id="R5becfa6b76e54f4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4a7531cf15d4f06" /><Relationship Type="http://schemas.openxmlformats.org/officeDocument/2006/relationships/notesMaster" Target="/ppt/notesMasters/notesMaster1.xml" Id="R3bf080816b514ad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69394607ddb4ae0" /><Relationship Type="http://schemas.openxmlformats.org/officeDocument/2006/relationships/notesMaster" Target="/ppt/notesMasters/notesMaster1.xml" Id="R34f3a2996831466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a7d44d0ae674f0d" /><Relationship Type="http://schemas.openxmlformats.org/officeDocument/2006/relationships/notesMaster" Target="/ppt/notesMasters/notesMaster1.xml" Id="R7441c9f3ac334a9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cddd84d6b3c64c72" /><Relationship Type="http://schemas.openxmlformats.org/officeDocument/2006/relationships/notesMaster" Target="/ppt/notesMasters/notesMaster1.xml" Id="R0fe280b43c394c8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controlled repair keeps P025/P026 target trials 21-24 fixed and reuses the exact cached k=0 responses from the failed pilot.</a:t>
            </a:r>
          </a:p>
          <a:p xmlns:a="http://schemas.openxmlformats.org/drawingml/2006/main">
            <a:r>
              <a:t>Only the history selection changes: every non-zero context has k/2 A and k/2 B examples, sampled with three seeds and shown chronologically.</a:t>
            </a:r>
          </a:p>
          <a:p xmlns:a="http://schemas.openxmlformats.org/drawingml/2006/main">
            <a:r>
              <a:t>Zero-shot mean log loss remains 0.594. Balanced histories produce mean log loss between 3.139 and 3.448 and accuracy 0.125.</a:t>
            </a:r>
          </a:p>
          <a:p xmlns:a="http://schemas.openxmlformats.org/drawingml/2006/main">
            <a:r>
              <a:t>The error bars are standard deviations across three balanced history selections, not participant-level confidence intervals.</a:t>
            </a:r>
          </a:p>
          <a:p xmlns:a="http://schemas.openxmlformats.org/drawingml/2006/main">
            <a:r>
              <a:t>The next slide decomposes this average by participant.</a:t>
            </a:r>
          </a:p>
          <a:p xmlns:a="http://schemas.openxmlformats.org/drawingml/2006/main">
            <a:r>
              <a:t>[Sources]</a:t>
            </a:r>
          </a:p>
          <a:p xmlns:a="http://schemas.openxmlformats.org/drawingml/2006/main">
            <a:r>
              <a:t>- notebooks/results/fixed_eval_balanced_history/fixed_eval_balanced_summary.csv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has four B targets; P026 has three B targets and one A target. After balanced history is added, the model predicts A strongly for both people. The participant plots use the same fixed targets and average three balanced history selections at each non-zero k.
[Sources]
- notebooks/results/fixed_eval_balanced_history/fixed_eval_balanced_by_participant.csv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a00b9778e643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e776b28b2b40e0" /><Relationship Type="http://schemas.openxmlformats.org/officeDocument/2006/relationships/slideLayout" Target="/ppt/slideLayouts/slideLayout1.xml" Id="R7505ce55f5554d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05ce55f5554d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3d51de628c240a9" /><Relationship Type="http://schemas.openxmlformats.org/officeDocument/2006/relationships/notesSlide" Target="/ppt/notesSlides/notesSlide1.xml" Id="R7fa553f9417641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35ccda7957746f7" /><Relationship Type="http://schemas.openxmlformats.org/officeDocument/2006/relationships/notesSlide" Target="/ppt/notesSlides/notesSlide2.xml" Id="Rc292fc70a1ba46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659d896835c41e9" /><Relationship Type="http://schemas.openxmlformats.org/officeDocument/2006/relationships/notesSlide" Target="/ppt/notesSlides/notesSlide3.xml" Id="Ra7823c34eca94a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e16ba712504c12" /><Relationship Type="http://schemas.openxmlformats.org/officeDocument/2006/relationships/notesSlide" Target="/ppt/notesSlides/notesSlide4.xml" Id="R8c4359dbfea447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c66fd6a74d946bb" /><Relationship Type="http://schemas.openxmlformats.org/officeDocument/2006/relationships/notesSlide" Target="/ppt/notesSlides/notesSlide5.xml" Id="R5be88fae5fa041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fae777f61ad4df8" /><Relationship Type="http://schemas.openxmlformats.org/officeDocument/2006/relationships/notesSlide" Target="/ppt/notesSlides/notesSlide6.xml" Id="R77f48709a66a47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a4b9c1db3db44e4" /><Relationship Type="http://schemas.openxmlformats.org/officeDocument/2006/relationships/notesSlide" Target="/ppt/notesSlides/notesSlide7.xml" Id="R9dfb56e9715f4a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dae4109e2584f3b" /><Relationship Type="http://schemas.openxmlformats.org/officeDocument/2006/relationships/notesSlide" Target="/ppt/notesSlides/notesSlide8.xml" Id="Rd5f2e0f7847b40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869bae66d704edf" /><Relationship Type="http://schemas.openxmlformats.org/officeDocument/2006/relationships/notesSlide" Target="/ppt/notesSlides/notesSlide9.xml" Id="R80081f0663154b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85f967d3aca48ca" /><Relationship Type="http://schemas.openxmlformats.org/officeDocument/2006/relationships/notesSlide" Target="/ppt/notesSlides/notesSlide10.xml" Id="R21ce7139c45041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27ba7274b3641a2" /><Relationship Type="http://schemas.openxmlformats.org/officeDocument/2006/relationships/notesSlide" Target="/ppt/notesSlides/notesSlide11.xml" Id="R9282fd91c06047d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84c3f7d728442a9" /><Relationship Type="http://schemas.openxmlformats.org/officeDocument/2006/relationships/notesSlide" Target="/ppt/notesSlides/notesSlide12.xml" Id="Rb97c85c16a0a401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50c3d630a85477c" /><Relationship Type="http://schemas.openxmlformats.org/officeDocument/2006/relationships/notesSlide" Target="/ppt/notesSlides/notesSlide13.xml" Id="R0836b7afa3574ab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25ef3dc28574c2f" /><Relationship Type="http://schemas.openxmlformats.org/officeDocument/2006/relationships/notesSlide" Target="/ppt/notesSlides/notesSlide14.xml" Id="R9f54156271594f7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450df1c2b8445b0" /><Relationship Type="http://schemas.openxmlformats.org/officeDocument/2006/relationships/notesSlide" Target="/ppt/notesSlides/notesSlide15.xml" Id="Rd5b48a7ef4d744c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ad977e376b44c66" /><Relationship Type="http://schemas.openxmlformats.org/officeDocument/2006/relationships/notesSlide" Target="/ppt/notesSlides/notesSlide16.xml" Id="R9e73fc4f8ffe481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b5d2e0322034c25" /><Relationship Type="http://schemas.openxmlformats.org/officeDocument/2006/relationships/notesSlide" Target="/ppt/notesSlides/notesSlide17.xml" Id="Rc48f367b6f9b40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6d9fc114d05427c" /><Relationship Type="http://schemas.openxmlformats.org/officeDocument/2006/relationships/notesSlide" Target="/ppt/notesSlides/notesSlide18.xml" Id="R7bcf578eb06c4e0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cfb3a7f79ff4964" /><Relationship Type="http://schemas.openxmlformats.org/officeDocument/2006/relationships/notesSlide" Target="/ppt/notesSlides/notesSlide19.xml" Id="Rb562a3d39436418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8246c1ec1d240d9" /><Relationship Type="http://schemas.openxmlformats.org/officeDocument/2006/relationships/notesSlide" Target="/ppt/notesSlides/notesSlide20.xml" Id="Rbf8f5e61bfdc474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e68f839e1c04245" /><Relationship Type="http://schemas.openxmlformats.org/officeDocument/2006/relationships/notesSlide" Target="/ppt/notesSlides/notesSlide21.xml" Id="R30bf27f9bd564ca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0c280ad18474bd3" /><Relationship Type="http://schemas.openxmlformats.org/officeDocument/2006/relationships/notesSlide" Target="/ppt/notesSlides/notesSlide22.xml" Id="Re88ece08c0dd424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8e6b73550c1429d" /><Relationship Type="http://schemas.openxmlformats.org/officeDocument/2006/relationships/notesSlide" Target="/ppt/notesSlides/notesSlide23.xml" Id="R502db1284bdb400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9f1fe46bab74eb0" /><Relationship Type="http://schemas.openxmlformats.org/officeDocument/2006/relationships/notesSlide" Target="/ppt/notesSlides/notesSlide24.xml" Id="R90a94ef95e484e3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a44410046df4809" /><Relationship Type="http://schemas.openxmlformats.org/officeDocument/2006/relationships/notesSlide" Target="/ppt/notesSlides/notesSlide25.xml" Id="Rdc2b4d148b7f45f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14c17ca19374db0" /><Relationship Type="http://schemas.openxmlformats.org/officeDocument/2006/relationships/notesSlide" Target="/ppt/notesSlides/notesSlide26.xml" Id="R1b77f0d72cf6478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d370160b45d4040" /><Relationship Type="http://schemas.openxmlformats.org/officeDocument/2006/relationships/notesSlide" Target="/ppt/notesSlides/notesSlide27.xml" Id="Re5a540f6fe9245f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6129f1928cf4d8f" /><Relationship Type="http://schemas.openxmlformats.org/officeDocument/2006/relationships/notesSlide" Target="/ppt/notesSlides/notesSlide28.xml" Id="Rdb02ddbfd5914b1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c98552e6717413f" /><Relationship Type="http://schemas.openxmlformats.org/officeDocument/2006/relationships/notesSlide" Target="/ppt/notesSlides/notesSlide29.xml" Id="R6a3194b5e376455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fd04d2700584049" /><Relationship Type="http://schemas.openxmlformats.org/officeDocument/2006/relationships/notesSlide" Target="/ppt/notesSlides/notesSlide30.xml" Id="R7d744ec9822b4cb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ead9565a12b40b1" /><Relationship Type="http://schemas.openxmlformats.org/officeDocument/2006/relationships/notesSlide" Target="/ppt/notesSlides/notesSlide31.xml" Id="Rd247e12a1f11400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c3c7d36270243fa" /><Relationship Type="http://schemas.openxmlformats.org/officeDocument/2006/relationships/image" Target="/ppt/media/image.png" Id="R5d2f96f309c94d6e" /><Relationship Type="http://schemas.openxmlformats.org/officeDocument/2006/relationships/notesSlide" Target="/ppt/notesSlides/notesSlide32.xml" Id="R36e158520946427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bd6d5fccff04e4d" /><Relationship Type="http://schemas.openxmlformats.org/officeDocument/2006/relationships/image" Target="/ppt/media/image2.png" Id="R20679304297f4c67" /><Relationship Type="http://schemas.openxmlformats.org/officeDocument/2006/relationships/notesSlide" Target="/ppt/notesSlides/notesSlide33.xml" Id="R7dd638edc9a644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990360286ac34517" /><Relationship Type="http://schemas.openxmlformats.org/officeDocument/2006/relationships/image" Target="/ppt/media/image3.png" Id="R1577d063fddf440a" /><Relationship Type="http://schemas.openxmlformats.org/officeDocument/2006/relationships/image" Target="/ppt/media/image4.png" Id="Rf9c6d0b6601146f4" /><Relationship Type="http://schemas.openxmlformats.org/officeDocument/2006/relationships/notesSlide" Target="/ppt/notesSlides/notesSlide34.xml" Id="R51b1de135c304ff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e526c4a892e4319" /><Relationship Type="http://schemas.openxmlformats.org/officeDocument/2006/relationships/notesSlide" Target="/ppt/notesSlides/notesSlide35.xml" Id="Rb99cd7c7af0b443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831c76023664728" /><Relationship Type="http://schemas.openxmlformats.org/officeDocument/2006/relationships/notesSlide" Target="/ppt/notesSlides/notesSlide36.xml" Id="Rd8c485fd3d464d6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ea0129ed72748af" /><Relationship Type="http://schemas.openxmlformats.org/officeDocument/2006/relationships/notesSlide" Target="/ppt/notesSlides/notesSlide37.xml" Id="R3e9858e29bd542e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cb59ead750e44dc" /><Relationship Type="http://schemas.openxmlformats.org/officeDocument/2006/relationships/notesSlide" Target="/ppt/notesSlides/notesSlide38.xml" Id="R3669cae11c464b5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8a8c07e1aeb4b31" /><Relationship Type="http://schemas.openxmlformats.org/officeDocument/2006/relationships/notesSlide" Target="/ppt/notesSlides/notesSlide39.xml" Id="R5788a05f7d7f466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e5c8458938d4980" /><Relationship Type="http://schemas.openxmlformats.org/officeDocument/2006/relationships/notesSlide" Target="/ppt/notesSlides/notesSlide40.xml" Id="Rceb82e6519e547f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f78f410aec94708" /><Relationship Type="http://schemas.openxmlformats.org/officeDocument/2006/relationships/notesSlide" Target="/ppt/notesSlides/notesSlide41.xml" Id="R1524da9277034ef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9cc86db36ad4b19" /><Relationship Type="http://schemas.openxmlformats.org/officeDocument/2006/relationships/notesSlide" Target="/ppt/notesSlides/notesSlide42.xml" Id="R39d20f6f12f0449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e3b3064f7d24450" /><Relationship Type="http://schemas.openxmlformats.org/officeDocument/2006/relationships/notesSlide" Target="/ppt/notesSlides/notesSlide43.xml" Id="Rd529afb33166427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677bd4ebc2044ca" /><Relationship Type="http://schemas.openxmlformats.org/officeDocument/2006/relationships/notesSlide" Target="/ppt/notesSlides/notesSlide44.xml" Id="R0b93bb2010fd445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8ded5087928b4cdc" /><Relationship Type="http://schemas.openxmlformats.org/officeDocument/2006/relationships/notesSlide" Target="/ppt/notesSlides/notesSlide45.xml" Id="Rb55a1c589290451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3052ab1fb484f46" /><Relationship Type="http://schemas.openxmlformats.org/officeDocument/2006/relationships/notesSlide" Target="/ppt/notesSlides/notesSlide46.xml" Id="R2ae751b2be00452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3c134869c3a84c67" /><Relationship Type="http://schemas.openxmlformats.org/officeDocument/2006/relationships/notesSlide" Target="/ppt/notesSlides/notesSlide47.xml" Id="R6a59cf2b3fdd4b9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a70d7cd2c9484650" /><Relationship Type="http://schemas.openxmlformats.org/officeDocument/2006/relationships/notesSlide" Target="/ppt/notesSlides/notesSlide48.xml" Id="R1a3603402917451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91806c9d0fa4862" /><Relationship Type="http://schemas.openxmlformats.org/officeDocument/2006/relationships/notesSlide" Target="/ppt/notesSlides/notesSlide49.xml" Id="R298a983ba051447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06def8036d044c7" /><Relationship Type="http://schemas.openxmlformats.org/officeDocument/2006/relationships/image" Target="/ppt/media/image5.png" Id="R2ba87692be2b4f7e" /><Relationship Type="http://schemas.openxmlformats.org/officeDocument/2006/relationships/notesSlide" Target="/ppt/notesSlides/notesSlide50.xml" Id="R3ada0d695f564ed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c9edabb1d6449e9" /><Relationship Type="http://schemas.openxmlformats.org/officeDocument/2006/relationships/notesSlide" Target="/ppt/notesSlides/notesSlide51.xml" Id="Rb0555f6f3a9a49e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aeb6d35020ca4cec" /><Relationship Type="http://schemas.openxmlformats.org/officeDocument/2006/relationships/image" Target="/ppt/media/image6.png" Id="R190565b6665b4106" /><Relationship Type="http://schemas.openxmlformats.org/officeDocument/2006/relationships/notesSlide" Target="/ppt/notesSlides/notesSlide52.xml" Id="Rc7210305fd164f6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2d32327db3964fdc" /><Relationship Type="http://schemas.openxmlformats.org/officeDocument/2006/relationships/image" Target="/ppt/media/image7.png" Id="R41a992418d824936" /><Relationship Type="http://schemas.openxmlformats.org/officeDocument/2006/relationships/notesSlide" Target="/ppt/notesSlides/notesSlide53.xml" Id="R1683beafe6c84c8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23764e936894806" /><Relationship Type="http://schemas.openxmlformats.org/officeDocument/2006/relationships/notesSlide" Target="/ppt/notesSlides/notesSlide54.xml" Id="Rbb2378a0e7774c3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e13c1422d6da4050" /><Relationship Type="http://schemas.openxmlformats.org/officeDocument/2006/relationships/notesSlide" Target="/ppt/notesSlides/notesSlide55.xml" Id="Rd7d45f47194a40b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85ee326d6ed46c0" /><Relationship Type="http://schemas.openxmlformats.org/officeDocument/2006/relationships/notesSlide" Target="/ppt/notesSlides/notesSlide56.xml" Id="Rf11dc768dfc94b1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f7eda7e099c4a67" /><Relationship Type="http://schemas.openxmlformats.org/officeDocument/2006/relationships/image" Target="/ppt/media/image8.png" Id="Rb708895f40dc4353" /><Relationship Type="http://schemas.openxmlformats.org/officeDocument/2006/relationships/notesSlide" Target="/ppt/notesSlides/notesSlide57.xml" Id="R69f62eb3fafd4a5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e80524032cf3478f" /><Relationship Type="http://schemas.openxmlformats.org/officeDocument/2006/relationships/notesSlide" Target="/ppt/notesSlides/notesSlide58.xml" Id="Rb19790921b804f6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ade0a5c877443c5" /><Relationship Type="http://schemas.openxmlformats.org/officeDocument/2006/relationships/notesSlide" Target="/ppt/notesSlides/notesSlide59.xml" Id="R17e2168e93bd47b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fc73c66fbe5e413a" /><Relationship Type="http://schemas.openxmlformats.org/officeDocument/2006/relationships/notesSlide" Target="/ppt/notesSlides/notesSlide60.xml" Id="Ra3b474f2d6ce43e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24e4129a56d84fa8" /><Relationship Type="http://schemas.openxmlformats.org/officeDocument/2006/relationships/notesSlide" Target="/ppt/notesSlides/notesSlide61.xml" Id="R8ad3450f0f1d45c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81cc092c3c44c38" /><Relationship Type="http://schemas.openxmlformats.org/officeDocument/2006/relationships/notesSlide" Target="/ppt/notesSlides/notesSlide62.xml" Id="R6a08f3f08830445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bea302c034a4056" /><Relationship Type="http://schemas.openxmlformats.org/officeDocument/2006/relationships/notesSlide" Target="/ppt/notesSlides/notesSlide63.xml" Id="Re22555af975246b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86d59d49f20c4bc8" /><Relationship Type="http://schemas.openxmlformats.org/officeDocument/2006/relationships/notesSlide" Target="/ppt/notesSlides/notesSlide64.xml" Id="Rfbbc8ba4284d4b1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41fb2f1afb34a27" /><Relationship Type="http://schemas.openxmlformats.org/officeDocument/2006/relationships/notesSlide" Target="/ppt/notesSlides/notesSlide65.xml" Id="R63d3a942b47b495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7f5e900a14f4876" /><Relationship Type="http://schemas.openxmlformats.org/officeDocument/2006/relationships/notesSlide" Target="/ppt/notesSlides/notesSlide66.xml" Id="R1a224465f4ca455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397fcea7e034c0e" /><Relationship Type="http://schemas.openxmlformats.org/officeDocument/2006/relationships/notesSlide" Target="/ppt/notesSlides/notesSlide67.xml" Id="R1b9ac9075e76486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bc86e29adb7b46b4" /><Relationship Type="http://schemas.openxmlformats.org/officeDocument/2006/relationships/notesSlide" Target="/ppt/notesSlides/notesSlide68.xml" Id="R6f08247f22b6442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0ecf3fb23d94698" /><Relationship Type="http://schemas.openxmlformats.org/officeDocument/2006/relationships/notesSlide" Target="/ppt/notesSlides/notesSlide69.xml" Id="Rfb1b44a1bd6b44f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43ae3e611d194024" /><Relationship Type="http://schemas.openxmlformats.org/officeDocument/2006/relationships/notesSlide" Target="/ppt/notesSlides/notesSlide70.xml" Id="Rb8c286db942648f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1013fdf9cf9a4fa8" /><Relationship Type="http://schemas.openxmlformats.org/officeDocument/2006/relationships/notesSlide" Target="/ppt/notesSlides/notesSlide71.xml" Id="Rd8a6022659c1496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2ce61f2123c4c0f" /><Relationship Type="http://schemas.openxmlformats.org/officeDocument/2006/relationships/notesSlide" Target="/ppt/notesSlides/notesSlide72.xml" Id="Rbeab905e7ac7423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c91bad756d764845" /><Relationship Type="http://schemas.openxmlformats.org/officeDocument/2006/relationships/notesSlide" Target="/ppt/notesSlides/notesSlide73.xml" Id="R0e66d30a72224a1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a1f82ea48424a49" /><Relationship Type="http://schemas.openxmlformats.org/officeDocument/2006/relationships/notesSlide" Target="/ppt/notesSlides/notesSlide74.xml" Id="R264567d6886b422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8a385a260e240c3" /><Relationship Type="http://schemas.openxmlformats.org/officeDocument/2006/relationships/notesSlide" Target="/ppt/notesSlides/notesSlide75.xml" Id="Rf324135537e4410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f16debe435ee44b4" /><Relationship Type="http://schemas.openxmlformats.org/officeDocument/2006/relationships/notesSlide" Target="/ppt/notesSlides/notesSlide76.xml" Id="Ra409ccc2bc9c42d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5198371aff749b5" /><Relationship Type="http://schemas.openxmlformats.org/officeDocument/2006/relationships/notesSlide" Target="/ppt/notesSlides/notesSlide77.xml" Id="Rde5eea848d6f4d4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AB9F02-9F7C-4E8C-8A85-0174812E6822}"/>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BC8C57A9-3528-47F3-BE72-F34BBB978C58}"/>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4AB1A981-0158-47C3-BA05-C862905008F3}"/>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00B6A649-D47B-4BE3-88AF-B456052A292C}"/>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669211D-CCC9-49BE-B532-7630E114DCF8}"/>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1E69228B-54F0-412C-8E54-7969706550C3}"/>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7C9AB2BB-ABDB-4574-8458-4DC421C2F0CE}"/>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38270445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46FBCC1-02EC-4978-8D4C-83789923519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E0F37B22-6823-4EA5-8B20-80AE73CEDC0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90D62EE1-E8D5-4358-A7B3-EDB583A34D3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D099B7-5191-4992-AED9-05EDB394555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E82EE154-8065-4C78-9807-B78FDB9A3733}"/>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624DDC87-F66A-4FF1-9E6C-864C6D95607E}"/>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ED5082A2-4AC3-4052-9B71-B1163DF82A44}"/>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EF9D7A39-FA66-463F-BD46-B0C1B5C954C0}"/>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00F2A330-D8BF-4F9D-8C68-62162BFEF5C6}"/>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102463C8-C3F1-44BE-8DA0-395612D0FF6E}"/>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FB9C2A7B-E375-4984-B0EF-2D2FE5349015}"/>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A8F5D7E-7A84-4EDE-B023-85F68FBE2C90}"/>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2EE53D01-92F5-4831-B66D-BDBF579758E3}"/>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976FF60E-9A2B-47F0-A9E1-5D7726F15C3B}"/>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0B80DC48-852E-4977-B967-505D077013CD}"/>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F9B0505A-A98D-4768-975B-F8121ADC532A}"/>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06613936-40D5-4B17-A445-AB059195CC50}"/>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DAA37839-E4E8-46A6-8F12-EC57B8ACCA7A}"/>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E2ADE698-E964-4D45-89B6-9B971FD9DB35}"/>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32F216A0-A1F7-468F-B537-27EEAF0B3CDB}"/>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F05CF8D6-CEFE-455F-8E8A-7C7B7E4D2CBC}"/>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784DBDBF-FF1D-4B7B-AC39-40197F52B76B}"/>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ABDE661E-C52C-41B2-A5CB-710CE6E6EFA7}"/>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5C9733F7-FE7D-4063-948E-450AC6711467}"/>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2044387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1FDEF6-5994-458D-A39D-644AA381DD47}"/>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B2DEB31E-C9D9-4A93-986B-BCF287BFF8E6}"/>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28DDBDD0-2473-44CF-9574-6637CB326817}"/>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08A7EEED-6FE8-4753-B3EB-776A0977478C}"/>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03CD8321-54AE-49F6-98C0-D6B99D801B5E}"/>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87221232-3C4A-4680-91E2-D9DBE6B9D656}"/>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458D2A97-5CFB-49EB-A866-23115AD3662E}"/>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AA5C70D2-E906-4B9D-A5FE-A3E430EF52DF}"/>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16339726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89204E6-1460-4B2D-8AE9-DA0B460065C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F3C62E01-11BD-4353-BD0D-49019844C2D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F2057ECF-30C4-4469-8943-83540703300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B94EEBE-537C-4C07-BCE1-C1EE601409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B890CFC-92C0-4C6B-B279-5DC9575A309C}"/>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F5E51B29-77CE-47FB-950E-993A91D74959}"/>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6020EDFF-19AF-4608-A5AB-4E5F5BCC23B7}"/>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82A09F13-DA38-4560-86E6-B9D26B112B21}"/>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352CA5-1E0F-47F7-9F1F-6CAF5FA6A031}"/>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32C8C9AD-6303-47F8-9C00-923CEA7C71F2}"/>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F8FC4A4D-4DE7-46CB-A2AE-D9866CE9D8EA}"/>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EA11FF4D-9811-4DCD-B568-7FF743BAF8C6}"/>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EF51027-A085-41C6-977A-3F86AF9F4069}"/>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F16A33EA-5B89-486E-BF66-A37B67E4F62B}"/>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15AD24DD-6F9A-436E-901D-AAE658B06E84}"/>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7FE47EA8-7757-424D-B914-B3222777E87F}"/>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577A4D3-AEA2-48CA-B3B7-5A3BEABE63A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8BE7946-5F4A-4892-9497-841D4833263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9203496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3D47326-53F7-47F0-BDD1-B8449DC0469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5E2C12FA-0F01-48AC-9CFC-A37C4998BC1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DDF36158-5A34-4D54-83B5-72608E9A744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60B54F-2FBD-41AA-AEC6-10C7F0CA7AE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F052CEF8-CCC8-4064-9CB2-F9A29DCFC0E9}"/>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6DDF2D86-860B-4664-B2F6-E2A3AC7A8FDA}"/>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8516EC9D-75CA-4418-A881-0311BB8FBAD2}"/>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A5DA3D51-0563-4A33-B050-F2CE4CFB2DF8}"/>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B43939D-EF63-4372-ABA5-927D77CC14E2}"/>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636DBE32-EA73-4B38-835B-2CF5EF46EB3A}"/>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A936DA49-A6A3-4F02-897F-2E0C5759ED63}"/>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F29BC072-439D-4545-9112-31167AFA7803}"/>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70D1AB8-03A7-42D1-BB77-1B21C6542975}"/>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55EBD76A-D627-4554-9502-B35C893C59C2}"/>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879CEC0B-4467-4D10-9FB3-3D53D6DBE567}"/>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833059F8-1B04-44F1-9E82-13FC4B438F1F}"/>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7D5F588-266A-4557-8940-129537CBE040}"/>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E8CEFB98-A064-494E-9605-0DAF3258842E}"/>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51BE62AE-1681-469A-A4B0-A6B271DE03CF}"/>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27E068EF-8C8B-4F3A-BDBB-D0F04BB41ECD}"/>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B2CFD2F-DA9D-4892-AED3-2CEEC33C45F9}"/>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F6C7EBC-DFA0-413C-AD31-E3B48C1A4F65}"/>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9678310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AF17C61-FAC1-49B9-BB16-BE954277239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7CEDACB0-D649-4B98-85FF-FA02907CA95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8176AB2E-3BEF-408F-8CDD-23D85D7A750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C202CC2-1315-4FEA-B5E2-3B82CC05945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FE2155F5-708E-4E3D-81DA-DAD7F9711E50}"/>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02C5B8DF-53F2-433A-B7DD-E334ED6DF335}"/>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4DF5618E-F21B-4F7F-9DDE-60DF807F629E}"/>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2C73707E-A692-4D00-9247-CF6801D373DF}"/>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AA1BF39F-2484-4AF3-904B-2966932F6AB9}"/>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BD5B9232-60A8-4125-BBFB-F7AD39A8723C}"/>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C9BB45C6-FFFE-4818-9B68-D90C0A59F467}"/>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061E8B5B-22BD-465A-A0FE-25FB3952D434}"/>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9DE661C-F805-455E-89BA-6B00EF62D13E}"/>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BE3DEED7-44D3-473B-A9DB-8953A69969AD}"/>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6F688908-80F8-4AF5-B725-34CAD86A2394}"/>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7FEAFA1E-007F-46C9-90D5-7895F0AE86AD}"/>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3363B5E3-0629-4813-9F85-E2FF7AB004CB}"/>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DEEA7F2-6399-408B-B704-A92EE401B216}"/>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B2399E86-D39C-4783-B136-4D7070DD1C73}"/>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AB5DD3F1-3CD4-45C4-9136-C2BFD14D9D3D}"/>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B178CF45-E716-4764-AB34-D9629A00F95C}"/>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C533CD59-FA74-4DFD-BC20-54E33ECDB7C9}"/>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6B85D18-9AC3-4EE5-8B1A-5A7865AE4FCC}"/>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DF795AD6-696B-4649-96F0-7AD5E73AC41C}"/>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BE08EB89-A1FA-4700-95F0-151740D40553}"/>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E1687C79-D096-4725-9471-01554167DE20}"/>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8EF8DB23-6A6E-414C-A061-C890FB6124F8}"/>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CC0E7A3-F405-4309-AF0F-BBDD7E204253}"/>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CE81C91C-A53A-441E-A35E-039385792A78}"/>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C21F4D7B-3C5E-4CF6-8FD3-847448F29409}"/>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14D6B5EB-1E97-498F-8614-73AB2F8F0ADB}"/>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CB0D300D-B5EC-4F5D-8414-0F3C33662DB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92AC8AE-4B84-42D5-B716-D642F10FD69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9612648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227F286-E839-49EA-B87E-C6EAFC6B8D0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50683F85-CB0D-45CD-AB25-F29DE9B516E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8AB1F4D4-803E-41A0-A221-E3932C075C3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9F26D7-CEA6-447F-8390-0E8B79B676C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CD256FC7-47ED-4C46-824A-2D70C256D7B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FCB60F40-2AAC-485D-A270-0544DAA8B396}"/>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76792C23-F59B-4998-8094-4F34E219477E}"/>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C0EA66D2-27F9-40D0-9B4C-B0507B9099EF}"/>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8BABA2BC-FAC6-42EC-9E68-A7B1348C2D8B}"/>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F7428ED0-FFA3-4DC7-AD26-11F90018A6C4}"/>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C4DE6C35-54CE-42DC-BB0E-D5DE2F998079}"/>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0A415F11-3CED-47F6-B4CC-28260B56C9F3}"/>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4AA7AF16-805F-4F1A-A630-790848B30FC5}"/>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EFD0D991-D0CC-4F06-B879-6D7907B1B4D5}"/>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B2BFB362-8D6E-4B40-B2EF-B2C0D4C8E6B7}"/>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FCF662D-EA67-4E1A-A4C0-128406A5C32E}"/>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016602FF-23D5-4837-BEE2-1394CEC82055}"/>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7DE6E1F6-124D-48F7-A9F5-F57C6BD6967C}"/>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8C2D63C-AE26-4A69-9776-369857275103}"/>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7EAA17E-9B84-43CE-9DCC-B4E677B8D995}"/>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16D34FB9-3AF7-4E18-B9B4-CC44E2651F50}"/>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C59AEE74-8D93-4347-A6A6-FB7C477B49D4}"/>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BE1373E-7A20-4DC9-9B33-BA4EC61DA263}"/>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147C970-B23B-4A6C-B833-8B1AC2D043CE}"/>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0CAAFAF7-F222-4B8F-B7F4-2D83F88861EE}"/>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8276982E-3CF1-462D-8D40-C201E1979A78}"/>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7D0B77C-568A-4E66-8B9C-72B42EEB5F89}"/>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975421B-1CEA-4CBE-B3EA-3B6BA62265D8}"/>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6B0B2934-CEF8-424D-96F0-D2E44840FAD0}"/>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94046531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B57D23B-756A-40B3-9D1A-C53B2A28E03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6E79F4AB-5D0D-4A83-8614-4409CCDDA5D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B01561CA-9D80-4330-A23F-35D4AE3C2D8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475B2AC-5ED0-43C5-AA5F-0BDF28A9FCF4}"/>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89E7D519-B252-4FAA-84BD-7261EE530D0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955247A-8B61-47DC-9472-18180C40CF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15358AE-F503-433E-9198-F7C90E7A201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949E955-8ED1-4EA9-89BC-247D75DE5C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0C0F80-6990-4481-85FA-68541059DAC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6B915D7-71C6-48D5-9BF9-E13555DBFFB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98D97B3-2ACD-4FEB-8808-4846238AD10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3A44F6-864E-4F67-B903-B710857C1DC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96B6E5C-60C4-4F6A-AC96-E448A36C83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E12DDBE-D7BF-4EBF-89DD-2E0E923C9F0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398364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5D401ADC-ED06-48BD-A9F0-386C2421AFF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8A1DABFE-02AC-41AD-AE5E-D3BC913F1EC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77803969-A34A-40FD-A6C4-B92F591131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92BDA8-D99F-481F-8E99-67309E492B7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F53BF5C5-CA44-417F-B3E7-9AB6BDF0E4B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44A26CB-58D4-43F4-BE1A-E3A9A44FE4E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374334D-6132-4260-A895-9582F571196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B87CE2-853A-43A6-8D44-CCA99CA285E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FFDADD-9736-4AC4-AF51-6198732CACA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BEFD38-4AC0-4819-8D9D-3BE56C5C32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8830F62-CF97-420C-838D-F9A906973AF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C86F156-D3D3-43D6-8837-8841A1D16D9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D9B8B4-4B89-4E34-9BF9-A07F286018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CE8320-1E96-40A6-B996-239A1E5C097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E833D34-4FBD-4CFE-8090-42FB35CF81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4F1871FF-6855-4920-986A-5CF4E0062013}"/>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AE9EA75-A2B8-4E70-B25A-66C551D84B67}"/>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E25C04A-ABB2-4F0A-BB6E-1EF62D0E35F0}"/>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954E740-9DAD-42D7-8F97-C1A95173D22D}"/>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A138BD4-EC20-464D-8CC6-7C2F77523061}"/>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54F2118-79E4-4673-88D0-D1BACA981794}"/>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64BAE657-0B93-42F4-91A0-5573118C3331}"/>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76F7A4E-34FC-42F3-AD2E-034A21DB3596}"/>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0E10F82F-E514-483B-A8FB-99A6EEEB6037}"/>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0BE5FE57-876E-4A99-A35E-AB9E2E099D3D}"/>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EA03DF47-8B1D-4A45-A632-51D7DF494BEA}"/>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DAF1CB5-95BB-42B7-8492-D8646465DED5}"/>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5C2FCD1A-0F25-4D77-A226-38E8048C217D}"/>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379B26E4-5647-4098-A8C4-B363487662E5}"/>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160DC8E9-5A6B-4989-9AAF-077C7BBDD2A2}"/>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C6A4494-CBAC-47C7-AC99-8233EF121037}"/>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64C3BF06-3A8E-4120-94A3-5B16C654DE15}"/>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6E122484-4F7C-401F-85FB-A79E82D7854E}"/>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CE7E7E1E-1140-4EFC-AFF1-E1B2DEF2A358}"/>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85B6AD2-EA48-42C0-9FC9-A8F21D0368C1}"/>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E9CEF086-0CAE-44DA-AEEE-DC525BF9D939}"/>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DCA8BA57-BB3C-4C75-8898-095E47C37C63}"/>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4E38FD36-705E-4841-8609-AC330DC3CAA7}"/>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6A6B8D1-F044-4F1C-B671-58199DC1E463}"/>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3A491CE8-C3B5-4245-A2EB-7084721C6CD2}"/>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ACD50999-1AB1-455B-90F7-434FBC351E30}"/>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23481A03-E8EB-420F-9829-3FDC7640A21F}"/>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99B02DA7-4591-41EC-82F5-67096691B3B0}"/>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C1C26FB7-E074-4515-8A44-FB4640A04A9E}"/>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B966A36D-80C9-4A2A-A48D-6CCCC72FC1EF}"/>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D78C513F-BA40-4537-9686-B915C016DA11}"/>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7133956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52A5B0E0-890F-4B7E-87CA-E4C49B14B7E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ED6E437E-08E6-47A0-B71F-61E1229B464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24EF3F9-D588-4664-A22F-50D01F948CA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DA23EAF-7FE3-4737-A0F6-605737B7057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779C2768-983A-478C-871C-62D4CEF7AA0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0CA3424-C860-4392-9BDA-BFB2596874B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62E4747-D17B-4F41-B84A-52E67AFD6E0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348D2F2-FA14-427E-A7CD-2306C8C52A7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8F52FDA-218B-40C4-9071-A0CE2DDD32F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1FF64D8-7709-47B1-8B8F-0BA99A5A097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11D4163-EB14-4DFE-9925-0E7066B2803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69C0A0A-FDB1-49D1-85D2-5300BAFC2FC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0C1DF7E-75A9-4ABB-B91A-D286C2C2C9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78EB33B-33A6-433F-A527-B6B99F03EA2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35FE5F-C0B1-4518-8C17-D6C4C5065FF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5B0FD872-3E8C-4B07-AD7E-BB58F3234D83}"/>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C3FA1CE-919D-4D40-897F-5AB352683178}"/>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67FE62F-2FE5-4A02-8ABC-2BA1648B8A01}"/>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B68BEEA-00FE-45FC-AA17-691A6A48E86F}"/>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5C3EFF8-F579-45FD-8744-0C5D5B467877}"/>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338D355-FAD1-4AF5-A12A-D5C8A60A9742}"/>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FF212666-C6BC-4D4F-957A-A65C1F3FFCCB}"/>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3E8210-4961-48B1-8F84-E2EF04E03FE1}"/>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C59BA790-B012-4BD4-8EE9-70A9B14AB896}"/>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D4B108E0-5B0C-4158-9756-1DE38ADEDD54}"/>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C3DF5851-E98F-4747-ACEB-45C1B8ECB418}"/>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8C9CA19-378A-4A47-B8A3-ACDCB68BF169}"/>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B99CC23E-6FDC-43FD-834F-3FC5F7EBCDC4}"/>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2F2F7C24-B2EC-4FAC-BB5F-500E1E91821D}"/>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26974A71-BB44-47C3-984A-772C29739FFE}"/>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C42BF68-C5D5-4483-9954-332D92D6A584}"/>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105032C6-6E87-4078-A9DA-EEF7850D8340}"/>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0B8497B1-FF8F-431F-95B2-CE656D63D80E}"/>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7A765A30-6329-4DE2-83AD-D134126E06A1}"/>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EDBC211-6ECD-428E-B96C-4D050646B5D1}"/>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EC77F757-5EE6-4FF1-8489-2874D291936D}"/>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0BE12156-C085-4F46-A865-737A2ECC4560}"/>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88DA2A17-38D9-404F-95E3-CA70A37E76F5}"/>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7354A66-1C9C-45BD-92B0-C8DA96F0027E}"/>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BDCEA160-66F7-4F2E-9C3D-66668D12024F}"/>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3BDFB651-6AC4-481E-8F9E-5A5128A38FC5}"/>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E1C7CA90-3250-4FC1-8962-74E73867C1FC}"/>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C4DBA4C7-AB1D-4BD9-ADB7-5807F48C9738}"/>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71F5BDB6-F6E7-4CF0-903C-028BDC947E67}"/>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B471B649-88F5-4CC7-8835-513BFF1F282C}"/>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208CC570-7FD5-4F36-9F9C-394560D4FDDB}"/>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7FEDF0A-90AF-4555-A71E-520F9A8093FA}"/>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54C469B7-7AC4-446F-B4A0-37CF488D6D0F}"/>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EDC8B951-F5CE-4979-B58E-F3A81F19DBCA}"/>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C9D05C1B-7312-4593-8A77-4B7339297CBC}"/>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CACE1FE0-3E88-408B-84C7-05D6AD2AF73D}"/>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97B4EB6F-D09E-4F8D-84AE-0CBC0696906F}"/>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A9A29BEB-35DC-4129-BA09-1D99702CFB0A}"/>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DBEE9EE5-7288-402C-AB60-079DC673F929}"/>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55984630-392A-4382-9A22-291A331D107F}"/>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685CFE1C-EC6F-4803-8D4D-5E53D1FA5E37}"/>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B17BE014-FBED-410A-8E9C-345869B6E731}"/>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B9714797-ECCC-4792-B16A-949FDA1AEA42}"/>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5D1B9ACD-FD07-45DE-8EB3-E16F95DD1B85}"/>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263785A4-9871-4496-AB91-06575B28B3D7}"/>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9C3431DA-F94B-4A8E-A5F3-141624CB7FAF}"/>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55B3BF0E-73AE-4D23-A6D1-3F2DDD8CEE4D}"/>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8F864AB5-D31A-4015-8397-14597F307CDA}"/>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C25EE75E-66C7-417A-846B-53E87EE5C81E}"/>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5818EC9E-4A9B-4242-BC93-54A6727DBB71}"/>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6492924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E64260C9-5D9C-4F5B-9DB8-0DA72E4ED8F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657C4C26-56F4-4CD5-A29D-AD25A8CD5D2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19C0B35-B88A-4220-95BF-38F60B94F08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BD0CFD-AF52-4ACF-9B05-7B085FF256B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D747705E-662B-482D-A9D6-BED77C9399B6}"/>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FC1E4E3-0812-4DDA-B768-0A8AB488A0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5FE7823-B55F-4656-B86A-0DF8B548C6B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06B6AA7-1B4B-412B-B620-99A97F10F8C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B4BC373-D0B8-4C3D-9EC0-17F7AE5A015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B77292-606B-43D9-B94D-D8D6DB3B2BF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6B7EAC5-2D69-4F91-B9C0-25C2B30B734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CE21102-4E5D-4E3D-A9D1-2465616929D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5C73260-0C5B-49FB-A650-62C541C9E39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2980378-67F6-4D5E-9A7F-360109C4D75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181A22D-6B7A-4670-B7E7-644A37516DE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EFE0BB08-2158-47DA-99CC-D44EF1A2F054}"/>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661EC1BE-6237-4E88-99FB-D93C206AE86E}"/>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6F4A6460-BB82-4148-9070-112EE099AECD}"/>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F75AB67-545B-4E35-8F39-1EA9912EE5F3}"/>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731417F4-CC9F-4216-B91C-F31C6DA07923}"/>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6F2D7E4A-6ADE-4FCE-8EE7-224E79247117}"/>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C040E7BE-0065-4AA4-B2E0-01BAEC14E9DB}"/>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90022F31-49B4-4405-801A-1E5B5B6AABCF}"/>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217EC5A6-2269-48C5-87F3-B1AB047C4E8C}"/>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596F38F7-5E36-4FA6-898D-3684F5A3B84B}"/>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C53724DE-9B0C-4FD0-8946-C645EB6FD805}"/>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082374D1-93BC-4EB8-8018-515C6900461E}"/>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7ED89A0C-5A80-4D70-9869-ED4604F40CE3}"/>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249C37BE-E65E-4A8E-B975-3D71708AAF0A}"/>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702A4BAF-20B2-44F1-B11F-79C783CD6C13}"/>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EF2594CB-9A7C-43E4-BED6-25622EFF38E4}"/>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B79B2673-29E7-4F0E-AAAC-6A90E33DE599}"/>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87D8F6E1-30DD-4B42-B0E9-3D0FE7F1B3B3}"/>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B7E2279C-5AB8-4F4D-9453-8445983F79FD}"/>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4B41A0D1-B576-46F8-8AFB-0CCC94ACF7ED}"/>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20070817-DF7F-4758-9381-43A8A733F71D}"/>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9113E2FB-85C8-4217-9F42-11775D7C5922}"/>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2B4303D7-9E9F-4EA1-BFC8-01005E024C8C}"/>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C402CF23-9CC1-4D6F-9E30-9376D870EA50}"/>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92E2806A-191E-4BDC-9AAF-D92AE3D24B4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BD979A5E-6A2B-4DA1-B440-17628A5A678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2270976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E201D8BC-9888-408F-BB3D-CCD3DD7E14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AE993D53-E805-492B-9AE7-5A3705B63C3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A68882A-C029-4F35-8F8F-2EC62C0E7BC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495424-F75A-4E01-B971-44732A2C4D1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E58CF715-161F-49EF-96C4-85796F1B342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3A49D89-C966-4B93-BB2C-321952E8717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BBDF555-58D2-41C3-AF5C-A8C2A358DFE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373704A-FF7D-49EA-8E83-4977D0FEA4E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850739D-87F0-4A85-BF15-1E3E034DB55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98D2DC5-B66E-4865-8AD9-58915FF62E0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55F5848-E500-4A56-8CC8-EEC5A3F8EB4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9F022D1-C9DA-4B3F-A8EB-E5A56E6DCA8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3CB449F-4C86-497E-961A-7BEEDBE8241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81E92E4-2B9C-4557-AD37-4140691F8D2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23ACB4A-B877-437C-BB17-A0290647196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24FF8300-CAD0-4322-857A-4818F5F3D692}"/>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2133D12D-483A-45AF-9E24-7E56F0CFFC32}"/>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5FC04C65-E67D-4A88-A592-F6FFB4C2600A}"/>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7C3DFC38-F6D6-456F-8AB2-CE5B09E068B4}"/>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CAAB8A3-42EF-471F-A3EB-71F7DEA2E8A6}"/>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1CA4427E-B54E-41F9-8322-2261DE687CB8}"/>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65AD68E3-E568-468C-B47B-310142E89043}"/>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BC21CE12-9CEF-4D9C-AA7B-D7AE4EEE8685}"/>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4E8B831-6C2C-4FA2-B4B8-3691183C578D}"/>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0A1B952E-D1DB-4186-8165-AE647485236C}"/>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3273256-ADD7-4ACC-A8BD-EBDCB3701F94}"/>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819912BC-14B1-4BDE-AE05-1A2C662872D7}"/>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52563A4-9155-471D-943D-FB0552CF8138}"/>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C96A3BA6-D61F-42A5-937B-45F5C823F9DA}"/>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8403131-62E3-4F50-9FFA-0E468E88180C}"/>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C98EFDEC-C8AA-4D16-B24E-369EC95B6852}"/>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731205B-F514-4E67-83F2-96AAB5E5CAC4}"/>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569610C9-B010-440D-B91C-CB777DAAEA7F}"/>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FA4F749A-3A69-46F7-85D7-EC633F500D8B}"/>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1D53D667-DB38-49F6-AF8C-56F7ECC18A62}"/>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E056393B-648D-4E61-9809-5D883F87AC79}"/>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27C33345-974E-45A3-A868-3883DAA8D1A8}"/>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C516C3F-4DC6-409E-B79A-0CFF0214CFBF}"/>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FB5BDA9D-77F3-4B8A-A1CB-5A02C45954B6}"/>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CA41FC53-4B1B-4C58-89BD-FF99DE9C5355}"/>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B8C8B200-E6D4-4F13-937A-1829ECB924DA}"/>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D9CD40E2-DEF5-4122-9BA8-DED62A77DF48}"/>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C70D68F5-0FA3-47DF-8CC4-21A4CDDBE50A}"/>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10819925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FDE16EA5-18D4-4643-BECA-27737AAF777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6ED75AF3-C759-4BC3-9CA6-972E0DA977F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2B047F5-C49F-4B1E-86AE-B61D4E7A2DE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1FBF8D3-6529-47B1-A993-28BD7B04D9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F62D988A-BE81-4441-A7F1-118023D4342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17B2444-EBA5-40B1-8BB2-6E3D5F691CC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9E4C6DD-3A70-4B16-ACAF-5750A7F62C3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5932E3-B9ED-401F-AC9E-7028255D3F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60BE915-97BC-4E36-98CD-7B0138DD8F2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6692B2-5BF9-4481-AC77-742A212A016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39A1BBA-D37F-48F4-B297-9E86C799A1E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6319839-0E12-4418-95EA-23D964C2A8B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DCA7EBF-31A6-4716-B404-F5E3D28ABCB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DB7026-6D5B-4F84-874C-9D8B33F6B35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6A47679-FA9B-4BA6-970F-8109DB0BE47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108B81F1-424F-495A-B7DC-38AF948C5CC3}"/>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9B294289-F4D5-4141-AD78-743F52B1BB80}"/>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0B03F6-5302-4E97-A2B2-8ADA7227D1D5}"/>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A7EC655-A7B1-4E0A-9D68-A478EC72D24F}"/>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0924026-F5AB-4442-8EFA-B6236716C2BC}"/>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796F1F0B-7F16-44A2-A4E5-061AE144623A}"/>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B15AAACD-6F32-4533-A5CD-5347E878ED92}"/>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7E156CD0-CBD7-44D7-8D5F-0699C05ADDD7}"/>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9500CA98-092C-4838-A093-D74AE3C65ECC}"/>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62060004-04EB-4B20-B016-610DC2BDE318}"/>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783E8307-EC4A-46F8-B07D-B98D35172A7B}"/>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5797B634-E1CE-4200-91EF-657621DA7663}"/>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ACE08A33-7885-47E5-96B3-2B58D2985521}"/>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08835993-E0AB-454F-96A7-278E94FDB3D9}"/>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325CB530-4E06-4B5C-A3A4-32C32D905642}"/>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14A06DD6-6BDF-4700-8E4F-9D05E1F66A25}"/>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7235656D-0110-4529-8B27-646956482605}"/>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867F3122-BA10-41D4-93E5-6D54F04BECE0}"/>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F970285A-756F-4E5B-9FE8-2C360BF58660}"/>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85B4024-965E-440D-B079-B19994C87AA6}"/>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BB4A89CC-EC99-4207-86C6-9A6270BB89CA}"/>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9BAA7E0A-9703-4379-9E65-27FA285BCE02}"/>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43563614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7B1F8A0-495C-4BE3-8AE1-A9EE8C077D3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0231502E-D2AE-46A3-BFE1-B3E5381582F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2B54048-59BC-419F-A3E2-8BC2992577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E1EE18-6EF9-478C-8A73-564C13C36BC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2F781765-4C3B-4799-9827-BBD5192E744D}"/>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83B2563-D08A-49C1-9F4D-4290146131B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D1F611F-3C45-495C-A3BA-9D22D50953D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6048113-5DD6-4057-910F-DA4012BBA4A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62CC766-3165-45BF-83F9-7D7EB6BE3F6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B08C90E-ED62-46B2-9073-0D83CB7C0C5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D9E0496-3D9D-42A8-9F87-410015CBEB9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5E2439-AF86-476C-8B60-6E152584648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EFBDA4E-54B1-45F3-BA66-AB14ECEB4B9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6F7394-6C02-43B9-8C7C-8A8CB81E5BD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738A66A-C2CB-45BC-A8A7-53B4D749FCF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48F31A6D-2507-4696-B18F-ED11D35492F5}"/>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D0FCBF-145F-4538-A208-3F373AB56C50}"/>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4C5E6ED2-A109-4F37-B2CA-2C4B9D72B34D}"/>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2F37C2F-2D16-40B2-975B-FB94B3AA1F60}"/>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E191413A-3170-4CC4-A1B2-057D3DCE8EBF}"/>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BB9A6D41-6D98-483B-B251-508A5F3C6E5E}"/>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D1483336-092C-44FC-9007-5D028D560F02}"/>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912AD3F0-A046-4DE3-94EB-DDBE502160C8}"/>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DCC9401C-7A1C-40F1-99DA-D9F36E286EF9}"/>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7F6233F9-29EB-4621-92BE-15FB36D90A6D}"/>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C1880833-FAAA-4EDE-9142-C866E2E33C35}"/>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8F89B2F9-9D7A-4E32-9E59-82A7D3CBEDB3}"/>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5E9DDC92-7E99-490A-8C65-2E30E1D468CC}"/>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7BA5E2F2-3F47-4AA2-9505-D39B99E0BC4F}"/>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8BBCAB4E-C973-4E59-ADFC-FDA94156248B}"/>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99C767B8-816A-432A-B9E9-4A12316ADC4D}"/>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4E6FDEF0-15F8-41A6-BE4B-0CDF4A26FF53}"/>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387C6F3-CF07-446E-A9F8-4278444B13EF}"/>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92010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DAC3CB26-429A-450F-908C-9E6D818A82E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C0301395-E103-4BB0-9416-0C8A909B082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2A3605D7-8A11-49DB-A8A8-D48FECAD657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0AB34F0-5BE1-4340-BAF9-C0AA5F58504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F2AB61E7-4B61-4F4B-82AB-C7EC5F8D64A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BFC946E-9C29-42B0-9BF3-A164B261627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70D616C-CF6E-47AB-A71D-1ED594033DC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49339E5-ECE3-4EBC-8AB1-721F2BF9065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A61F88-228A-4B8D-A6AA-6DB5131E0CC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3913C8B-A11B-448C-B626-73605ACDC2A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FE4F46-1D9D-439F-A88D-AA47C79F09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6E8B6EF-AD30-457A-A1C0-7C1BFF6DF1D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EEF05B2-0CBA-48F3-AF22-1F5C348A636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53CC5B7-4AB2-4D68-B3F8-34E2A3BE3DA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EA07F29-15EB-4BB6-99D9-AB4C642B1C8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EAE576B7-AF64-4A06-9A23-1EDFEE52B9E0}"/>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9CC5B175-789A-4606-93A8-E18A147E759A}"/>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210F55F1-2E4D-4E62-AB9F-59EB3D937F84}"/>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6F4182BB-A37A-47DD-AB7A-62835CCD7DD5}"/>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E0ED286-3EBF-4F69-A4D4-887CEA1F9834}"/>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2E14FDE3-360D-4D4B-80C1-6718F551A358}"/>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F4E7FA0-C002-4F52-8CCB-9BDA8E80BFB5}"/>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0C467338-25EA-4835-8696-D5FDD38C1377}"/>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1838BC1-6931-4767-8EFF-CE1AE9A4C8A2}"/>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50A4FBCB-1700-46BF-B164-FDE35C6E6681}"/>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CF3D1B54-6CB2-4073-8FDD-8499FD67B8E6}"/>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B7B42470-1A90-4C1A-A0F1-D434B54C598A}"/>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A0C4BBD-1ABB-494F-9E1D-79AB6EC60FCC}"/>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5890DF60-6E61-4FC4-9135-36D41C1E8F19}"/>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A24BEBA-5DFA-4B69-838B-2839E7F5980B}"/>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DAC5F590-3040-4145-B0ED-C9913A69C399}"/>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347F719-4C56-4A51-BCF9-BEA3EDF57E55}"/>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1FB93AE2-B7EB-4067-8EB6-7C6E3F45D3F5}"/>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288FB8BC-69DA-41C3-BD08-8DFDC1105780}"/>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D8CAE420-B8D4-4BA3-82FC-E45DD8115408}"/>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40F4FB1D-67A7-4F15-B519-2C8D51C431BE}"/>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81FCAB0B-2924-4EC4-B6C6-8F5A7A9E64B8}"/>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54BD8986-2564-48C7-8578-4866D1BD82C3}"/>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B7D88520-24D0-4A56-B122-C799DDCD761C}"/>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FDD2636D-C423-454E-8403-83C7DB300F39}"/>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473EFF1F-8516-4B0E-AA41-FA5CCF49BAEB}"/>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727C6F78-A929-4208-8CAC-08C2742F59F1}"/>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411165F5-F3FA-4CC7-8284-3CCF8F15C3BA}"/>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A5389444-C333-47AB-808F-87430956BB4B}"/>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E1027558-C23A-4139-8265-C5290C6E876A}"/>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3713D0B4-62A0-4846-A839-29A2FE9DDE8A}"/>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C73DECA-96F6-47E6-BD15-D728BF9A3C57}"/>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87C4970D-4B62-4F7D-943E-2E861497D880}"/>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4981323B-1A56-45FF-95E9-75F28DF0CE2F}"/>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821CF0D-A24A-4E2C-8B13-266C153B6910}"/>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4ECD9D92-6501-4F9D-8B18-1780D173B412}"/>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5B2CC69C-C537-4951-8508-7953400DB88E}"/>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3B30CCE9-CB35-4D0B-A6EC-DAFF58B58A78}"/>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73DAB26F-D8F0-4167-9716-49A4FF475C64}"/>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197DDEC9-BEEF-4066-9BFD-9244E235A029}"/>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349397A-63C3-4CC7-A35E-8E7F0F46D938}"/>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54352907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B1BF685-32D2-4A2F-BCBA-BBFAB78FE394}"/>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2B860179-1708-45B5-87F9-FEBA0A06338F}"/>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7243B032-4B5B-48E5-8291-5E47B5C072AC}"/>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76EC9F-0EA0-4C38-BB82-4A174B93B3A5}"/>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B5057E00-2C9F-419A-AC06-C790D5170A7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A95866-E36B-4C8D-B853-179457EAB70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8DFDF7D-DE86-428D-9D3A-96B5D110B4B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7AC2858-98CA-4B3A-9670-55C98B449C1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9D6E89A-B784-4F3A-BC89-AF13588B671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26185F7-4FE2-4783-9FD9-D4076312456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39DC07A-2998-44DD-90DC-5E8A2B90CFA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A27D6B-AC27-4575-A520-5630ABE607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F25717A-0F22-4553-888F-452360D1D4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69EF4A-A96E-43B5-9304-FEC5597904D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8438318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FFF0597E-54C2-48F4-8EB4-3E274025F9A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2D090A69-4242-4FE8-8C98-4072C8B39B1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9A6B298F-0A28-43B3-93E9-4220D2506B1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AFCD84-ABBB-4DD7-A993-F4CFE5BF87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5314020C-8EB2-4F9F-B2AF-DF82455E608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77D9654-3E25-4900-A649-DBD2E486D94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4D2B2EC-BC41-4CA6-B96F-35F9FF33EC9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EA2D87-C9A8-495A-9A0A-B32FAC2D249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6FBF9AD-EA72-417C-BEBA-BD8CAF9F5A9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CAC881-9247-450E-913E-3FA76E8D32F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7D8EF46-CBEA-43B2-B95B-65B76B780A7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194C0E-3975-4B50-B971-02484DF6E0B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C411E00-AA49-4007-9FB3-384D010C99B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58210CC-23A3-414E-8F1A-2446603C064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7E0385C-062D-44D8-9F53-B98ABCE46A5A}"/>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C86ECE23-8AAF-4845-AF46-A20C1ADEF8E8}"/>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2D1C6EA3-2585-4A5E-B837-F998071185A0}"/>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DD98639F-CADC-4E96-9641-918EB8563516}"/>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FB093520-4A98-4D0F-A5A9-CFE6EAF3FEAB}"/>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9E75394-2A53-4C18-9813-E0345B1E82E6}"/>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352879A-A70C-40EA-96F0-8D1E0699C422}"/>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E2D8E601-8B4D-4170-933B-D8541407F0A7}"/>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E9A20CC8-C3DD-443D-8056-8595F55F81D0}"/>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8052BE99-2887-447C-A8C3-B6EC6991C6CF}"/>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358B9739-020E-4C5C-A9E4-42D1F86F2515}"/>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2EB8B8F-6BFF-46EE-93A4-18116A352FC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08BF17A-6F49-41DA-A48A-953876292F3A}"/>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82995575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278C7B1D-0A1F-485A-AC20-AB79DF5E00B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8E630B7F-F145-4FB5-B65A-CEB14F75FD3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7594F363-FEF4-4440-8075-65A3D2616B0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6E6904-84B7-43B4-B09E-5BB5DA5D323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97A0003C-5312-4539-AF38-1CC6BD65BFF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D0FA06-2B59-4F68-94C5-F1E1F891725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8F30DB9-A05B-4FCB-B6E1-F25C2EE541C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B572A74-2182-42AC-B732-1DA41354AA2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CCC4CD-D0B8-4097-A75C-D173DA1CA52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8477061-77BD-41B6-8C1D-1A58A4095D3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8A77CB1-99FE-4411-A692-DC00C970525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43011C-D5DC-433A-9062-50088E4D210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5B5C0E6-74CC-4899-A95F-E7C2425756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379405-9082-4872-8BD4-BC78F1455BB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48668E7-7832-4827-A4ED-3C02BE4EB5B6}"/>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499892AA-EDF4-41A8-B95D-FF62D3451B66}"/>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AEBF0AB2-CE41-4546-B824-E4E33081485D}"/>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43A4A3DA-E4F3-426D-947F-93B6C9A624E0}"/>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948DA9D4-4272-4750-B96F-CD9BA0A517CD}"/>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2937CC7-7686-42CB-95E7-42A9BEB11FBD}"/>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0CAA706-04B3-4680-9C50-64E4D14E0347}"/>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4F0850AA-89EB-4341-AA7E-F691E61173D4}"/>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834D2522-898C-43D7-8DC2-7D5C6B2701E8}"/>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CD7710B6-6BD6-4C8B-BBDE-D285A9410165}"/>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EEF24C8C-7489-4B86-88E1-69BCD5266033}"/>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C17CBF2-80C4-4167-B979-CCA27D1836AE}"/>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CA67E95-07AA-40C6-AF85-D44B316D876A}"/>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7E04236E-83BF-428D-8084-63A0E416CD93}"/>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58387CDC-23B2-479B-BB2E-E75B49C5FCC9}"/>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9A593545-D7F2-46F7-80A3-6FC038648CCA}"/>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1D4DAB20-34C7-459A-B0F8-85B7C8B42CCA}"/>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5F4ECDB-5A97-4AAD-BBB6-242077A6EB19}"/>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0AA6ADB-9FA6-4FAE-8518-A63750339B50}"/>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29BF2790-E9DD-43EE-92D6-BBB47E183FFC}"/>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EAEBC08E-982F-414C-B20C-CF21FEBB1C9C}"/>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26FEC34F-22B4-403F-96E5-61199B3D50B0}"/>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302199B5-C2FF-4F9F-AB3A-0AB1D86A0A53}"/>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5D7FF25-3394-472F-A4B3-6CE51E590C4A}"/>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3902C69A-80DA-4629-BA27-9A422CE4FA63}"/>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49780144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8E338E0-7D98-4624-A6BD-586243F4673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AFF472AB-D3CE-4FB9-A80E-A37130A8CE3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84B6F811-003B-492B-99BC-A949E0E2B18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60D6A6-195F-4D2D-B42A-CF63A5839B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40F8E236-CAF5-4C1A-BB0A-A245BAF8B89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67B28FB-6597-4109-B0FD-5F4F3FB1123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DB73FB6-7F71-4040-84A6-8AA832094D3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8BC38A-B2BF-4944-A545-7DB2E9025F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E564D6C-C4E9-46C0-8732-E0338FC863C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DB9503-AE25-41BD-9F97-9E632C1624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2B6646A-044C-470A-B6F7-C30C345B9F2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C69133-AB2D-4EC2-BC2E-34F997A3859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3028A1F-DE7D-40E7-B852-2B121E09211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011D551-AD41-4B6D-BD12-AEDB61AA0E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0A9FB04-9D68-4F82-8DDF-A63C3C60448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A16EEE55-4967-4831-9D63-9884B6F42E7D}"/>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F62CDE67-3413-4E0C-A255-0965FB04EB35}"/>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6899B092-C43A-4DD8-A4BC-43DD846F08EA}"/>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B229269-4161-4D53-A723-4BA43367B025}"/>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2E4CD73F-6123-40E3-A8DA-DDDE356F3308}"/>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7E1C2AE0-E3A2-4113-AA46-01E97BEFC5EF}"/>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03BC0ECD-3608-4B98-AFA8-DFA7EB63C58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3E9FF1E-2489-4C85-86AF-8272147DBD1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2294612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4684A0B-1862-445B-B538-F81FCB7B770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BBD3D568-994B-454C-A58E-398E2594A68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E8CFAA5F-422E-4A5D-841F-691061C125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100A71-E8B6-439D-BBF0-5EA96B10EC8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72CB9039-C54F-46CF-81C5-B130AC929D5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2B0AA1F-C701-4E2B-9083-956052A1D5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331BA0-958D-4CAD-A2D0-61267BE768E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7C78CB-303A-457C-A4A6-4D4B624CD18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6982218-D8A6-414B-8CA2-CF604C2DAE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8291D1-A19C-4C3D-91DA-685E2A28490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97AC039-1880-49D4-8787-AEA06063245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E70BB2-14EE-415D-9704-C4D78C3AEE1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33815AA-2A3E-43B9-AC91-B6A5115EE16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4E95CDA-91E7-4167-B4CE-5F491119648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6772E0D-5002-4C3B-AEE6-C566B5CDA1B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21311132-3591-4834-A85F-63BADB0212C2}"/>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D671049F-B412-4CA6-91A4-33C119230D33}"/>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63FF3D5D-ADD0-42C1-BEAB-36CBF2BECB2F}"/>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D0DC724F-8DD1-42C0-9F90-8C2E541A6D02}"/>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F073E36B-E7C7-4955-8FF4-B6670EF1D66E}"/>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7918A231-F413-46C8-BB95-6C7F7AAA8865}"/>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BBD017B8-DDBE-4554-A296-F4E5CC9D034F}"/>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08229180-B0AF-4EA1-8ABE-080D339903BB}"/>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C0742472-9E48-46B0-8A76-C7692BF2B0CF}"/>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DA629FB9-4BF3-41D9-B93C-F1FE52CF100A}"/>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E9945B1-543F-4246-90B2-6D56EB9DB546}"/>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24261317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8FB4CFE-804F-4D75-9A33-F789A961745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094BDDF0-2368-41A5-87B5-11994364D16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FE8EC4F3-0679-4FD4-A6B7-A9E66FB4D82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A0E764-7C2A-4E96-8564-478BB78592B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2C61F403-E905-4084-9F4C-79FF0E3931B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5CEE90-2347-4F75-8C3C-3496921F15C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675C4B6-4238-40D5-BF48-29491D01577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D3FE4BB-745D-4528-A315-9F098E1ADAE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3680978-501F-40EB-989D-2DB6EFAFD08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D2047D-EDEA-46D1-AFFC-5B6EBCF1781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7A58AE-6118-4D56-86E0-28884ABA3EC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95864E8-418B-43AF-A966-00D86EF848C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E38FC51-30E3-45FF-B121-79EB66F8B78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7DFF1E-DA94-4293-B538-748B493C87B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7241F71-5B3E-4B6B-BB88-78B476885522}"/>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DF32B190-12F3-4B9D-87C0-2712F5C257B5}"/>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EF6FAC77-1156-44FB-9988-085BF55ECE35}"/>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44FFE75-36DA-4D8B-B669-1898B3C2CAE6}"/>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B2050626-F572-4DC9-8CF5-DBC30F917F74}"/>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38E75EC4-4EB7-4B69-9D77-49752F2C7BEF}"/>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DC5C87D-69C0-441C-BEE3-936930B33C4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160B13D4-65C1-4FA1-9498-08C151ED1D47}"/>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020DA9E7-0343-4D40-BD32-A4CA1695A870}"/>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FBFBBB0-C817-4747-A392-B2B7B2C1A2A0}"/>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E04968C8-BD87-4CB9-B5FA-8029FE329F54}"/>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01C5C6F3-B50D-4EEC-B2D8-07912F240393}"/>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3F5BC77-A85F-4AE0-B325-7E2EB7922A0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336145E-D92E-4EF2-9620-453C3B4E943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73659425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393E332-664E-4767-B5F6-207EEC7FB60D}"/>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9D6A76EA-9377-4A60-9FEB-24FB23249AAB}"/>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3FBCD13B-84D3-4915-97E8-CB0337A90DFE}"/>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1BBAE17-D86D-4677-8B54-94D80CB39D46}"/>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AAE4A69A-2251-40F9-AFD6-079F9D42E035}"/>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10654DD9-6E02-4CCE-A5BC-189596723922}"/>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4B1ACC88-4B06-44E5-827B-73319714BC1B}"/>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2C0FF012-9A91-46D4-969D-C527E2BC9152}"/>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F7038CD-5455-4056-BD91-831CD553AECA}"/>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6E4E66B9-A081-471C-98E0-1A3B25572950}"/>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B4925D38-5980-4A89-9C8A-2342850EC6F3}"/>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011E79D3-EA58-46AE-90BC-6AFA4749BA4D}"/>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49039C73-BD72-47A7-9EB4-2F344170FC6B}"/>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5B50276F-BE93-48DB-A6A8-94620215AAC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88A66141-DE4E-4D20-99B4-CCFA0E637230}"/>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B9C14D3B-4F25-4A7D-8CD6-6BC520259AAD}"/>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38D0AC35-CA49-4CFC-B230-77D06BCE5A82}"/>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A3DDA6FC-2983-411F-A548-8535F099A4FB}"/>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753E8EBC-32C8-4D31-BCD5-3BF35210278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0522E7CF-DD98-4C93-AA21-7392AE58BD1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8372400-4777-4B28-8B84-AE198CB76B2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754E2212-89E2-40C3-95C8-4383D17D156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E6209F7-60C2-4ABD-8284-6FFEA6A9338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F8BE13A4-9F8F-4DF3-B480-2CFB1EC8144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82982BC-0CE7-423E-8807-0CC3284072A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B9F45A95-1C8B-4190-9F04-981A4724ECD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5E6C203-F0F3-4075-947C-9515BFFD362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8D95C8DB-3863-4C6C-90CB-B1711A59BC5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367E60F-A177-4A48-B1A6-D07F00430C4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AB04A628-BEBC-43E9-BDFA-96821C7840A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C3D4C4F-1D95-46C2-BB24-E4367EB2234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0972982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0BD9C46-F20B-41A0-AAC7-74A198EA388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3BA01B0C-9D1C-4DD5-B275-6868B5D0B08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4DBCC732-58E9-4D52-8D48-F54EC6E8285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5A01957-BAE2-4758-8CCD-AC9778DACA4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C8EC2FAD-C36C-4831-865C-538C3973A62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0721CCA-1622-4A22-8076-38A22109CC1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27E84B0-D96B-4199-8B22-A3DF6EB3A6B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D853175-EDDE-4814-8902-04F79560A18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BC886E8-9037-4C88-A2B5-3ABAE678BB7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03BEDC0-8D05-41B3-BFD5-E3B849CD8C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FB5BA4B-F089-4740-9CEB-4183CC31732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1325134-8D36-4D63-A78E-FA5FC81B61D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7341A35-1847-4DFE-8F51-20FE3145C36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4E565B3-C5E4-4910-8C49-42F9AE5C67B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FC34C5E-0B6D-4FB5-83BD-5F5A9E05FDE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878DEBDC-1500-4C2B-BDE3-26B1DBA2AB3D}"/>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7056D099-89C2-4A30-B72A-E74887D03B31}"/>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2473CABF-E436-4045-927A-9073B5FDF0AF}"/>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94F45E21-2B8D-445F-A7B3-B4E741E1298F}"/>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0B555BB-5726-4474-A2C4-E17E2BFC701B}"/>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A16AD573-C759-4E44-AB6D-78DBF85BD8F3}"/>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315011F9-A12F-48FF-A92E-87B2A0AA91F4}"/>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EB32C0F-EAE8-4EE2-8C65-79F32F77E6E7}"/>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9DF38CD6-C172-45EA-B0F0-52F3A0A02EA6}"/>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91EEA1AE-4268-4A41-BADC-3F45E1C86F57}"/>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D686F51-AF68-41AE-9D2A-7FD3C79B917B}"/>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97036461-4D67-4FEC-B150-39453989ED0B}"/>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4522B1-4D0D-478E-94D2-F4741853A8D5}"/>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B842E48-5A57-4BC2-9496-2971C5D5AA1B}"/>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43397005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75B260F-1C63-4966-A349-4327CEA264F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27CEA0A7-EDE7-4A51-8890-E2B8ACFD446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58243478-57F6-421D-8C32-FDD05AB0B8F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5D8AC8-1492-4574-A1AF-8CC09668F65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F9B6CDF6-37A0-4E65-A6B7-951706B0A31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BEAB9B3-2125-4763-A999-27575BE07DE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DDDB797-E02E-40B7-BC5D-72B9BF1280B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D2CB98C-7510-4C43-B1F7-62D02CE6E08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5F99B57-772A-4CDF-AEA0-AAF642C439A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6665EC5-7FE1-47B3-8A1A-34758981E68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206AE31-CA27-4F03-8EFD-63EC6E03482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365A401-2564-4815-A483-32478E8D0B0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39EC233-96E8-4E45-9A44-C00C2255E85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56C40E-1E33-4F98-8411-F8A81186E59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DF3986D-AB66-4DE7-85EE-A775B7E2DE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57E34E97-DFEF-4928-BF47-21EEEBF7A591}"/>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2682732F-8F7B-4420-BE45-346550BBF25F}"/>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BC56EFD8-1DC3-4176-8ADA-27A0609906BB}"/>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A3E8E74-8310-458D-8328-576C3ABD9151}"/>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0F887F79-4A26-436B-AECD-C725C1D2F4BF}"/>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4B4A574F-36E9-4504-9A08-F6FB593829A2}"/>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3B36555-A534-4BEC-96E3-B2796E70A136}"/>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DFA1476B-1E07-4BB2-AABB-D4EB00A4E219}"/>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CAEBCEA0-F69A-4923-994E-AAE18BB9E8F9}"/>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C8DD7D1-2728-4E9B-897C-F2BBCBA1E3F5}"/>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08301217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52EDEED-DA61-4AC5-83D7-D2AF7EF8F13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468D9C12-12B9-4026-A6D5-40CB0D41131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22FA6E67-D7F3-4BD9-8A8D-F9373ACC519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DC7814-D685-4EEC-AEF5-97FB6AE421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D7D73377-70DC-496C-890C-2655F7C5D67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475ED5-2B28-4CCA-9B60-AF4163727D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C69106F-FFF9-4522-B975-30654E98CE0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1CAF918-65CE-4B0E-B17D-96F0DF8A65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2A8865B-E7E0-4B50-BE49-A18670FE3B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096AB0-5E09-4C7E-861F-39794C4B83F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D2DA07C-3ADF-47FA-A696-D82E87FC61F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4CCED30-FE60-4D30-B42A-E88836A43D2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8CD9A89-CD49-403D-B54B-0763F9FB531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089008C-5C7A-4749-B53B-EDC2AEF0CB4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D348FED-71E8-4661-9163-11C6D5D856F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5B3D0055-D1AA-431A-9D91-FD65CAEA8DEF}"/>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2E371E8C-A86E-40D3-AA7A-5DA084B77DC5}"/>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20C7DBB2-E3D3-433C-A525-A808B5AD19BE}"/>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0574C5B-B545-483E-B497-80510A47A091}"/>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B40705A0-7A06-40A2-B3FB-7D970E4CF469}"/>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D82D1EFA-689E-4591-9709-0C60BCF046AB}"/>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81860DE-336C-43A5-851D-2C349CE68122}"/>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211969287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0ACFF95-544B-4CBB-9BC6-62BFF17C68A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FEC918F1-FC6E-41E9-8AD9-32EFDCDA931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02A9469F-6300-458E-BE71-FCCA79795FF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1EB645-0319-472A-872D-B7BF7E69548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B50A0979-1707-4293-96F7-F3F7DE9CF08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76BD74-02C7-4D97-BF60-A729B62F250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42EA766-23D8-4312-B7FC-9FC81F678F8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A533A07-8BEB-4950-BF50-6F4F4537B62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C075203-4C0C-4BFA-9523-BF8396578A5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49E5A43-B7C5-4E8E-B69D-D25E1EC59AF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5A916A6-D0C9-4E06-BD1A-6BBA002F7C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38C95C9-DD2C-4B6D-B840-980B00B220E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974EB66-4028-4EB2-B516-7522E0D3F23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1D9208-6A4D-48EE-A9E7-89FB4B395E2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35DB45F-9ED1-4C29-9D9B-3835F7807667}"/>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8F61953A-7E2F-4551-89B8-CCBF8DC879F4}"/>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6541D93D-173A-4482-AB09-30041F7E7B95}"/>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C42BC031-69A0-42EE-A84B-86B3C521F7A2}"/>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A74E07E-F17D-45E8-8681-7C1F6C217309}"/>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0F593E43-AA03-4218-9BFE-E91E49774E84}"/>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ED354145-CA72-46D0-941D-AD85FD8F5071}"/>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443AF13B-1881-4435-9FBD-D63355F607F7}"/>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12BEC94-5D96-41BE-A729-E308107EA915}"/>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16B66041-E406-4226-9007-CA016CBD4620}"/>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F2062879-EB9C-4E7D-9654-858FC46B61AD}"/>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94475CBE-656B-4D29-BC41-701CB016F15A}"/>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D9AAB00-4BD8-419E-B4B4-6B5375D01783}"/>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D8FF04F5-6CB8-45A2-A4F0-951549CB1522}"/>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9C226375-14CA-4CFF-9741-0AF505E5F114}"/>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553885BE-A9EE-4A5E-9922-FD0D800CCD78}"/>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D254EE0-BDBE-4B02-A17C-D587F5F6E53E}"/>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D41AAA0-05D8-4AC1-A97F-EBD4DE912C01}"/>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21026561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BC2098D-4C48-40C6-A17A-D227975EA6D5}"/>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58F1666B-2DF5-4829-BB02-AB7794ACB1E1}"/>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151A0FA1-1F75-4030-8895-0FA05320EEEA}"/>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7E36C44-7FDB-4118-841D-D1A763CFE09C}"/>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FBA658B7-4B9E-49E3-9A20-C5CA6232D12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096DD7E-A929-429C-994A-F872DEA6511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25728D2-9DC5-4941-AD42-BA2FFBE1BEF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BFD0925-7BFE-438D-A385-30ACD89498A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D95A7BB-3A63-4E5C-9F52-C0D436D59D4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C2EEDCF-2995-4C5F-9C54-69AE03B98D0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FE97138-309E-4CEF-BBC9-DB58501277C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A264DE-E7F7-4C34-BE38-9D08715D220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109B122-855C-4730-B47F-BF1C4D47D8A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9DA70AA-A5E4-47AA-BE6F-55492AF377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270128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E0BE0367-962E-43AE-94AF-B5B74A47BAA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55126029-1D97-4413-A2D7-60CE2034CD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3FA2F238-59A0-493D-A5EF-A29E04B631A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00A248E-FF48-4A2C-A592-14FC0BE277B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2AC1AB7B-3E1B-46EC-90E7-0DEDEDA1B99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341B087-72AF-4371-BAFA-AD81FACAB88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157C341-7FB6-4432-9248-69D4CC4D281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772FBDD-C4D6-4FA4-89F4-34AEA5B640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5FCEA84-1D50-4A0B-A1AA-590C444126E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800F048-A311-4CAD-8DBD-0CEF303D027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A99373D-82A6-439E-B968-3E7DC46F82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E0510C-0C1F-4FBE-BAE0-D35FC35888C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1AF678E-753B-429F-AF13-48DBFC6A29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A42F621-B87B-473C-B4F2-78CA6BD70F7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49AFECE-FC4E-4730-A457-6F2BB9C1557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2BD64622-AE3D-4A67-81CB-1A736E4864A7}"/>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86AA55C5-85ED-4872-B3F3-9372CBA486B6}"/>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C8A10983-0E95-494D-9599-8E90F644BAB4}"/>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149D11F0-0B3C-4CA2-B17A-13A512126F0E}"/>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6E8B6605-C8DA-4418-9937-FB31726E1BD0}"/>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94958C01-6D78-43B8-B2C6-840785CBC4C5}"/>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31347564-16B8-4260-B870-509F4943606B}"/>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0E4A3DD-1ED6-486D-A4C5-43E872FF5549}"/>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359E7088-FC55-4D0E-BEEF-683DA94BDD44}"/>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42A2C838-9BEF-4E82-BB13-C2FB6FE2E06F}"/>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A3DD02D5-70C3-4BE8-B44B-8044BA366BCF}"/>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35D7E50-C20A-4FB4-9274-1A76CDB1B041}"/>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2B004A6E-2254-43CE-A0B8-F2D474C5D96A}"/>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5BE2DFF2-C3C0-4A96-9E8A-91D8E7003E72}"/>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BE991489-E15B-44E8-868F-B562D343590C}"/>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548688E-76FB-409E-9DD7-9FD7E1310812}"/>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BA4F825A-FC78-4772-A3CD-33EAB8EC1CD1}"/>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4BB1F2EA-8D59-4432-BC8F-16ADD728EF1F}"/>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33FB348E-06E2-44E0-99E1-5DD48C6CFB05}"/>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9FE311D-BE5C-48DE-8A9B-86F0C6D0F007}"/>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A8B2FAA4-D75F-4AEB-8F19-4057E0FF4575}"/>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64F8BD16-C8E7-436C-B892-9ECBCE3F0C64}"/>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4E293B51-C921-40F7-8DF6-536AB67C403B}"/>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770F3C2C-4469-4C92-B386-4A52B7E36F80}"/>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F4CDFB40-7905-4579-8AC7-E2BCC587526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61599248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7430A69-1F88-406A-B686-315AD480567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6128CA0E-8CF2-48F1-8898-57FFB3DDB9A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720FC3F9-67BE-4C8A-B5D2-6BEFEA964A4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5A99510-5272-4012-BB88-43C53F3041D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241AFB21-CA89-4BDA-B5C0-533903F455A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262B9BF-8D22-4631-8003-7342D677FE1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D69A01B-6159-4923-846C-532A1C3DD72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B2670E-1D12-467A-A726-3D6E4BC4B6B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FE085A1-BE4D-4776-834F-D79EFA34E37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B6714D-5851-444C-8825-B53376671D0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6BE900-1311-404B-99AE-1F922EAD71E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2F63D64-7EC1-4EEC-9F50-17802583D2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1346B44-3777-43E2-986F-E60881707EE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CA88576-BF5D-47EA-B3CF-1890C07F43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F035BFF-F7C7-473B-A458-E2EED801345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98E5D8A1-B54C-4529-9FFB-BD1C9FD77C03}"/>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2C0342CD-7F92-4354-8358-1977852971DA}"/>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E1C9B039-DDFF-4C8C-B9C8-8E4911BC90CF}"/>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5CFBB23F-33DE-43A5-9BE4-F963068B886C}"/>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A9046B28-3218-46CC-B38A-99429A2CD046}"/>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9ACF8A3-A363-426B-B999-FBB06BB89EBA}"/>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7DA0FD1-DF0E-459F-B708-6DBA1DDA21DC}"/>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4F69894-2061-4300-ABC3-0350C9505578}"/>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E700FF1-CB16-46FC-B630-714ADAFCE2A5}"/>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6AD2FEC-37C6-4A5D-A923-815A6A1939FF}"/>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4F1F165-A05B-41AF-AEF2-ED660E6754D8}"/>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04D862BA-109E-4D7D-930D-51CE4F1AC097}"/>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02F2CF88-010D-4E62-97DC-8E40D9AD8AA1}"/>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C42A918A-51C0-455C-AF0A-0E777B304942}"/>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866A1025-1FA4-495F-BE16-22A855466E1B}"/>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BE889526-A1FA-4535-91D8-D511AE5D6092}"/>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39B7E49E-140F-4D40-87D9-63E1B65D0884}"/>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A755B1E-DEE7-42C6-A6BB-E881D43A34D3}"/>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A75F6106-01C9-4DF8-862D-6F10CE3E7F66}"/>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187230990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1B4AEBF-BE52-4BFD-84F9-8440848686F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BD2B2E0E-B783-41CD-8B29-44A9F8D4ECA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7822C11D-C9D7-4653-BC88-D75781D0EBF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884290F-E54D-49FD-8FC9-960B5389B5F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C160968E-0BCE-400D-B2A0-6C722E9B1DC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2D351EF-B30D-4E72-8521-115D5DAAB75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7F1B113-1971-41D4-B9DA-E69242DF4A7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DF36D3-3758-40F0-8BC2-FBDE812B62C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7C3569-D41D-43A1-8E95-7BBFAEC7ED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6AD1BC0-661A-4D3C-9950-23EF0E109E1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AAB663C-99DD-42FB-B22D-B160421EE69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12FB3B-D5FE-40A0-AE26-4709AE736D2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9C17534-BB1C-42D5-84A9-84A1D652192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5398895-EAE9-4018-BA63-4C45EDF742C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2BFFB21-2835-4954-A885-AB56CD6366BF}"/>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5445B15E-7C1A-4ADB-AAB8-0C30FEA186BC}"/>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9B8D01E5-CF2B-44FA-8E07-68E8C9C81BDD}"/>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E2FF594-B4D9-4817-9A49-B0CA268F1291}"/>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E1E1A8E5-CBAD-4043-B147-28E942125D0A}"/>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A58A2B3E-A144-4A9C-8F50-C805F4DFC574}"/>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68825A4-D9A4-4B8A-9C9C-019D11C6A8E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6F4A484D-85E2-44D1-AF9D-2CE19A869BC7}"/>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092FD798-60BF-4798-BC55-6F126646AB55}"/>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B2039E-CCB5-42B3-9CBF-77B9FAABD3A8}"/>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E4C98DF1-895B-4143-BCBD-57852CBFC5C2}"/>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30313BEE-3BF3-4BF9-8857-12864E4C9BCA}"/>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8B1A198-BFBA-42A2-83E2-8078CA266F1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758515C-F2D2-42DA-B8DB-F6F4E554F19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61229231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EC1B571-0DED-472C-8EF3-672C3C495861}"/>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9928F7C2-C5F2-4DD8-A626-20540C6E3360}"/>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19C32570-BE44-451C-8E98-0C0B4D6CD5C2}"/>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56FD1A-E734-4504-8329-9800960F2473}"/>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E9034D95-F764-42AA-8F01-81FAAFA9A2E5}"/>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34D12593-5FEC-4FE4-B15D-A5C6F6389531}"/>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2D95A54F-CEC7-46B2-97F8-BDE3BC91D16A}"/>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5068621C-0A1E-4543-873D-2371D7AA6158}"/>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1CA3A8F-3D56-4F02-8231-7A0702215976}"/>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1F1B34B6-676F-4433-8F2F-E0FEEA2443A4}"/>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0CDBB253-D807-4FCA-82E0-14332D9AC8DC}"/>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BDC7E3F0-8E35-44EB-AC15-A01C6A178D06}"/>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5C2D1A68-EA2B-4049-8C66-3673F68ACE3D}"/>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62694B77-1CF0-4CF5-A5FC-2F2E2AE7422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369A38C5-F291-4E3B-8182-1EE9A2C93544}"/>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Lock the eight targets; balance history only</a:t>
            </a:r>
          </a:p>
        </p:txBody>
      </p:sp>
      <p:sp>
        <p:nvSpPr>
          <p:cNvPr id="16" name="">
            <a:extLst xmlns:a="http://schemas.openxmlformats.org/drawingml/2006/main">
              <a:ext uri="{FF2B5EF4-FFF2-40B4-BE49-F238E27FC236}">
                <a16:creationId xmlns:a16="http://schemas.microsoft.com/office/drawing/2014/main" id="{5D3DF612-886F-4686-A4FC-A7ACFE2781DC}"/>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40D2BF5F-79A0-4BB3-9A03-B0E8BEE10130}"/>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two participant-level failures</a:t>
            </a:r>
          </a:p>
        </p:txBody>
      </p:sp>
      <p:sp>
        <p:nvSpPr>
          <p:cNvPr id="18" name="">
            <a:extLst xmlns:a="http://schemas.openxmlformats.org/drawingml/2006/main">
              <a:ext uri="{FF2B5EF4-FFF2-40B4-BE49-F238E27FC236}">
                <a16:creationId xmlns:a16="http://schemas.microsoft.com/office/drawing/2014/main" id="{6077B2B3-93A9-4E6D-BD6C-D4E11C62774C}"/>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F85F80A3-4C5C-44D1-A525-62AFC40F470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fixed-target failure appears for both participants</a:t>
            </a:r>
          </a:p>
        </p:txBody>
      </p:sp>
      <p:sp>
        <p:nvSpPr>
          <p:cNvPr id="20" name="">
            <a:extLst xmlns:a="http://schemas.openxmlformats.org/drawingml/2006/main">
              <a:ext uri="{FF2B5EF4-FFF2-40B4-BE49-F238E27FC236}">
                <a16:creationId xmlns:a16="http://schemas.microsoft.com/office/drawing/2014/main" id="{E74BC1FC-12F1-467B-B51F-3BEE0BEA36B8}"/>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850267B-6201-4887-A40D-B6F2A9AF5D1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794F5A9F-0D56-499C-9AE5-EDCC73BE3CE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0350625-8E7C-458C-B12B-ABDF4344761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A6FF8927-DEA1-43F7-8A73-95BC253FAC6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620C56D-8C1E-43E6-A7FA-117B7DFDE15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F94D3FF4-EE8A-4CD9-AE34-FCECE5C17C6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ACC515D-F42C-4FBB-88F4-B6BFC5EF772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9BEF3E0E-F522-4C0F-A3E8-E2EB33EAEB3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9774B71-B3CD-4D6A-9DB0-EF7B141BF7C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6C895B7E-42AF-4DDA-87EF-155F812F30A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CEB76F3-C89A-4EF7-8F2B-251287462EE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03867901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076EDE8-8223-4519-BE53-0F1F42657ED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9BB13F6C-DD0E-4B94-8A03-ACB861267C8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A8F3D472-79B6-43A7-87AA-526FC16AE0F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EB37053-58ED-41A5-8500-633986502B8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2F1F61A9-C8EA-4EF1-B247-3DE11222795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C83D3B-7A08-4ACD-BECB-68BF904C41F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ECABD3-A856-453B-9C81-A175C7E8AC4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543B8C8-2C10-43B9-8770-CB54F01462D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CDE4BAF-9BF1-4DE8-BBD7-FE35F10657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3C0D110-2009-4577-BFC1-9F4F0AF77C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1BEF56C-8B9C-4B51-87B1-1AA2F2F440D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54C5C8-8C54-4C6A-984F-308F84CFFE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92AC07B-42D6-44F1-A4F1-909ABA54F2C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8A9F2D7-4F9A-4B11-80D6-915BA067CC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16DDCA-22E5-4F43-A32F-51589CE3573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3FF326DD-A72A-4428-9BDA-3DD02794E03F}"/>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5d2f96f309c94d6e"/>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CF8CA97-641E-46F8-B5DC-2B8C9E9DBB4A}"/>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1199D2D-CA26-40C8-9697-E188A8021366}"/>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A983388B-52C0-4E0A-BB6C-26D7A6F9B1E0}"/>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909BD3BF-0EC7-455F-9D49-5DAB175CF177}"/>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196A335E-49F3-4024-BFE2-4DAC56AEA8B2}"/>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88DDEB6-E47C-4F41-9756-F3EF69447D2A}"/>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53676135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C1418DD-580F-4594-BA02-FFBF12911E9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history alone does not repair the fixed-target failure</a:t>
            </a:r>
          </a:p>
        </p:txBody>
      </p:sp>
      <p:sp>
        <p:nvSpPr>
          <p:cNvPr id="2" name="">
            <a:extLst xmlns:a="http://schemas.openxmlformats.org/drawingml/2006/main">
              <a:ext uri="{FF2B5EF4-FFF2-40B4-BE49-F238E27FC236}">
                <a16:creationId xmlns:a16="http://schemas.microsoft.com/office/drawing/2014/main" id="{23644F3F-495C-49C7-84B9-00A497EFEBB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controlled repair</a:t>
            </a:r>
          </a:p>
        </p:txBody>
      </p:sp>
      <p:sp>
        <p:nvSpPr>
          <p:cNvPr id="3" name="">
            <a:extLst xmlns:a="http://schemas.openxmlformats.org/drawingml/2006/main">
              <a:ext uri="{FF2B5EF4-FFF2-40B4-BE49-F238E27FC236}">
                <a16:creationId xmlns:a16="http://schemas.microsoft.com/office/drawing/2014/main" id="{18D705AD-95E5-4CF0-B07D-6D0A71F2A40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9362F48-34E3-47C7-8120-94B6532C7ED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EA5C19E0-1E83-4316-A966-694745D64D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AD2601-8A13-440A-836A-5F58697ED33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35C0A7C-31C2-4686-83D3-CF7C27AB557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B3FBEC5-1D9B-4A9C-AECB-7952203C548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F30D0CE-46D8-4501-8764-B1032AE69B2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AFA2B2-D982-48CB-8E87-F5C2D46A07A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8D6D4A0-9CA7-400A-8976-892C9B27D47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7A9B288-5ADE-41A0-824A-2BFF0723890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A9F5936-8157-42F1-9CFF-B3CC174F4D3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1E0C140-DCEE-41FA-AA84-83B51569413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81AA02C-2BDC-4D99-806E-06AB7C00230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P025/P026 targets as the failed pilot / 8 choices: 1 A, 7 B</a:t>
            </a:r>
          </a:p>
        </p:txBody>
      </p:sp>
      <p:sp>
        <p:nvSpPr>
          <p:cNvPr id="16" name="">
            <a:extLst xmlns:a="http://schemas.openxmlformats.org/drawingml/2006/main">
              <a:ext uri="{FF2B5EF4-FFF2-40B4-BE49-F238E27FC236}">
                <a16:creationId xmlns:a16="http://schemas.microsoft.com/office/drawing/2014/main" id="{BDACF5E7-E7A5-4FE7-9366-D4D0CA95AD6E}"/>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sp>
        <p:nvSpPr>
          <p:cNvPr id="17" name="">
            <a:extLst xmlns:a="http://schemas.openxmlformats.org/drawingml/2006/main">
              <a:ext uri="{FF2B5EF4-FFF2-40B4-BE49-F238E27FC236}">
                <a16:creationId xmlns:a16="http://schemas.microsoft.com/office/drawing/2014/main" id="{A7F5E2FC-10D7-4B35-9DE2-18F418F5CA0E}"/>
              </a:ext>
            </a:extLst>
          </p:cNvPr>
          <p:cNvSpPr>
            <a:spLocks xmlns:a="http://schemas.openxmlformats.org/drawingml/2006/main" noGrp="1"/>
          </p:cNvSpPr>
          <p:nvPr/>
        </p:nvSpPr>
        <p:spPr>
          <a:xfrm xmlns:a="http://schemas.openxmlformats.org/drawingml/2006/main">
            <a:off x="800100" y="2362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Error bars: standard deviation across three balanced history selections</a:t>
            </a:r>
          </a:p>
        </p:txBody>
      </p:sp>
      <p:sp>
        <p:nvSpPr>
          <p:cNvPr id="18" name="">
            <a:extLst xmlns:a="http://schemas.openxmlformats.org/drawingml/2006/main">
              <a:ext uri="{FF2B5EF4-FFF2-40B4-BE49-F238E27FC236}">
                <a16:creationId xmlns:a16="http://schemas.microsoft.com/office/drawing/2014/main" id="{E6CF9A55-2B70-400A-A5F3-EB0E092BA5DB}"/>
              </a:ext>
            </a:extLst>
          </p:cNvPr>
          <p:cNvSpPr>
            <a:spLocks xmlns:a="http://schemas.openxmlformats.org/drawingml/2006/main" noGrp="1"/>
          </p:cNvSpPr>
          <p:nvPr/>
        </p:nvSpPr>
        <p:spPr>
          <a:xfrm xmlns:a="http://schemas.openxmlformats.org/drawingml/2006/main">
            <a:off x="7486650" y="2038350"/>
            <a:ext cx="3562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EVALUATION LOCKED</a:t>
            </a:r>
          </a:p>
        </p:txBody>
      </p:sp>
      <p:sp>
        <p:nvSpPr>
          <p:cNvPr id="19" name="">
            <a:extLst xmlns:a="http://schemas.openxmlformats.org/drawingml/2006/main">
              <a:ext uri="{FF2B5EF4-FFF2-40B4-BE49-F238E27FC236}">
                <a16:creationId xmlns:a16="http://schemas.microsoft.com/office/drawing/2014/main" id="{B8C49118-790E-435E-A1AD-8381E88F5E30}"/>
              </a:ext>
            </a:extLst>
          </p:cNvPr>
          <p:cNvSpPr>
            <a:spLocks xmlns:a="http://schemas.openxmlformats.org/drawingml/2006/main" noGrp="1"/>
          </p:cNvSpPr>
          <p:nvPr/>
        </p:nvSpPr>
        <p:spPr>
          <a:xfrm xmlns:a="http://schemas.openxmlformats.org/drawingml/2006/main">
            <a:off x="7486650" y="22669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Same 8 targets; same k=0 responses</a:t>
            </a:r>
          </a:p>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Only history sampling changes</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20679304297f4c67"/>
          <a:stretch xmlns:a="http://schemas.openxmlformats.org/drawingml/2006/main"/>
        </p:blipFill>
        <p:spPr>
          <a:xfrm xmlns:a="http://schemas.openxmlformats.org/drawingml/2006/main">
            <a:off x="781050" y="2647950"/>
            <a:ext cx="10267950" cy="26479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3F9C2F35-65D0-47FA-B395-9CE47426850B}"/>
              </a:ext>
            </a:extLst>
          </p:cNvPr>
          <p:cNvSpPr>
            <a:spLocks xmlns:a="http://schemas.openxmlformats.org/drawingml/2006/main" noGrp="1"/>
          </p:cNvSpPr>
          <p:nvPr/>
        </p:nvSpPr>
        <p:spPr>
          <a:xfrm xmlns:a="http://schemas.openxmlformats.org/drawingml/2006/main">
            <a:off x="3638550" y="52578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2" name="">
            <a:extLst xmlns:a="http://schemas.openxmlformats.org/drawingml/2006/main">
              <a:ext uri="{FF2B5EF4-FFF2-40B4-BE49-F238E27FC236}">
                <a16:creationId xmlns:a16="http://schemas.microsoft.com/office/drawing/2014/main" id="{2B02A68F-DDC7-42F4-B4F7-79931F554047}"/>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EFED0B8-0780-4C15-9AD6-F6E0C9D8CF57}"/>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With targets fixed, balanced history shifts the model toward A and creates confident errors on the 7B / 1A target slice.</a:t>
            </a:r>
          </a:p>
        </p:txBody>
      </p:sp>
    </p:spTree>
    <p:extLst>
      <p:ext uri="{BB962C8B-B14F-4D97-AF65-F5344CB8AC3E}">
        <p14:creationId xmlns:p14="http://schemas.microsoft.com/office/powerpoint/2010/main" val="118543072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00711CB-870B-4DF5-9DA9-3CDD5538F22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fixed-target failure appears for both participants</a:t>
            </a:r>
          </a:p>
        </p:txBody>
      </p:sp>
      <p:sp>
        <p:nvSpPr>
          <p:cNvPr id="2" name="">
            <a:extLst xmlns:a="http://schemas.openxmlformats.org/drawingml/2006/main">
              <a:ext uri="{FF2B5EF4-FFF2-40B4-BE49-F238E27FC236}">
                <a16:creationId xmlns:a16="http://schemas.microsoft.com/office/drawing/2014/main" id="{97D474FF-58EA-4DD9-80B3-A5BE7327A6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diagnosis</a:t>
            </a:r>
          </a:p>
        </p:txBody>
      </p:sp>
      <p:sp>
        <p:nvSpPr>
          <p:cNvPr id="3" name="">
            <a:extLst xmlns:a="http://schemas.openxmlformats.org/drawingml/2006/main">
              <a:ext uri="{FF2B5EF4-FFF2-40B4-BE49-F238E27FC236}">
                <a16:creationId xmlns:a16="http://schemas.microsoft.com/office/drawing/2014/main" id="{D7BA823A-F6B4-4B84-9993-5DC8EF9E120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34B99DC-B2E9-4D4B-B9FD-2B87218930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60033888-C607-43C1-8DBC-93D1637DFAA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62847D2-3F01-4349-9A94-BD8BCA679E8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49D5B4D-2A68-4BEF-9D57-91D6481E20C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2E95CC0-4B26-4B53-BA90-511CD48F74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7761A02-C018-4056-8971-FBCF5A229F9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BD0906-58BB-4A6B-9B1A-EDA24021812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278FDB1-2191-4598-BF7A-65D556D6F46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59D02B1-C216-441A-A28C-2E7FA0FB869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6A23EAF-8B66-40E9-8CDA-9F019E387A1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54A0395-9251-4051-9744-200B21362C5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FE45B04-9444-4D2B-8FDC-B1C0A97FE52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P025 and P026 / same four targets each / 3 balanced histories per non-zero k</a:t>
            </a:r>
          </a:p>
        </p:txBody>
      </p:sp>
      <p:sp>
        <p:nvSpPr>
          <p:cNvPr id="16" name="">
            <a:extLst xmlns:a="http://schemas.openxmlformats.org/drawingml/2006/main">
              <a:ext uri="{FF2B5EF4-FFF2-40B4-BE49-F238E27FC236}">
                <a16:creationId xmlns:a16="http://schemas.microsoft.com/office/drawing/2014/main" id="{05270B56-7AFA-4F5A-B5F7-BCD025D35E2C}"/>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57844170-1CBA-4AA1-873C-8F1C523466BF}"/>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52D3691A-3912-4E58-936B-9432D9702871}"/>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04A372CC-1992-4373-8E66-6F0936BAE55C}"/>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1577d063fddf440a"/>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f9c6d0b6601146f4"/>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2167076C-C2C6-4B79-8757-2CC33304E957}"/>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A510434F-E015-4498-A7EA-E7F044A73FB9}"/>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F7B90AF0-3C05-45EC-BF35-140D414A9994}"/>
              </a:ext>
            </a:extLst>
          </p:cNvPr>
          <p:cNvSpPr>
            <a:spLocks xmlns:a="http://schemas.openxmlformats.org/drawingml/2006/main" noGrp="1"/>
          </p:cNvSpPr>
          <p:nvPr/>
        </p:nvSpPr>
        <p:spPr>
          <a:xfrm xmlns:a="http://schemas.openxmlformats.org/drawingml/2006/main">
            <a:off x="826770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AB7D5C1-F3E2-48B3-B376-5F6F7DFCA41D}"/>
              </a:ext>
            </a:extLst>
          </p:cNvPr>
          <p:cNvSpPr>
            <a:spLocks xmlns:a="http://schemas.openxmlformats.org/drawingml/2006/main" noGrp="1"/>
          </p:cNvSpPr>
          <p:nvPr/>
        </p:nvSpPr>
        <p:spPr>
          <a:xfrm xmlns:a="http://schemas.openxmlformats.org/drawingml/2006/main">
            <a:off x="861060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P025</a:t>
            </a:r>
          </a:p>
        </p:txBody>
      </p:sp>
      <p:sp>
        <p:nvSpPr>
          <p:cNvPr id="26" name="">
            <a:extLst xmlns:a="http://schemas.openxmlformats.org/drawingml/2006/main">
              <a:ext uri="{FF2B5EF4-FFF2-40B4-BE49-F238E27FC236}">
                <a16:creationId xmlns:a16="http://schemas.microsoft.com/office/drawing/2014/main" id="{A02F9C8D-A9E3-49AD-8FDE-6D6EE965297E}"/>
              </a:ext>
            </a:extLst>
          </p:cNvPr>
          <p:cNvSpPr>
            <a:spLocks xmlns:a="http://schemas.openxmlformats.org/drawingml/2006/main" noGrp="1"/>
          </p:cNvSpPr>
          <p:nvPr/>
        </p:nvSpPr>
        <p:spPr>
          <a:xfrm xmlns:a="http://schemas.openxmlformats.org/drawingml/2006/main">
            <a:off x="937260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7A001D7-C74B-4077-B860-2F27C906AF1C}"/>
              </a:ext>
            </a:extLst>
          </p:cNvPr>
          <p:cNvSpPr>
            <a:spLocks xmlns:a="http://schemas.openxmlformats.org/drawingml/2006/main" noGrp="1"/>
          </p:cNvSpPr>
          <p:nvPr/>
        </p:nvSpPr>
        <p:spPr>
          <a:xfrm xmlns:a="http://schemas.openxmlformats.org/drawingml/2006/main">
            <a:off x="971550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P026</a:t>
            </a:r>
          </a:p>
        </p:txBody>
      </p:sp>
      <p:sp>
        <p:nvSpPr>
          <p:cNvPr id="28" name="">
            <a:extLst xmlns:a="http://schemas.openxmlformats.org/drawingml/2006/main">
              <a:ext uri="{FF2B5EF4-FFF2-40B4-BE49-F238E27FC236}">
                <a16:creationId xmlns:a16="http://schemas.microsoft.com/office/drawing/2014/main" id="{79723A6A-A5FE-468E-9DBF-9E7FF7CDD5EA}"/>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6DE7570-86C9-4D37-A6DD-58C661A23277}"/>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Balanced history induces an A shift: P025 misses all four B targets; P026 retains only its single A target.</a:t>
            </a:r>
          </a:p>
        </p:txBody>
      </p:sp>
    </p:spTree>
    <p:extLst>
      <p:ext uri="{BB962C8B-B14F-4D97-AF65-F5344CB8AC3E}">
        <p14:creationId xmlns:p14="http://schemas.microsoft.com/office/powerpoint/2010/main" val="56017201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8A347D-1291-4A80-AB7E-1974461C0C96}"/>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66816757-65FA-4B4C-9968-F8024A600BEA}"/>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6D0B77C0-ED18-4354-A252-1EEA88CC9189}"/>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0FD65F-8142-410A-9A25-A551D1BE49DC}"/>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A99AA138-1A66-4B12-A5F1-3DFDDA69961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D7B993-72DD-4794-AAE1-FC28A771FAB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8EE156-0E1C-4CB4-B4B0-56CF6F99F79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AF571CF-F9EC-4332-85F3-43997773E99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FA8FBE5-C8FA-4CA9-BC8D-38E784AC3AB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BDE7ECD-0CA5-49C3-9EA9-3276046D835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107E39C-38FF-4000-9D5E-C68C1274B56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C8AD14E-4CE0-47E0-A2CC-3221E1A90B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7379FB2-2A48-4000-9F4C-EEE1AFC74F5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C299288-621F-4A08-8ED2-A3D2C123FB5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8231990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3375730-4034-40F9-9C60-71C6CD0905C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7DC48F9B-A34B-4A08-8DBB-B72BD87CFDB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61B9AB3A-E6F3-4524-AE19-735226049DD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9628549-F7E8-4F16-B898-CB8B04B8AF0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95205F59-F5E5-48C2-B1BB-887B97F9487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C169572-8B41-45E5-B165-ABC662374AF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61FF54B-D9E0-40F9-9345-79408FB67C3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6420649-14FF-4560-AB67-CA4E71C45BA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E3952F-2346-414D-98F4-1BDB42C541D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BCFBF98-0A9D-422A-B009-00DA4B7B8C8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A450683-2744-4C37-93F5-D9AF41FF01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5C89190-2AD8-4113-93D1-BD8E2FDC657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77217B6-91C4-4184-AE31-E0D2EA5380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6C81CCB-10F3-44BC-85CB-1A36CCB371A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CE374AE-F5DE-4C54-BD69-956DFB7301B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0D3B532D-40BC-488D-88C0-AF40961E4488}"/>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B6AF2402-DA53-4E65-8A9E-0A6144982A9B}"/>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EB118A04-6974-49B3-9DFE-8C0B9BE52F02}"/>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AF439212-29C3-466A-B154-C13AA4069FB3}"/>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6A675AF-BD67-4D10-A92F-16555292727A}"/>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9AD1E45E-F703-4AA0-B09F-6FAE69DBC5CF}"/>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E1E5952A-51E7-4FEF-9ADB-1EEC1C82A67C}"/>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8F6ABC9A-26AA-4003-83A3-D74BC684B17F}"/>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CD6D4C1-7334-4081-B177-EBB37A34D0ED}"/>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66562742-0BE7-4168-AE38-FF9B85EBBC79}"/>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994C0353-173A-49A8-A9DB-0817F74A6140}"/>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63E9116D-CCA0-4B21-BD11-F4E81FFBD803}"/>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69D01D2-B684-4C54-A1A2-8D5B898D9747}"/>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25136581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05A7620-3DA2-4853-88EF-6A5429A4327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7E593BC2-EB31-4AC9-9AF6-067FEFDBDC9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84B1EC5E-735E-4742-B884-4CA09756F6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BD4F2D8-F994-49EA-AEA7-8358BDDA1C3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4B281722-F5CC-45FE-B183-E4048B49296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1E71574-A5CF-4D7B-BF45-4FF0FB83939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D4746A1-2DAB-4EC4-9C94-14536CDF5A7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409CEB8-3DE3-4032-9AC8-5C011B2FFAC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53A391C-E7D7-4E8A-A404-F4AA770F421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E59ECB7-7CA4-495B-B9A4-FCAC352BBC4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AEFB61E-7160-403D-8AC9-5ECD3A55C95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A7DA083-71EA-4999-81D2-5BFB6EBA68B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5C866E8-C4B8-4762-A87B-D9BAD9A0F9B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BE02680-6D8A-4092-8FA7-D05017B237E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615EC3F-52EB-4575-B21E-BABF5C00D0F5}"/>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9625FC99-E5AA-4A1B-9FC2-22FA0EBE7491}"/>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98813FF0-3908-42F9-A500-0DA99CF80559}"/>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C4E16A52-1AFC-42B3-B868-B576EC21F030}"/>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B3D7DAE1-FA31-42DF-A74C-2B29C599EEA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1B3DDFF-C85D-4D51-A714-2A5BFDB2B34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76875255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95EB83B-F306-47E5-8F0C-2A1F5B0FCD3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CDB0F5F1-67AC-402E-8269-D0F11602F70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A23A59AE-A405-4AA3-BBCB-48F73B78DFE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ADA649E-DF60-4FF8-82BF-5719ECC668F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C305F350-C893-43A1-B124-55D5CEC36B5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B251B32-1600-4BD3-92E3-4D5E60F7752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040FEBC-969A-4A79-8C05-26AF8F7192F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77C9F24-E218-446B-9C12-F747447E3BA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FD2C3F1-521A-477C-A1F5-4D722ADE623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772E69D-39C0-4648-86A2-B61327B10E2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59583C8-8F8D-474D-B2EB-942C5671E5B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3BAD409-21BC-447F-9D11-01AC25709D4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20175F4-2B72-4922-9F78-57BA7816AD6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FBBE879-110F-4CAA-9F38-513D44DFFFA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3DE091C-0DAE-455B-B48D-8644C32E29CC}"/>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CA292AF6-0AE7-4E47-A933-E519FD1119DF}"/>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CD04BE54-378F-4E5B-84E6-08577ECBC73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C658A9A-81A5-489F-A4FB-2E76B3892802}"/>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D298789B-D031-4736-8594-58D2E0797B2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6F635F37-BAAC-4DDA-88F3-862BB67AA78C}"/>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70A29F8-835C-419A-A68A-F7659261EBB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937BF327-B766-4F97-95BE-FE7C66DC6A0F}"/>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FFE5FBA0-319B-482A-99C2-CE8B83D40F23}"/>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E4B79B0-FED5-43DF-A979-FA51B2F8317A}"/>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B5817F2E-9D34-494C-A34D-42D57E4D24C0}"/>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CB869D42-C845-4B5A-BC03-EC73BBB7E9D4}"/>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62B9C09-E32A-42CD-893C-8175C8F119B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F1D18E5-044A-463A-ADD8-89B4CF99057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117533972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182DC78-7DA2-487A-A3E8-482D44E4F32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DD8BE69F-172B-4AB3-A141-0F57281FAFC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893F0BCF-FA0E-4881-91FA-DCB51853598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33829C-FC2A-4B56-9F9A-EFA52C6A611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B2CE0289-AB86-4030-BDF6-B9992D71347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BA133F-19E3-4095-845F-E17A0DEF7F5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D21C403-9C38-4DC5-B950-00105B800F8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488EA4-B19E-4AA8-82B7-485A7020745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853BD82-3A35-441E-8176-B2DEED4FD7F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998251F-20F0-4AD3-B45D-C4BC635864C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D141BFA-F3F4-4B60-93B7-E7CA3890238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98ADAAA-0C68-46F0-BE40-700428E19FB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995B3BE-9152-4155-9D53-6303045CAF0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825ACA2-3451-42A0-983E-E5908092C66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00C97AB-388C-4178-8A9B-D22C3A45A98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B7708573-73D4-4F4C-BFA1-ABA00CCA51D5}"/>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58811782-89A6-47D5-BFED-4A3E306369BF}"/>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3B29579-52F1-45C9-9B30-1B8266D170CD}"/>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305AE1CF-8B4F-4625-A96D-FAA6D912C9E3}"/>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6A0D9ACB-1949-4BD8-AF72-2A4FD120BDBB}"/>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8C96D15-3EA6-4328-9707-308864F51F70}"/>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61390F13-76A9-428E-9625-13C53B608CDA}"/>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B1004BAA-BCEA-4DE3-9A49-8BE9F62E513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84CEF5C-EB38-4ED5-AF07-B3D32D7CF9A2}"/>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28896738-3575-4104-957A-766213564F1C}"/>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42E5E2DB-D361-4DB7-8ADA-5A0EB17485A2}"/>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78E6263-0519-409E-AF8A-17F0973D855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ADC6DA6-B45E-4845-B05F-E13523DAD08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207255990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DFF206D-5086-42BB-96EE-614A9A6173D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BBDCFD4C-A820-4CE8-8BF0-FC5FEF399D9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0498F199-9BB9-432D-965C-263A3D24D44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01FC9D6-8B28-45DF-97EF-73531CCA097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0A43E9B4-A7B2-4C10-BAF7-17610C39984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FD5C222-0A3F-4840-81A7-1FA110A889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FE38F86-06A7-46E7-A47A-E3B3EEDCC21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B52DD8-A6F3-476B-A130-512749E48FF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017390-F855-4D0B-B949-F71D3B4131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903AC61-3321-4C12-B5EA-30F03B2F9E1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F7E186-3ABF-4876-A55F-AE9CA5D503B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58FC723-2637-4EDC-8266-6A92B47C87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800AD2F-BEC1-4F34-89E7-4076C3DE48C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8A26B85-3CD2-4B4B-943E-53F21290964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AC88338-CE8F-460B-8BDB-5DF940965B04}"/>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871FDD15-95C7-4CF0-B17F-6459FD254FC6}"/>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ED375419-DC7E-4480-8D12-8A6F0D9297B3}"/>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900876EE-8AFC-4120-B03E-115234C127B8}"/>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FB2501F4-8610-4F83-9188-D6426F664D0E}"/>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574B70AE-3E7A-4957-B665-003E81147B78}"/>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0314679F-5344-4BB3-9CAB-1D75602F41CF}"/>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B3990DC6-0F09-4967-AED4-0E8DA23637CA}"/>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F0A0F1F-C91E-4C3D-90EB-EC0C0814B8C4}"/>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B57E1082-E458-4035-B16D-809A63094089}"/>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88C7FBBF-2126-49FA-9D62-7C4DB667F45D}"/>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0297D168-87AA-4A01-9772-51DE3EA24CCA}"/>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C27DA06-E870-41A6-9EAC-755E9DCF52ED}"/>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2C550312-3CB2-40A6-8AFA-FE333AC42EA4}"/>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AAC306FF-3831-42F8-9262-FA2AC2458F78}"/>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424E9EAD-DBDE-4E7F-B958-C00FFB363EAB}"/>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54521A5-BCE5-48FF-A291-CB3A43CF4627}"/>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E8BC743-A0B2-408E-B85D-FF5FC5ACF508}"/>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61317227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572E918-6A76-4F5F-9AFA-A42ED97C8791}"/>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A41A1AD5-4F40-4143-9E30-6FA590C2E7AD}"/>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5752D90-CC4C-4625-9806-516BA69D4179}"/>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A6261C6D-E8D0-47D0-9853-D9A78011BD6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B272F25-6D8A-4AB5-ABAD-9EF11AFD3F5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E89DE1C3-4D7B-4C84-BCAC-9ACB5115A09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2F08032-37E1-4882-B57B-7D708445FE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6958099E-4C56-4D28-BD1D-2AA2CF92B46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682F8F6-3C69-4A81-B6F3-5F00D2513EB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8666AC2C-B631-4527-AE1C-CBD8F4DC5A8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9F489C7-5C23-4A8B-A144-B0A55FEEC29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CA306FCB-D602-4B59-8E18-57D83A5E37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F529B46-D234-4044-9EE1-A85FD927E7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8278242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239A140-0A1F-4569-9B17-7B08C11E5F5F}"/>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49E1ACF0-E74E-464D-B0DF-6D60FA27D0E1}"/>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EE4B8682-CF95-460E-B0D8-D4613FB198A8}"/>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24C9254-8DD1-4F7A-AA60-649959DB8FE8}"/>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E8E612E8-A6B5-4B87-B74C-FA24860AD25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80AA071-AEAA-409D-B980-9F86662EB44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924934D-6D48-4E49-95C7-68CA95EBA9C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1BBC935-A659-42F8-8C47-AA5164EF25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A1EF152-EE04-47E8-8336-CD65100CDDD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D2EBE3-A74F-42F2-AA5D-1EA3203D388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4006CD8-1673-4B35-81A9-75401D43FAF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88B5033-9CF5-445A-A2F5-8096EBEC70C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67A4DD9-55CF-4634-AF69-44DCEAB2041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35C7AFD-4D4C-4870-9E8D-DB99C323900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86245170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514847C-D973-4036-9751-26FBB4A63BA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9668A865-5944-45F1-A23F-9436962A9E7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259067C7-9F91-48E2-B36B-37C126E0859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0F5190-E9A7-4DCA-8039-640181F018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9C339FA3-E877-48FC-8593-3410B3B441A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CE393F7-388B-4FC4-8609-5C8C06D25B6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9FC4987-164E-4548-A9E8-61BA8A08778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7E73B45-4AFE-4263-A2E6-5CAB99903AC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DD6A1C5-BB0C-44A7-A502-60E16358105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D7EE43D-C3EE-4D32-81AD-D78A765ABD2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D2D2C1-02D8-49EB-A475-204384CAE52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3CA3F0-36FC-4D69-B530-17C441D7A3C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67988BC-7090-42EF-96FF-6ED09D1ADCC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5AC69A4-3DB8-4F68-9ABB-39D632ED0F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EBFAD9-7733-488E-AAE0-01B0F19A176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51E31054-2DF2-4AC8-BF45-5EBDB9CC63A1}"/>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D777E41B-78E1-4F15-B06D-C76A2AEEE6CF}"/>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251B120E-3047-4832-8F6E-D35A70DB0A2E}"/>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C6F267A-0678-41FF-9810-2AF4A4A8B9BA}"/>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64060E9D-7D8A-4FBE-ABF5-E8E61EEFF107}"/>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123B6659-1080-42C5-8B02-59CC958E9017}"/>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A8FDF25E-806B-4FB1-866C-3E4EBB9C7F5D}"/>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108A1DDD-F39B-4410-A664-F6BEDDD9C29D}"/>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C177787-56C1-43BE-B97A-6E7B13452B74}"/>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4F51FBE6-2B0E-4BA9-ACAD-FA9404EF1D67}"/>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ED2BB807-4C63-4930-A3F0-1F8268A5FE11}"/>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BB0770B1-84ED-4C18-A3F3-B5D345AF0855}"/>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DE25D6A-837F-442C-9014-8EDF897721B7}"/>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9230662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94667E4-EFB7-4A5A-B23F-988515FE78D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0BDAA82C-73C2-4460-A1C4-FD3FEE04FD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1706B998-DFC1-4CAC-861B-A4C5FE113DA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0FCD73-9061-483C-8FB7-E1569434557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0BB56C70-B479-4F74-8EF0-F5E37AE57BC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E80014C-C39F-4246-9BBC-964ACDD15BC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0036457-F69C-48A5-945E-E16D1B7ED2C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0680559-C3DF-429C-B178-166F0FBDFF7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F5408AF-848A-4EA5-A2E6-44B43915B33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B14CE11-DB58-4E46-A9B4-91E08AC676D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DB6857B-D058-4432-A80C-8C4C837133A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7496CEE-2899-49FA-9D4A-9EA2A0990CE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DC447AF-EEAC-456F-BE74-A358338F4F7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9F0086F-4CDC-4C56-B93B-B71398A2670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65C3BB7-45B1-4E51-BE18-F96D248AB03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450AAD38-6A2D-437B-87A1-588C21CD8FB7}"/>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C9FD6FA3-F0AF-4C3C-9923-FB4345327BE5}"/>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DDC42D40-A1FB-430F-8644-825CCC328A6A}"/>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BDA30E09-B836-4FB4-A664-A6D441B8F0A0}"/>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984E7229-9225-4541-8820-57474B5CB116}"/>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3AE4078B-581D-4BE5-B12E-90C7E90DD76E}"/>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A7B31F1-E880-4B8E-9BC4-7A757103EF47}"/>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495EC55F-240E-44A1-BF9A-9BA1810B44E2}"/>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0BE306D4-F5CD-4486-9D26-A3B26112C7BA}"/>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F3DE430D-6D5F-468A-A9E5-CED40CB005EE}"/>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0C55A69B-EE32-4D47-A762-3D677B7590D4}"/>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252B9C4B-494E-423C-B3D6-4038C013CA5F}"/>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72DE8607-6E5D-4816-A108-82727994EEF3}"/>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295BF0D-57A1-403B-BD0C-130B00BDA56F}"/>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20943264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D8DEA60-49FB-4D5D-A9BD-C35D35886A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31E8E567-A2D3-4FE8-B86D-B22B894FF38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BA0A0D59-3E58-4285-85FB-9953350449E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22D334-00BB-4111-882E-16E82CFA9E1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B43F0C60-D443-438C-9EAA-F7B4ADCE3C4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DA38608-89C3-4C78-906F-2ABC7BD0272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B2C16CD-2B28-431C-8846-B2D3B5DE739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EA0E8EE-0107-471F-8F5F-7D9687E90A4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D3FC126-D8CA-4A1E-8A92-669AB7D32CC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34F2DBF-355B-481F-BD07-2DFB48B68A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CA58FC7-5500-498D-9307-74452613DCA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DA2E023-38A9-4B55-A5BC-53952276A7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20DB15B-3DDA-4024-A765-989F41BD1D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46F8AC2-4AC6-472E-9DE2-8FDDE1BB563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8499DD5-4C9B-471D-B836-D000E23376E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E4E772D2-1677-4B12-A431-3856EF29CBFE}"/>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181EE5D8-203E-43DA-91A6-EDB866CE5437}"/>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637D849-B9DB-4614-B716-662017079A51}"/>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205786046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A7EB54C-5B5B-407A-8FCA-E0F7C86AED6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80FE9997-8A35-49C0-AFA8-EBF0FCD75E4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10AC02E2-6A6F-4FB8-A293-E3A6C5DCE0D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850A3C4-A06C-4710-9CE4-ABBD7B3D03B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8CCE5338-31E6-451D-8970-C4AD189F917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F27FCD1-424A-496A-9E82-992DC866030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D1A5816-F9CB-496C-926D-D6A3CEF9DB7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0ACF515-B59F-47A6-8FD7-399EB879F9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1B55884-E618-410D-8D41-F9CA0851AF2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415736B-7AB2-4E50-BA27-4640567A6DE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B7EED52-776C-4E59-8CDC-3CDA72B8CD8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EDB855-5F64-4A53-B2E0-FFB1E0CCB97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6E2A15A-08E8-4D4F-B27F-D0E6993D952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6D24E78-F7A7-44A8-BB52-D0D848991E8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39BB82E-15A3-4C05-85A5-A5F061B168D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0E64163B-3EAD-4893-B3CA-F5F8C62D0BF9}"/>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346D10D8-7144-47B8-B28A-65004CBA7B9A}"/>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834AE3B-6947-44F0-B2CD-D98A199F520B}"/>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B85DDEDB-9D2D-4A09-9D43-7489F76343AC}"/>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A20ED5D1-FD61-4090-BAD9-E5E9BD987F99}"/>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4A98F57C-526A-4B09-B8A1-DBB364497967}"/>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65CA4C0-5F96-4E94-8BE0-6921A4954E7E}"/>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18618917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7EB6D5F-6916-45BE-BE1F-05C5D680532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B1BFD682-F919-40DC-BD16-572E57A12AB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8B12B92C-489F-48AA-9CB1-D59EF3909E8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FA54A8-981E-419D-A5A3-A4DEBA38A4C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1EDFD991-6E08-41FF-B11B-D115E37A1AF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196C50-E720-48CD-A18B-9ABCFB514AF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B4D6207-3579-4DC5-AA4C-C8AE905D89E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6ED6439-8565-42DC-AF41-CACB5703C9D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F80F497-E399-4765-A512-64C6A891CE8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1680820-07B9-4CF4-B8FC-7337E9C93CB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43EE24A-DDB9-4F64-A31D-0E514C18950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F6B215-5259-4D64-8A0B-F69147487FF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68A0DF-025D-4A56-93AE-185159F02DE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3C648C-0F4A-498D-87BC-70111E8A3F6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794889E-56E3-4F05-80FC-31E57B3B600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9383F766-4A7F-444E-AF1F-34971ABB8A20}"/>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B8487CD8-688B-419A-8FCD-4C4C3D3348BD}"/>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C9A1D554-557C-4F6D-90A8-0033083C98DC}"/>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7624D8C4-CDD3-4498-8A39-B420AE6CC4F7}"/>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E19A8B55-6841-42DD-BA0E-799F841BA336}"/>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FFEFE6DF-57C1-4923-A08B-936E23732DB2}"/>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D5603CDA-C40E-4A69-98EC-AF9F2533A01C}"/>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2384F10A-34C1-4C10-948A-8C3F9A1039A7}"/>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DC10F21D-8437-41E7-987C-F8B5F81E983C}"/>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6F6A9003-7CF3-48C2-A474-860A7CEBE09C}"/>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8C7F2389-9EA6-4386-9CB7-119758060A26}"/>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77DC7982-8D4D-4B96-9EE4-DADBA060E22B}"/>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87E599EA-E543-4288-9081-195FECF6519C}"/>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4CCAB3D-929B-40A9-869F-EC9635659BA1}"/>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8138749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AC640014-63EA-4D61-A726-8B84EDFC8C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9E0BB882-6D12-459E-A069-1A7F163128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FAD552DB-7102-4797-AD1C-227C409AEF0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16BF9C-429D-437E-9019-8D6F0F667C2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C604DDA3-487C-4F67-A940-A54F8FE66FF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47ED06E-2C43-4229-AD4A-551ED7D1477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A885F69-1AF5-4FF9-9EE8-F389DF0ECB7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031DE5D-4349-42A9-BD26-9FB5ACCB6F3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C1533E7-7167-46DA-BB49-8357A8E8A60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E2DD2F-538B-4734-B84C-57FDEE2125F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263DC55-6E92-4C19-88D2-F890A37C700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035FEF0-1757-4822-9DA3-6304D2D3DCB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BC4B500-0453-4DCE-AD71-38A448AA0DA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23817BE-2673-4C41-A556-1282DAE8A4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E75439A-BB96-49C8-8807-1E152168D17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C0F216B7-B3DF-4654-BBFA-BCBD68BECEED}"/>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420D9C35-2286-4B1A-8140-2210D3065B37}"/>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B62047BA-B562-4EBD-82F8-053532986096}"/>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EF0F30BF-AA6F-4B39-87DB-ED603253FC78}"/>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8DE7F396-A586-4D3D-9D5D-7551AB3E2069}"/>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33337F44-0DD1-47F3-8FB9-3E7BC2372D65}"/>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A7FB6AD7-01C2-4984-A71B-F74B6388A7E0}"/>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FBA0D9A1-B836-47A3-AD6F-0391A0D3ABC8}"/>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FD017669-99D0-45BC-9DE4-D6EE37ADD33A}"/>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A391DB8F-0C5D-4194-8FB4-F3B748D7DC59}"/>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A7152308-0489-4C04-A9EB-CD79262D6A72}"/>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869F94A7-2DA0-414B-AD29-3ADD1BA98EC9}"/>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7F8F9535-CF75-4A0F-974B-496ECB8969D6}"/>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114A99CB-F973-4DD3-96E7-AB04CB73C62D}"/>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78446124-EFAE-47CA-B741-9089EBE58315}"/>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25CD349F-6972-49A6-9B42-3AF8985B4DF7}"/>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4A0EB582-3663-4B4B-B979-A57D37B100A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F6C0A74-3053-4246-8DE6-942B27D7751D}"/>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134084927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F080646-DB57-43F4-8017-13B8AA46EE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248D4995-8236-481D-8EFB-9465BB23EDE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1DE8EC82-9F25-478E-8199-9587C73E3FC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5382546-45EF-4109-8F0C-03525C7C6EA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B8CFB0E1-992D-4A5F-BD65-C3283670B0D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848C46D-37D6-4A43-980D-7174085FCC9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602E581-216C-4C0A-85BB-CC49BB5E672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7A5294C-E3C8-49ED-A9E3-C293E753CF3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5F1798A-6950-4A13-9B3D-C3372AC3F59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47264E-0CA8-4CB3-B40A-9CFB90F7119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AC74177-EDFF-4C41-9E1F-EC5514EA80B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2625A45-E67C-479F-89B3-DA0A99BF755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F4A51AC-4CB5-4D5A-92B4-58EBCC2BA31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56020A4-5C3F-4B03-995B-79A4D116752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01C315C-69A5-491E-ADDA-97AC569015B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45BE181D-572D-4F40-A15C-BBDFEE525F4A}"/>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72177314-F2C3-493B-8CC5-825EA3C3A74A}"/>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C5595EC-FB8E-49BF-A50C-98D1D32EDDEB}"/>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F9AA0A1E-9813-4E37-8988-734B58E13409}"/>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915F82A-4AC0-40DD-832B-7648EF66F4E2}"/>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793259BD-D028-4716-80C4-F8743819DDD6}"/>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254BFA3-DBD1-41E9-B110-9786B213516B}"/>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8657CA2D-36F5-4B5F-88DC-2BC3F1F95539}"/>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4E4121CE-D766-4DDD-8CC6-6D954D1A9216}"/>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8E03FEED-4007-4635-8C9F-B78848CA27B3}"/>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49D388A6-CA1D-478C-B32C-60A072B9A716}"/>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1144D90E-6852-43BA-B19C-4B86BC4A0246}"/>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DC14064D-D736-4740-8DB1-4BC18411FD48}"/>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BCD58A39-DE44-4EFE-9E15-8F5543EBF655}"/>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B6A2D3EF-1D29-4DFA-8D9C-CB9B24564DA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533BED5-59B0-406B-9E2E-C09DA7258FC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30815838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5E67B37-88A2-47E9-B75C-A2733516CD4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F4F8C48E-0FAD-4A7E-A8F8-C002AAA948A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7A436C80-1B87-4024-BEA1-BF682362971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C69383-76D6-4ED4-97F8-DAD8EDB3F7B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5256AF0F-2194-47AE-9FA9-D15FB1698FA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16D1C5-B15E-4690-BD4B-BA38620C604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D7223A0-8722-4831-BE7D-A42112D9EA6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74E253-96C0-426A-9B61-F76FE4B0D54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A241422-4AE2-4819-9D9C-E88E7ECB2B5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A0DAFAD-9C78-4A68-9278-BCF20FFD0A1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275D950-F6C7-4466-B35A-E73F95558CC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9A5F9E-C66B-4A7F-8D6E-F53DA53B9F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181A24-C32B-4DDB-BEDA-55EFF1A0841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9A260A6-EC34-4705-994B-B6B9E06048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F1FD87E-4296-462C-9A1F-79AED0B25BB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9F93234B-1796-4242-A32D-E81921B8F3D3}"/>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2ba87692be2b4f7e"/>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456EE90D-091C-4481-84FD-7EDE44700AE5}"/>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6D7B4D2C-9AA4-4BF9-A185-A3163F1F5EC1}"/>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52BC99B4-563C-4F4D-8AF9-8BD2812A11D5}"/>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B47A4F91-5237-41AD-A82E-202ABE8B2209}"/>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6449ADD0-9285-495B-AE80-5D51E0BE1A2D}"/>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8325D74A-B92A-4A31-9AE5-95AE3F9808AD}"/>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A203D955-CA52-45D6-A19C-C9984DF79646}"/>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06829EC-03E9-4AB2-8ED0-627FFC2682E9}"/>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50517952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2EECA878-6E25-412F-B66F-D0771DC01CF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84A4A6C0-87DE-4D15-99FB-98626AB8D68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C453C988-1DE1-4B91-BF25-8CE405339C6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56C6148-4C23-4A71-9736-D6ECC741009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EE9867B2-B94D-404A-AC2B-BA8629C7952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994F87F-B2CE-45E7-A3EE-2F717D1C90B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1635513-9767-41AF-AFFF-607144B16A2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079D7F-85B6-4584-8AB2-73F2D0D41EE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B4BFA9C-011E-43DE-82CC-0352818F9C8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67CAEA5-7925-4468-A120-B955727A60F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20CF62B-0003-4ECF-8F6A-B1B64565E75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AC96454-2F9F-49B0-BEC5-E8E201B2C13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60B80F3-047D-415A-8D7B-60B4F40D356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9795095-905C-4F08-8F59-3F7400391AC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57DA046-64A5-4F3C-B67E-6AB8636141F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8B42E2BC-CD09-4456-8A7B-22607CB8A825}"/>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53133F2F-7307-439A-BB29-1BD22F5C8A14}"/>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974450EF-04C6-44F7-8107-3A2D4CAB6B91}"/>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A8C8390-A4CD-4184-B62A-66E90D40B60E}"/>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C5FDC19B-B4BD-457F-B924-8185168DA281}"/>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D4FE85C-86FF-47D7-8D92-DEEAE7AE88C1}"/>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E624773A-29D9-4F7B-A774-E1A48CE1A5DF}"/>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58CD147F-A5C4-4304-8252-4F38C89C1C21}"/>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4998AC8-5026-470B-BB5A-7B65A0B74980}"/>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F7B77D6A-42C4-4F65-8950-7E996AA37157}"/>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0304501-1682-4BEE-B08D-52BF155CC1AB}"/>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3EFB46A2-47F2-4553-A594-4366B4C35FE6}"/>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53046FD0-A2D1-4393-AF2A-4DF8A13263F8}"/>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5C7BC66-D73A-4328-AC2A-7CC247255995}"/>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A23EEFB3-4980-4747-AD8F-56E720EB15BC}"/>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3240909-C1B0-49E2-BC6C-BE8E32020468}"/>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C27BE26B-296C-40EA-B4A5-9B017D40111B}"/>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D78BF0AD-199F-4965-A6A7-52CDE24ECF3B}"/>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C7537791-2885-4990-9A15-3E924030CB6D}"/>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D4645CB2-9D19-439A-975E-10B656953DFB}"/>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FEF5B944-541D-457A-A42E-239512E10AF5}"/>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B59DEFEF-D40E-4787-B6B4-24ED2D1B2D0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66934485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69C286A-813A-470A-8B0E-A6C4B8B5E77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DBA7057A-035A-4DCF-828D-E1B1B43DC8E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13CE5143-FA73-4940-9A3A-3016D556906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CB924B-0872-47F6-A878-8EAC6A55E99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4935F6D6-C789-4683-B88B-8713F88BCCE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AC01D86-59D5-4FDC-917E-A042778D78C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79FCA0A-12DB-4905-B2BA-79425ED4ED2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D727762-71B2-4712-B300-6517596E452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88588E5-D43A-435B-B46B-4D360DFABFF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525C6B1-07CB-43FD-9C46-5448095E7F3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3649422-C261-44EB-9B38-5070965916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E202AB-D310-4E11-9A8E-7E1F74680A5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48672D3-10B0-43F6-8F23-5CFCD68E6EF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98F9881-219B-4F01-AEE5-B7F7C5629DD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35945BA-DD3F-4534-9F3C-DD13C5A234B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90565b6665b4106"/>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40966319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40B1CC1-2188-47FD-BB12-6E60D07667E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BA8D5EBA-2BF6-4375-B704-59410EAC41F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AD35C2A5-0FDD-4307-98F6-3582233D525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13718A8-AE7B-4054-8D58-0D012E1D379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5C73DA84-B7F8-4BB6-82F2-92CD196F4F5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E34AEEC-2BE1-47B4-A62E-809D893145F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6AD886B-0121-46A6-9B8B-B3065BE84F0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9294F-95C2-49D8-9F27-3321D0AADD6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EC95E39-3E63-4BBD-A025-A8FD14A9863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3B63A9-1021-47EC-B02B-34D29D34739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278F4F3-A4A3-46FA-9D72-5201D8456D4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FB29A4A-4552-4CB0-9C7A-8985648E44D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3DF8EB1-8384-4EB1-8BDF-590BA27C0ED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C3FE6E-2705-4387-9855-2FFCEFEBF05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C899169-9833-412F-8473-51716C106C3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9976951D-DF8F-4DD5-8E40-C8A1D2DD2D83}"/>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41a992418d824936"/>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42EE2F5A-75E4-427B-89AE-A7CEC2B6B02F}"/>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78E3BC60-DE70-42C5-810E-A74BB1AAE715}"/>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894D7764-41BF-498E-84F4-9A3AC28FCE46}"/>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FFE84588-E523-4676-88FA-72BC0A35834A}"/>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567BF3B9-AAB1-4403-98F5-B64C746A69E7}"/>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E5B3695-12A6-4584-A5A7-8D690A0B9727}"/>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98BC8079-697F-4290-BA6E-69BCEA6E0F26}"/>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EFDCB74-3927-4720-9E8C-DC70F72050AF}"/>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911D3EF1-09C1-4631-BE55-83C5CF310ED4}"/>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DF1AA5D3-FDCF-4BD3-845A-43344FC40A87}"/>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B4E3842-CF1E-4B27-AE57-97B1E55B45D9}"/>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68558712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20565E7A-DA3F-4547-88F6-8E3AA5B12B8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256F3927-B2B9-4475-BC2E-C6807A3684C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4074A96D-D485-4B9F-91BD-342A43027A3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3B17752-D422-4C4F-9B95-C11B259BCF4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F1698052-66E5-41D4-BC6E-BC3BD47298A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0FB68B-1811-436B-BF78-3AEBB3620D5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7BFCF56-E7F7-4E4C-B411-4CAA667B456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76EC140-C2C9-4A88-875B-39E05258880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8E7648A-23B0-48C6-8894-DAF5E2DC587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7E347E-C2D0-44B4-A878-407ADB2DC0A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9B07299-C0AB-483C-8987-DCD8F7F89B7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C8959B-AAC7-4FA9-8496-F66C0ADA02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537572-47AE-4DA3-B496-043F1073AA2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5E502A4-5D87-47CC-B779-29B2540E42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C94D89B-C349-4FF5-B058-21EAC88ED65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7AACD6D1-583E-4DA2-A6A3-A13E6CA010C3}"/>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F6CB6687-F023-40F1-8E3E-EBAF68164EBC}"/>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AB7A7FEA-5478-4099-8036-E80C9B98F59C}"/>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713F49E-B86C-467D-AE8A-D8E0F8BD3110}"/>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D986FE5E-5890-497D-BD40-C30E44B1DE82}"/>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62A3BEE-7044-433B-9C4A-D59EE45FF3D1}"/>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665A5F7E-611C-4086-A588-2B766C7E75A8}"/>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20609ED-6A76-43ED-ACBB-853A9E9DAE65}"/>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D9CE52F-D162-474A-90AD-ADE30A3E810E}"/>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D75AB74-939E-4C19-9A3A-FDAE2735F46D}"/>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63B8822-831C-4B11-B3C3-C37AAB4B0A54}"/>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3A3AC803-0ABC-44E6-A07C-E46583DB2CE3}"/>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FFEE202C-42CA-4729-AFA9-2A8671121CBE}"/>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903F9615-ECE9-4907-8C34-44DD29955742}"/>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C26E3615-A809-4F37-AEA7-78A7922D82B9}"/>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F53E408B-B87B-44E6-8DE6-4918F77F4DA3}"/>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1CF27FE3-A4C3-42F1-A9FD-33981E8CF23D}"/>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EC07DAAC-3F28-4CAA-89BD-690ECE771C3F}"/>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C982E600-0B71-4374-8C0E-6EC250304702}"/>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39E37E55-EC93-4412-B785-AF8CD9858E75}"/>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0D2F93CD-92D5-46E6-9463-24BE4D9B2844}"/>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2AC11886-0660-4774-935F-8E04E3DDAB36}"/>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01644D00-5A31-4B92-AAEB-0CC87DF48EA8}"/>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3BF88D20-AC1F-4885-AC50-1559F1952F3F}"/>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648BA5E4-808A-4691-8960-39522670E317}"/>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56B3B08D-3B6E-4C80-923D-79D389F796A0}"/>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3AF7139B-764B-45A1-815C-C5B23C656492}"/>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555C2379-8757-4DD0-8AB9-41F822245FB3}"/>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2483F43C-90B7-4AC0-9C69-D35A755BA6FB}"/>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D2CCC62F-624E-41F3-8038-EEA38BAB3726}"/>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74E88DCA-723B-4D03-A010-C0C8F37469F4}"/>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FF02EDF-D3BF-48A4-8E76-AF66BE6E8ECB}"/>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25237D21-A90B-4A9E-ADB2-7325B1C2B5E2}"/>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C64ED62-A740-488E-A02B-E54EDCF6963E}"/>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94234714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C48AB9AA-3A99-4593-AFF2-133CA3B4DF6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E126D0EE-EC13-48D0-ACF9-0A610836F60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1D57F506-3D84-4634-AFA0-DBD81FB7AFF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36D652-D9F3-43A2-BE44-270F5BF888E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EBD8AFEE-FA6E-4A24-86EC-02B2DEF2D28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212844C-2E1E-43E3-B29B-8E2C8556CEE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A2F787B-0A3C-4480-8093-0D2888814D0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8CBA408-600D-4093-933B-452950E34CB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E35B54F-A26A-409C-BC8C-1F4D71D75F6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D5C0303-8958-4BA1-974B-7B7775A6728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FCB4662-07D0-4442-A44C-00ACBACC67E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B74FF1F-C86D-4BC1-8EF7-3216F61982A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A24E4F3-C4BD-4EC4-A022-DAFB1253913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1C858E1-908F-46FE-AF14-16A457CB489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BFDFA55-247B-4293-B027-518C6A424B5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CBA88CA2-F697-40AD-954C-7580A7CD4AF7}"/>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903D4A34-5847-44FA-A664-F84C8E61587C}"/>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B1C7B24E-7DC0-4E88-9397-A5AA1FECD71C}"/>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D2D57193-DBDD-44EE-A09E-5081B337E1ED}"/>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9F1EA84E-3CFF-4BAB-A281-A5A149D7175E}"/>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4CE83EEA-80D0-4578-A725-363262CEF6CF}"/>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687B1742-2B06-4731-AF60-FE5F5674FF07}"/>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109F6B77-179F-46A1-8DE9-76D3F11826E8}"/>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023CCDB5-772E-4466-9B52-B4187D9E74D4}"/>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4307866B-DEB5-40EE-931E-066A362A83B7}"/>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7863C551-4FA3-4634-BB47-80138B0E7BE3}"/>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CB68EFF7-9C9D-4FB2-A30A-262FD996B57C}"/>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4A5C51B1-BA65-4FF4-9287-17494A8539C7}"/>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9DBDC2E7-CE6B-442E-ABF6-C500B0CB8AAB}"/>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64B36C8C-B5DF-4013-A490-0C359F10691E}"/>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79FD8FD6-3F7B-4D05-A858-9A65CEFB4822}"/>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A3DCC83C-C031-411F-AD40-146D863A643D}"/>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5817BF95-8773-405A-B932-45F02418E6C3}"/>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6BB666DC-48A7-4B2E-8E56-3DC9ADA91755}"/>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43B65543-C8EB-4C51-8713-300BEBDA8C89}"/>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45EEC260-C93D-4F13-907F-46C445DD4DB2}"/>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43397B56-560D-42F0-B893-178BD8BF2036}"/>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0A4CE575-C1CE-4B3A-AB7D-09B70E766C5E}"/>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CB982E58-8BFF-4070-A27A-8EDAD2CA92E4}"/>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E2D38A4C-5938-4577-B9BA-6103E4494E32}"/>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94216689-54CE-4C75-92C2-96CE040E72C8}"/>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D219E405-110E-4333-971C-4DC66BBF92CD}"/>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5C83F9C7-EAE6-4490-9DB0-681565371614}"/>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17ED625D-A822-4FFF-B544-CDDEB29B3009}"/>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7A556406-06FF-46B0-AEF0-7C5DB0BCB8EA}"/>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EB2264E8-8FAD-44AD-B423-D40160BAB7A8}"/>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0ED6A64A-ACEB-4268-AF94-628C0B1B74FB}"/>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2916FA80-8714-4302-A39A-616C47257DB6}"/>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F22E0F29-5BD6-4CB0-95DA-92F91B0C801F}"/>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56ABFC98-24F3-4233-B5CC-1C99DD710FE5}"/>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AA41F67F-A1D3-44CB-BFA6-6D6759A84203}"/>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F23B94ED-3521-4C67-9178-3CF1BA34FD9F}"/>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35E0C611-6C5B-42BD-BF59-6162D9FB0F30}"/>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254F2A9B-5148-4CCB-970F-15B71E21DDC7}"/>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4F663C65-3C11-440B-9A25-47051E833EA4}"/>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985BFC13-B1D7-4368-AEAF-36EAEBFACB86}"/>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F78C3F9F-3217-4D86-B52A-6A222684BABB}"/>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F5625C2E-B9AF-4019-B2B4-9FBAB321CDF6}"/>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5063C23D-FDDA-4724-9BB0-A1221EF255D5}"/>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08D43B17-B5A1-41A0-A7D6-BB5DD2CF7349}"/>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9F26D1E8-501D-4A3C-88B3-4B36F67481CE}"/>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41419A72-25C7-4E12-A2F1-55C36B46EF73}"/>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DCFAFA3B-BC3E-4D29-BF3A-23D21D5DC2AF}"/>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D20860C4-CC58-415C-9C12-386DA1B329BF}"/>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1458D032-C5E5-4DEA-B370-CCDAC7DCD527}"/>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79AC4214-9BED-4EEE-83E4-D542355FF6C6}"/>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E69F74DD-FC90-4B3B-89DD-97424A0C5922}"/>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9AFB72EF-01DD-4D08-9ECC-443D0F4C16CC}"/>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EF9E540B-CCAE-4440-B840-F7C639537DB3}"/>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93164947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C405AC4-2CD3-400F-998D-2A2F1EB100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1A654521-425C-49EE-9F9D-31E26BB65BC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82044775-6544-4D3B-8DE2-661888EE6B9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AA1763-506D-4ED4-BD22-7CE288A26A8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836D5760-5D68-469D-8AB7-5D70F8E37EC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4948740-DA70-400F-AFB1-00BDBAABE2B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F0D7F5A-78B9-42D8-9217-2F3443D7639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D63B9B3-51D3-45D4-BDC5-1E2F4D91B1B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6C2142-3225-4CF6-83D0-F3A5FE0FCA6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8BC447C-849E-4C2F-B9E4-62AA330987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33F1B92-E9AA-41B7-B3BD-17A9A1C4E1D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F4E2B54-DB9B-4EF6-9E26-7A053EF1EE7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0F6E1F9-193D-449B-8710-B2B9B6F679A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576554F-0B48-4B1C-9BB0-31F3697BB91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E746F34-0294-4268-951A-51D87C89CF2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81C7D63B-B1C0-4660-8F85-A146972203EE}"/>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DDCC0AA9-E3BF-446E-977A-4A3321C3BF05}"/>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26AD83D6-908F-458A-A935-8C2DB3481E90}"/>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26E6739-AE29-4046-8E92-16FD1C57DAC5}"/>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91938596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426EC18-4576-4A95-ADFB-7C491FB7832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DFBF1EB6-5052-46B5-9BE9-428131F9EFB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1EE0866E-4CB9-471F-B11F-812BB30EADA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7BD5BC-EE66-4685-9593-4950CCE1837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21762196-7FF0-4673-BF0C-184AA8BC6D0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EB23E3C-E7C0-4986-B79D-5C41A71FB4B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6F2EA25-B169-4FB2-97B4-C5EAE876D45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7F33AF-869E-4099-A35E-E63865D760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448A141-1B2F-4C8D-9BC8-39E6ACF7292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00B179-F5EB-4691-83E5-4E2384D3D6C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C5DF10-6397-404E-891E-C72025E16CC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095A6F-B336-4DB3-98E2-64395ECDEF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E2FA07A-10E3-4C57-ACF0-66FCBB4D5EA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0C78C7-20FB-4D62-8D94-C85981A271D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496F991-FA9C-4338-B468-612325A3976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b708895f40dc4353"/>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A33FD03C-6CD6-482F-BF17-1A0325E053E2}"/>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921DB29D-B299-4889-9203-DF97F78E3489}"/>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4FB6808A-8F8A-4026-9625-D886AAB3822B}"/>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CC8E7C0E-FF9C-4FC8-8ED2-279880B3BAE6}"/>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F4C28406-C2DE-4EBF-813D-57E9732A6CD5}"/>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9926B12-B787-45C0-A76C-61B69B0AC2C0}"/>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75430165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808DEF3-759A-4339-A0EB-A5FB4975E585}"/>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2E09A5BC-6E8B-48D7-9C46-092CB87072DB}"/>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30741D30-7FCC-4612-BCD1-77A609489351}"/>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9C85CC-C6F7-431E-B3A0-1C16C5CD12CF}"/>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2EBFB8D9-0B82-4254-A01A-FBE9847095D2}"/>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9B04CE27-B9B7-49E6-875D-C0BB86C9DA87}"/>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D26DB47F-D975-466A-8E80-5C373B9CC8D9}"/>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CE314F5B-5887-402B-A055-A589FDEE4D55}"/>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57D7BF2-CFC4-4686-91F5-708ADC6EE8C6}"/>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83061946-4316-4BBE-A1B7-D17C46CF0DC6}"/>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51D76D5D-8302-4EA0-85F7-49FBA9B33AB8}"/>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D9160DA2-5BE5-4E35-9C0D-9357DAA8F559}"/>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D2535C54-98BE-41DD-980D-F3B4A89C8172}"/>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823B282E-1584-4DEE-A2BB-A3531AFCC664}"/>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8CAF6CB4-A64C-4B93-9A8B-8FD62484A367}"/>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E5BDE6DD-AB78-4DD8-A11E-6FDC488FEA75}"/>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A2519970-45DE-46AB-9AC9-5629B34B467B}"/>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17C535DB-7E21-4D0F-9C88-72EC96C849ED}"/>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95E72EE0-B9D7-4FF5-A7CC-AA5628D0A426}"/>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6E8FC485-58D8-4A6D-9E23-657218C2C8F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BAE3D81-8E9F-4FFF-9AB8-F48E73417C5F}"/>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DCA37AC1-E284-4487-8BA3-69F8410E81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74058A0-5084-4E5A-89B6-E1054907CB0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ED3C06A7-0F5E-456C-959B-3F7569F2FF8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05A7254-BF8C-4446-B5C9-891C59760B1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93A335EA-6DDA-4806-BFA2-12AA03BC37D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124B1C9-CB24-47C3-9318-C63D6F6AD41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BCB44FA5-8874-4BF1-8794-91B3485C158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367BF9E-BAD6-4DE2-A4F3-C05C4A96C29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EA5B7CC7-0B57-4CEA-9394-EE233DFABEF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6135DE8-BDE9-4134-B18A-896435E0B2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2517173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A3B0A5-6B8C-4A8B-BEF1-BA74E4BDBF9A}"/>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E55F67E3-9A64-4A24-A48A-9F39481B54F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AA21F877-C583-436A-A850-1CCACAC69BB8}"/>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5C46F5-F4EF-4983-813A-CB681F744165}"/>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4654C7F7-6930-43D4-A34B-C44814D66FE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5B4AF9-DDE9-4DE3-BF40-83094216C8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CC52D92-05EF-4BDB-8DBD-C238746BD43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35BE59-134C-4F38-8827-FF38988F0F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CC629D8-A6D6-4F44-92FC-823BEB812CA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3D951AE-89D3-40DF-8C08-0ED0057CF6F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6F667AF-1C83-4FC8-AB3F-3776618419AB}"/>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7377C3C-C504-40DE-AAE1-8F8BB81AFCC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61B18C-9EF9-4793-B1A2-4217083E3C9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01EDEDA-DE87-44E2-AACD-1B37B01B418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52261766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55D6E42-7D84-44D2-B818-4AAD266B26C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4025E00E-6BB4-4FEA-B93E-4E2AA541026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DB617562-C265-4EA3-853D-EABBCE73215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1FD202-E9BB-48CF-82D8-5CF22733D43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FA48F357-3E4E-4215-A764-4A4DCBA3336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DBE8438-ACD8-424A-A596-C26C526AE83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F932A56-2AC3-4259-93B1-5B3DA14D519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B1AA2D-32A4-4A66-A4A2-E8723696433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56B5BE8-0D62-46A9-82F8-954F361A8B8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DCE004-6C37-4851-B133-B24864D576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817A91F-9465-43FE-B9D4-411C518CC65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B454202-CC9D-4754-B7D0-E0A7ACEBA07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098D614-F7C4-4152-8B83-F50C4275C05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05CEEC8-BDE4-4D81-B948-DDC98536D4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B5A52E2-3173-4397-BAA7-2EE2EC61CCC3}"/>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40633AF8-07C3-4F05-A6BB-B1863DE1D75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BE209C77-16A9-4F5F-AC04-9A60F4F999D2}"/>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278C9DBB-B10D-4403-815E-0411E3D719A6}"/>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F6274A9B-132D-4C91-860D-85905769CD5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1FACB45-6C84-417F-B19F-C0365D46FDF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91904242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CDCA1A7-DFEB-40FA-8B38-C1810ABFC5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7D921477-6675-46F5-9E26-6F9CECD8A14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C92AC7AF-D121-46FB-A2B0-46F894F08EF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7EC7ED4-AAF9-4985-8EBB-B31C2D151E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1B5AEEB4-E9BF-44BB-80C1-7D8E64F162E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6E46A2-93C2-41A0-A119-53934B5E795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9DA5746-C5C0-4591-A37C-523D9CAAE20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AB1DEEB-D976-4E0C-B7F9-CFDF2CE3598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BDEEFB-ABD9-4444-9536-1E075056045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C0E7731-63E9-40F6-A25F-7D12C220718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E70CCCA-148F-4D90-A8C1-549E574B1EE4}"/>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5FB1988-928D-4AAF-AE90-7B2F74638E7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6D076A5-7CF9-443D-B077-32A31EF878F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F28EF3-C3A8-4169-9D37-59BAB514EB0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FB31224-DFCC-49EC-A106-01370E94D24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2238AF8E-ABED-407E-8203-B29123711E78}"/>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7EE51C6F-E7E4-4FC2-8968-E143059795C7}"/>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681DF43F-8742-440E-85D4-99B45AD1EE8C}"/>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8E4CE60F-DB97-4DA4-903E-3CB10E14EA08}"/>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04B5955-A49A-416F-9058-5027CB83167E}"/>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26C3D7E4-9B1E-42FB-AA90-05D53C0CDAC8}"/>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FE8F6D96-A35B-4409-95D9-1221D1A764CC}"/>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EB4CB8CF-B0DC-43BC-BFD9-51711FACD950}"/>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B758C3D-DC1E-4636-8278-3582C593273A}"/>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DFC1E1A0-2971-4D1A-A280-3DE58E761B91}"/>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E93E8AF9-2B6C-4A0B-8829-3D09F12C6BCF}"/>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8CCB6E87-D757-489D-9E86-B56824B8C6C7}"/>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693868B-292A-4FC4-A7ED-377177EA98D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9CD10D1-B4F3-42F2-8127-15C95DE87A8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928753843"/>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B920DCCD-1E2C-4283-9B60-47D598DF1E2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81622B8C-7321-4535-959B-7D752F24E5D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27E4C412-BD23-4AED-BDCC-EB0DA589A97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5CA176-86DD-40FE-B3A8-24C20B83369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ECFFA5A7-029F-480D-AEDB-464F14D5654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C51A10F-80F8-4E2D-9DA5-5105EF34A8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64BEDE6-E5C9-4A44-9C30-D2CF5FFE9B6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60A2708-DEB3-44E3-8CBD-A654ED2DE1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2716A41-1174-4D1B-848D-8B463C7D901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917105-34E1-4713-BD47-D7620D959DE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F68B69B-7154-4AB9-BF1F-6C5EDBC087B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39D2A8-AAF4-450D-9A57-6BAD8C1E1EB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0417F1F-0A56-47F4-A03A-7F1EA880846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EBE5C7A-AC42-419F-AC23-4F2A8CC8190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2E46E67-E95D-48D0-9887-02CD062507B4}"/>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8D9ADF19-A6E3-4098-B7A2-475E5F243F46}"/>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F8862ABC-0104-4A46-880F-ADED54C7CBC4}"/>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1D301AF-B92C-4F5E-BD43-39DAF3BB0A04}"/>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D5187E52-2A4D-4454-8937-211D33A6A692}"/>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924E54DB-7898-470D-AB41-516230FEE24A}"/>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4FA4266-1D59-44F7-9F59-B61640542AEC}"/>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2F131235-BA06-4E06-A605-BDE6E4A701DD}"/>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D521EADF-712D-44E1-B6B2-42F4C5E8F22F}"/>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11FE6CA-8F51-4A4C-919C-3FA78C2FD01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49D676F-EE12-43A8-984F-D5C379D2497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181401741"/>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CDD62C1-F672-484E-A6D4-9C9722D98FD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0029167D-45DD-4806-85AE-B0A0A4B9DFE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A8882701-1971-4DA7-94ED-D4F105701F6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AA040F5-272E-4252-BD9B-DC163F0AC6E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1E8884E9-0B93-461D-B82B-C18D9B1049A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476A640-88C0-44B8-BEA4-2ACDD78737E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0147431-DE8F-420B-9C91-713B2F8C3DF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AF16C09-60D3-4664-AC21-EA50EB785D9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BFEA807-03DF-4321-8D72-746059C4F48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3B8B1EF-74BA-425B-B4AD-72FB3C88073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A4702EE-4CC0-44B7-A866-BB12E9B53BE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60ABB74-3FCE-445C-B3BB-65429BE7792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2FECCD5-7B2B-4A3D-867C-A8F48ADBA24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698C62F-C1C5-439B-AFEC-506CFE4263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D6B91FF-3DC7-4145-BC07-D31F2539910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0CA514B5-640D-4FDA-A557-D5F0B94AF52C}"/>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3AF5F76E-2C3B-4F42-8BB3-B0CE54A421AB}"/>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4732FA34-BF85-47A1-A1B2-2E0691328594}"/>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52260075-B78C-4A17-B37F-00F14C69AE1D}"/>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58B9C8D1-4E03-4EDE-9F33-350B96A36277}"/>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43AD82FA-7340-461D-96E9-B5C8AF72B50D}"/>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74A27D10-B373-4CC4-9349-0C6693BD1BC1}"/>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1BB7CC3-47DB-4272-A343-F333D315F61A}"/>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B25756D-18D4-48CD-AD76-B2DFF2E8E287}"/>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71FA3B2-46E1-4669-92A0-9DAB3C9A93C1}"/>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F6A2F6E6-08E6-49C5-9CB4-C8142FFF3A46}"/>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3E2DD0D4-8AE7-43BD-BAEC-C65556269632}"/>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A51340BB-409E-487C-ADA7-A4326DA6CB7D}"/>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FB679FE2-9567-41BB-B309-59181E498636}"/>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550F8B60-8963-47C4-BA8B-CAB274195056}"/>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51D937F1-E4FC-45F4-827B-426EC78830C9}"/>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EE9815F8-D976-4B07-873E-A2C3F9169CE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C6C2D04-501A-43DC-9AC5-B051C7B5E3C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370110532"/>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C0D145A-0DD6-41A0-979B-A5BCB1ACBF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C455DFBF-F654-4E00-B0E9-0D9B2B13EAA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7E208BE0-89C8-4E70-9355-45518D5C98A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AE0B14-861D-43C9-AF75-C77504722E9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737713E0-6E8E-43F6-87F6-9CDC1988FE7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9F44EF1-C117-49DC-912C-337E0C3EAF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979B2A4-1FDC-4CB0-8969-ABE90252F69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A77C03B-7E60-4569-86D2-020427019E9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9E94706-2CAA-42CC-9564-33CD9938C0E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810266-58F9-4917-97C9-0494807553C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A72A0E4-0ED0-4E43-8C6E-F88D588BCEB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92DF799-5140-47F3-AE5E-8AF5BA3719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D375EAC-895F-4AB3-93FC-1DCC6FE207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902B52-E1D6-4420-A034-E031D86E3E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19CA06D-5942-4ED3-AAFC-DE5D3E2E8512}"/>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6C0971CE-8103-4BD7-9B8F-452573319D3D}"/>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9CE8EA78-A391-47E1-9827-ADDAC0F52048}"/>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A76E56C5-0898-4E81-B603-5A41EE7589FA}"/>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BF940A98-A662-487B-9130-D24E5B3BF52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0BAC059-8E9E-4A93-98C8-0B8846359D2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149731369"/>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8BFED6F-E473-4C79-B843-1606DBA3DE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E5CF1AC0-1307-4A99-A69A-AC5EEC2B367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59080025-C6EA-4CE2-80C6-E931BE61755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B8BBD6-1D53-4893-881E-2261F853501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0AAFD09A-E50B-4C9F-B6B7-D3D8F5B9AD5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4683F57-3939-4E38-910A-C0BE330AC15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311FBD6-E022-4F60-B6BA-73856B64232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395478-4BB7-42CA-BFA6-A74A62CAC5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DEB1289-DDCA-4786-AE37-06E81A81D59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82A7DFB-F72C-4276-8357-88F9E620566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66FEC66-EDAA-4F93-96F5-49383673CB08}"/>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6FB83CD-B90E-45E1-9D73-FED2A9098E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BC2F4EE-BCDD-49CD-96BC-4C2982F8C8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6329AE-5086-4C6E-A4CE-C0A14317745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4910CFF-8528-4932-9826-9FAF94010AA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A7A99D05-DE85-40C6-A167-35549573FD2E}"/>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EA03F73D-FB45-448B-B640-D0F9FF9C547E}"/>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7BF430F9-72A6-482E-97A1-8B4704FAED91}"/>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FF3CB98-274A-4621-842E-CF2F63B2042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DF8E7785-F882-434D-8FE2-D43F9FAC4D42}"/>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3AB35DC3-BF8D-413A-822A-9AE10B5AC12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1ABF417-4655-4807-AE45-EE89D283400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60054934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CBBEA94-502C-4A09-B70B-829AE637991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6F2E3F53-01F0-4B44-9BA0-50F8FA3DAE0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AA7CF80F-B950-40EF-9E5C-F92487C61C1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7D5875-B5DD-41A9-A2A7-CA23F9AF673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9993791C-1F72-48D0-981E-12473C20677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BF15133-2463-49BA-97F2-75E24B4AD4A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A2E621-3F1F-478F-8A2A-AC71C0DA5B4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EB14C9-558F-47DD-9EB0-B26FC4A50FC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13C92D5-EF75-4625-8077-E6AA68A731B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D0181E-0B01-451C-BFC2-F0C31DDA7E5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5AC0D4F-5BCC-4514-B1C8-BF150FB5BB6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D192036-0E7B-4C3A-8BE1-D459B1EB1D5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59A7C9D-2F75-4123-A8F4-DF20ED6BCE8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8B5F6CB-21ED-42D8-A0FA-FF737233F5F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12B399E-D9FB-4953-AB13-5FDFB4C7191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9A642038-4EC2-40F7-945D-D6D2419330DD}"/>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BB1F4FD5-330E-479A-95FD-F2B0F0D3FE08}"/>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DE1AF5F6-624F-4F72-BD35-2BDB7E1FBC68}"/>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71DBF53E-0EB5-4A38-BD62-C6CA0F6A6C46}"/>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E15D1894-E326-476F-82A9-578121AE62DC}"/>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A66ACE71-6F79-44CA-8C71-24E2BC4E5666}"/>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2341A2F6-C193-4897-835E-AC5EB6F6A8D5}"/>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A740509-5FED-4D79-850B-FB2D7DB9237F}"/>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2297C643-845D-48F6-BF2A-5336A765F076}"/>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C925E1F4-E27E-4890-BF4D-F8A35AA218C9}"/>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545C023C-95B7-42FF-AC85-EC793721F210}"/>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F29D0D6-A5FB-425C-8F6B-0619A8BE58FE}"/>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0AA7116A-7439-4EEF-B61B-56D659E0C0A1}"/>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FB60A560-494B-42FE-814D-84E8F4F83563}"/>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A8D09310-5FCC-4CD7-8258-88050194E2C7}"/>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94CF65B-8E59-43F5-9A22-22325CC0712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8E6F8E6-DFE4-4EB2-BD52-5722C440114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4429905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8B139A9-7ECC-48F1-AE52-F1629889FC9B}"/>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FE45E3ED-3A2F-44B3-9CF8-AFD1FAE922EB}"/>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93731AC-D20C-45A7-BB27-64176B572AED}"/>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28"/>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7BC97379-7C6F-4C97-B489-EA94B505CA6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D6B86CF-676A-454E-A4DB-2E6D3EA01C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9648B34A-37CD-4495-B638-6BE6EB8C57F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8B0FE46-A00C-4024-81FC-415A19FCF9A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64A00976-316C-4C89-9E6C-6F52CB8C8FC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2A4E585-194E-4C84-A311-EE25E0593AD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8BAC1924-5382-4E65-BD86-230EFECCA7A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F2908EC-4786-4314-88D7-4B76A930968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6A300C8-7D1A-4A3E-BB28-41DEB577B11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757AE5C-14C1-4830-9F4C-9A6F01E87F9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468389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DA28AC0-DF09-4876-B244-74122859CE09}"/>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E2173221-C0EC-4F48-8F67-76FEEECE2111}"/>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37CE2E86-D4F3-4CA1-ADAC-642D610273EB}"/>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4759C7-50C1-43C8-87E3-7F446D7641A7}"/>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B969CFF2-8226-4852-8047-B9306EC8302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38D65D-CE3E-4309-A4EE-119B482B0EB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0938048-ED42-404A-8406-F53673AED7C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FF9EA19-5966-4D6D-AF16-94F2CF11D93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A351687-7B2D-4012-974A-C8099C34BEB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A13902-E9A4-4300-B899-A5A890D6C7A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EFDFF00-0739-4A7F-927E-2A11477073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54BEA1B-8F64-4CAE-826E-89E8BBF8D16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9D30D32-CDFA-4C6E-A9CD-75B75A34EA96}"/>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F1491F-E748-4A14-B75E-7B8453A3369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721671528"/>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561D4CA1-0EF3-4641-8DF9-91D28199917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1070F9A1-1A79-4AB4-9994-AD9FC6B14E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971769C3-369C-4F29-9657-ED3808D8F16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0EC430-8407-4107-92E6-C3DA9B8924E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2BA13EC0-3675-4171-B882-63CD698FA12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75914A-F60B-4D7D-9E64-B6570440416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6816781-67BE-4442-BBB5-CC8146BE054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72BCFE0-2A5B-430B-BB69-6F872C2ADC9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D615F51-5F21-4931-AA13-B6E2DA5083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FF7030-9131-4D28-AC1A-C5201997BF0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3F370E5-8E1F-45FB-8967-70F2F51E56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756410-9278-479C-B1C6-FACB1355348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8E36368-0A3C-4E89-BAD4-94D2037B627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9EF62E3-5D50-4A8D-8F17-A40457FA9CE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4B02F93-2519-4F2B-BBDF-482CF02E4C2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7A3A7064-0819-4379-A484-99A42E0A740A}"/>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98A12469-ADD7-4E7F-9EF2-20D71473FC1B}"/>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452DE448-6008-42F9-9DB6-ABB3A121865D}"/>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DFA060AE-6440-4D2D-A089-2CEA169A7411}"/>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4873410E-79D5-43E6-A139-5073893A3B0B}"/>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7393892B-1EB0-429B-B9A8-88C4BBEF8CBD}"/>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D9504E9-9FFD-4E37-BD0A-D2C7FFC0F896}"/>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A2D6EAF1-C638-4938-A961-A133C436ABDF}"/>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A64BEE6D-24F8-4AD1-B501-D22A03F075F1}"/>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D30471FD-C100-4F4B-B531-FED990DA658F}"/>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B815F3F5-106B-4728-B45B-2FF6D34FC1E3}"/>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153E9524-1DED-42E5-9F89-88091AB774EE}"/>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92355FD6-CD33-49C1-AFC4-46120F6C729B}"/>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BAD6CC0-0F9D-4474-957B-D51536274288}"/>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52D46177-9B83-4503-AF0A-6B776690C10E}"/>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EF29F59-5CD0-4F17-B610-6854C8249A49}"/>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D34731B8-2570-4E49-8FBC-34304AC7E7ED}"/>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225BC75-BC69-45DD-89B6-648268F9C8D2}"/>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358C452D-FCED-4451-BD0C-A88CCF60E5A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EC7E726-E067-4066-B40F-5C7D1797735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35381720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69F0E89-154B-4B0A-9511-5D06FE673E9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494CF43D-0DDF-4F4E-B699-4119B67E35E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CB5EA9B4-3296-4D45-918D-5837ACF9A5C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A223CF-9187-4BF7-AE8E-86D009B4557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1A58CB5F-B004-40A9-999C-6A135A859B4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03AE98F-035D-452E-8981-8E7F97E6195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FE7F2B9-42CB-4B98-9BB3-B1A4A275355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76CB03-4620-4976-AA9F-7DCFA9EB6FE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FA5F7F5-831C-492D-96BA-C994F721261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076738-3774-4953-9E7B-00B43427BF7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0E57CE1-DD12-4AB3-A362-A5B73C5D21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01F3A8-63D0-4563-9BA1-ACE1A6A2A9A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1EDDAD2-B533-4925-B8A2-0AAF429E875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A69BAFC-6B0D-48AF-90D2-F7E2121E96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6D5E88-4337-4C8E-853D-3E49B210BB1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BF828715-4DC4-441B-A5C2-85294FA8835C}"/>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27D08FB5-41B0-4262-808B-779FF4985171}"/>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45DD70B8-94BF-431D-95E9-A8D01E240123}"/>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5A53A2D-CF94-4E1C-A181-CED17F8444A7}"/>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69363184-FAFF-49F6-BA3C-1DB9D687C0D3}"/>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ABB315DC-311B-4590-B74F-15479E8923AF}"/>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013AD39B-B112-4970-B273-9A9BE099F2A7}"/>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21F71FAA-7467-4055-99B8-456C529567EA}"/>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35BE66F7-40B5-44E5-AFD4-19A456627649}"/>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B60E7FB2-776D-4B60-B1AA-E7F33E618970}"/>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542D59DD-F042-46EC-B946-92D6408E7F7D}"/>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3092266A-DF43-4449-BA88-9B07336130B5}"/>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3894C370-8962-42B7-9D86-77F31B266D3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F3A8948-F6D6-4473-B53D-E6ED54A8E1E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778482464"/>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4DCD76A-E02D-4492-96B2-53C93370CD0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D24A6572-A2B1-45CB-A9F0-7C71F2826A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2B798AC1-98BC-4380-BD94-BFB34B4203F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C541CE5-0F9C-4921-885A-829B2752666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215DE3DA-BD90-4FD3-BE58-A8B00145B8D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B01AD81-5EC1-4621-9313-96BFAAB7207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B95E6FC-DBBE-4EFF-A5D4-4255A0C6B3F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A25D6D-5F02-462F-BB6B-8C53B343B56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DD1F07E-A511-49C3-B9D5-01598E1DC16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4B20ADC-7E48-4FA0-A7C5-A48E1C93546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A7BAD3C-D270-4854-AFDA-CC0BB31A05C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E12922-5F7D-44ED-A26C-EB6CEBD614B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B780A9B-5CE5-4559-B071-8236C5D42BBF}"/>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22E08E-B126-41D7-AF5A-1A56F1FA655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60C863A-5B41-4469-AD12-B0FC47B1F02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DC6C1AC2-93F6-47E4-A02B-9B7E5DE11FFA}"/>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0427E11B-4792-4386-BEB2-46F3893A13DB}"/>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9AAAFE1B-EC6C-4C42-B974-B627B7833A37}"/>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CE5CA3F4-434D-45BF-821A-3114625FA2E3}"/>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5468E423-6AA9-413F-986B-CBFC159BE093}"/>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A7A6824D-CF81-4799-92D5-4FE695162FB4}"/>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85F6BA36-B31F-423B-9422-D196FC82BE4F}"/>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E0411B9-C006-436C-9902-B4C79355646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ECD2C4F-3A9B-42A5-819C-6B108090067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2016740485"/>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A8C60F3-9336-4082-92DD-7823C9EC4B5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E2252456-0F81-410F-9015-151F2A10749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AD7C0C03-F518-4638-A5F9-D0445E8B137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5DD7835-45F5-42A2-B463-FFE0DA853B4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28CD0939-D2A4-4499-AEF7-A3AD24A6C70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9C608FF-DB92-4BD5-BE41-782F89BBB43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A99B3A6-A241-49B2-9B82-B6EDD7FAB12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1EDEA2-C21B-4A45-9C37-ECFC767FD23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3C2656C-BBB9-424A-B61B-CABC23D096A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99D6BE4-736F-453D-9DE5-C95969403E5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AA71135-881D-47F0-A342-B85B2DCAAF3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D12C338-969D-4A65-95DE-8B75B33E788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879AF0F-7143-470B-BEB3-8AE3FDE95786}"/>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9BC61EC-8383-48C3-A8BC-A7FF8E5BD2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023D858-627C-4A03-9FA4-B0C10D323BEF}"/>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B382702F-BF54-40F6-8CD3-D0CE6C2ABE43}"/>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D1269DFF-5473-4B96-9D96-5C92A44FAAF6}"/>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A482B3F-6432-4C8A-8503-62133631FBA2}"/>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FA21B521-4EBA-40C2-B035-17EE6CCB64DF}"/>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D864BC99-802C-47B2-ABF9-AAE81655463A}"/>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5E813F6-DF72-424B-96ED-D058655DE8BB}"/>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167741B8-FAED-4244-976F-3055E6500D2B}"/>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07C59AEA-7F15-4113-A9BB-7D88AFBC0915}"/>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AF69269-9E4D-4364-969F-E693C72DCC2D}"/>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D49796ED-9A33-4683-9760-3A3029B4AF61}"/>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FA43980F-726C-46D3-B43B-CED5D5690321}"/>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C8180D9-49B8-4F19-A72E-94CF2398CAE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4A7EBD3-FDF4-452F-91D4-F1AD8A6C898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24382700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4D2F350A-9F46-450F-AEF5-71BB80A53FC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DA750ED2-DD6F-4EC2-9C2A-F7BFDEAA0A9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35FB9181-0FD8-471A-B072-280D64B07CE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6E6D8C-4589-4B5D-BF94-B04D7FAFBAD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8CF81159-201C-4E86-9BA0-85033D84F2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9C8EFD0-8917-4A07-86DE-BD03F259E22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14493B9-D520-47ED-8A21-C2BDDB8A945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EE4BE5D-1439-4B0B-9198-58A10FD223C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F28E207-97FF-4AEF-9764-D65CE56233E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37EB654-FB33-4769-BB7F-A0002A728DE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BCC91E2-207B-4E8F-9D48-1122BA45381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5AAB017-4D51-4F5C-9937-1F0FD4726D4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AAC3EF2-CA3C-4AA4-A816-F79984207B2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36D66F7-1BD5-4683-90E9-D121298E214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4E0403E-2C7D-4243-B9BE-F4390FE478FA}"/>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3B4585A9-AF7C-4D71-B621-3E1E6604AE49}"/>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CA769BD6-301B-403F-921F-9CE664424FDD}"/>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966C0039-AA88-4268-BE9B-5DFD897A8930}"/>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58C64AF-81DA-4E56-B3CF-D3C2BEC1BC14}"/>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8686147F-D3B3-49FD-96C2-5330FB62176D}"/>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3D4C80A9-9DCB-438B-B44C-8C13C4222B8E}"/>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6AF7DCF9-656C-43B5-8B30-5D4D60D9780C}"/>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7C51183-C9DB-4BB3-BA29-5C249F4FE844}"/>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30BB7301-66B6-4E15-85FA-9196D2086FD5}"/>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3FFC0F72-8B80-49D3-B2F9-5DA3E9A5B663}"/>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02E545DD-5232-4861-B3EC-6A8008049A8D}"/>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C336660-733A-406E-89DC-6D5D4FDC8193}"/>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3FF45AB5-6E63-4F75-811A-F92120977D7E}"/>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D27EB808-D1C0-4009-85ED-DDB95E43D0B6}"/>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3A1BCE8D-996C-46D1-974C-CB8E0045E770}"/>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EB9F87F-04BD-4B23-87A3-B9A85AF817D1}"/>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6D69F285-1AD8-4271-A112-9C440E2C5A3D}"/>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B399429B-9A87-4236-819B-B2EAEEAAB753}"/>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7151FDF4-EE6D-42C0-A9D1-712DF18DB3C2}"/>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16358FB7-3C1F-4782-BB14-56BC29E485CB}"/>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1312586231"/>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666F18B-30F7-4BB9-92D8-E0AC02E4210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8CD56C43-810D-408F-8A93-9A2774EEAA3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DF6DA90E-98C5-40C2-956F-0C7DF98EAF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DC953C1-F1D2-4A08-B7F9-1EF77E50C5B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0AE6C84C-7ABE-49A9-96F2-7CE778EFA2EB}"/>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4EDABC8E-4147-4B6E-BEBB-5CC7E8897DD2}"/>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4BB62BC4-8B43-4423-9340-9FFDD693EC4C}"/>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A6D5CE-BDBE-4A52-A30C-B55FEA3EDDED}"/>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DF227A7A-5150-48CF-AA1D-F238B6FB31BE}"/>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C4850366-9D6E-400B-8DAB-22667FC2843A}"/>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B615B17-918E-44DC-8DF4-ACEF37944731}"/>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8D111CA2-824C-488D-B8DC-6AD82884E849}"/>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B0DD0711-8E0A-483E-AB1C-C9DDFA38763F}"/>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26F465E-862A-49FE-A4E9-6EC0200B6BDE}"/>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15188C4-6952-46AF-9EB1-4BE41811151A}"/>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3EB9879F-1950-45A1-A039-DF519D863604}"/>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2835476-EF8F-4354-B463-49C41E914A9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132D55A-D8F4-4004-9A3E-500008547B2C}"/>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45212063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5F3D24B-DF75-4855-8B06-0DBF9B1708E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219C57FF-8024-40A7-BE61-F8E12932256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20B539A3-AFF7-4E9D-866E-174DF822DE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36D5864-845F-4926-B136-BA31197EF9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48DA9A9C-0376-47AB-B232-D392FEF3CC92}"/>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67435B38-0EC0-43FD-AC69-EA6E27A2D2C9}"/>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EA8C6BA2-0191-40B5-A007-E46641FA99C3}"/>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3B7243-62D7-4DB2-B54A-71379CBC56D2}"/>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C0DE45CD-F625-4F8B-B2B8-FD6464B0BFF8}"/>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49CBA0EA-3B03-4114-8099-7A4ADA5FDC5E}"/>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0FCED7E-A37F-4C9E-BEB0-2B90108B9EBB}"/>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71ED0711-C73E-4C13-9FDB-0AFB68058DF9}"/>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633548F1-38F9-48B6-A5EC-7532E98B3699}"/>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ECBB5AA-5C42-4504-B863-9B6260D4DFCD}"/>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40CC1659-A620-48A1-8048-101AE60E80DF}"/>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40978560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FDFABBC-23EE-4DA5-A83C-FAA480CF8810}"/>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D960C15F-39F8-40DD-8307-DBB4DAC08415}"/>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C55295B1-6912-42D9-9743-A88B9D1599D6}"/>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50D3049-69F2-44AE-9410-D90CD897548F}"/>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255691015"/>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932D8EC-8034-41C2-B059-F854B05DB67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AC131A86-DE99-4846-A390-D7A4643744E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4E55ED27-C228-4629-B8DE-40FC3F18A95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16DA267-87DF-4B49-95ED-CBB1D122F39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4C1E7049-797D-42FD-8E7C-5CE5336A3022}"/>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20265666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2026-08-13T01:19:29.0270000Z</dcterms:created>
  <dcterms:modified xsi:type="dcterms:W3CDTF">2026-08-13T01:19:29.0270000Z</dcterms:modified>
</coreProperties>
</file>