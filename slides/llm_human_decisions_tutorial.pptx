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4b242314c64868" /><Relationship Type="http://schemas.openxmlformats.org/officeDocument/2006/relationships/extended-properties" Target="/docProps/app.xml" Id="Rf98bdf58aabe4560" /><Relationship Type="http://schemas.openxmlformats.org/officeDocument/2006/relationships/officeDocument" Target="/ppt/presentation.xml" Id="R3ea413563bce488f" /></Relationships>
</file>

<file path=ppt/presentation.xml><?xml version="1.0" encoding="utf-8"?>
<p:presentation xmlns:p="http://schemas.openxmlformats.org/presentationml/2006/main">
  <p:sldMasterIdLst>
    <p:sldMasterId xmlns:r="http://schemas.openxmlformats.org/officeDocument/2006/relationships" id="2147483648" r:id="Rc5833854cc9847ea"/>
  </p:sldMasterIdLst>
  <p:notesMasterIdLst>
    <p:notesMasterId xmlns:r="http://schemas.openxmlformats.org/officeDocument/2006/relationships" r:id="R0a59b5f546354d00"/>
  </p:notesMasterIdLst>
  <p:sldIdLst>
    <p:sldId xmlns:r="http://schemas.openxmlformats.org/officeDocument/2006/relationships" id="256" r:id="R182a888e1efe4e36"/>
    <p:sldId xmlns:r="http://schemas.openxmlformats.org/officeDocument/2006/relationships" id="257" r:id="R779ab46299714c08"/>
    <p:sldId xmlns:r="http://schemas.openxmlformats.org/officeDocument/2006/relationships" id="258" r:id="R3419eb748ba6444e"/>
    <p:sldId xmlns:r="http://schemas.openxmlformats.org/officeDocument/2006/relationships" id="259" r:id="R491e6acd48d7406e"/>
    <p:sldId xmlns:r="http://schemas.openxmlformats.org/officeDocument/2006/relationships" id="260" r:id="R6c8461d2f62b4d45"/>
    <p:sldId xmlns:r="http://schemas.openxmlformats.org/officeDocument/2006/relationships" id="261" r:id="R37efa5a2faba4a56"/>
    <p:sldId xmlns:r="http://schemas.openxmlformats.org/officeDocument/2006/relationships" id="262" r:id="Rc0a8d22168ab4b99"/>
    <p:sldId xmlns:r="http://schemas.openxmlformats.org/officeDocument/2006/relationships" id="263" r:id="R19936da790b94c34"/>
    <p:sldId xmlns:r="http://schemas.openxmlformats.org/officeDocument/2006/relationships" id="264" r:id="Rc4fdb21639fe43dc"/>
    <p:sldId xmlns:r="http://schemas.openxmlformats.org/officeDocument/2006/relationships" id="265" r:id="R3accd51805ab435d"/>
    <p:sldId xmlns:r="http://schemas.openxmlformats.org/officeDocument/2006/relationships" id="266" r:id="R9b6e922392054636"/>
    <p:sldId xmlns:r="http://schemas.openxmlformats.org/officeDocument/2006/relationships" id="267" r:id="Rb4a0f5855eb24ffc"/>
    <p:sldId xmlns:r="http://schemas.openxmlformats.org/officeDocument/2006/relationships" id="268" r:id="Rdf6b542636e54383"/>
    <p:sldId xmlns:r="http://schemas.openxmlformats.org/officeDocument/2006/relationships" id="269" r:id="R91b0f0f911bf4b82"/>
    <p:sldId xmlns:r="http://schemas.openxmlformats.org/officeDocument/2006/relationships" id="270" r:id="R191892afa34b4ee4"/>
    <p:sldId xmlns:r="http://schemas.openxmlformats.org/officeDocument/2006/relationships" id="271" r:id="Red601a73bda24714"/>
    <p:sldId xmlns:r="http://schemas.openxmlformats.org/officeDocument/2006/relationships" id="272" r:id="Rb9e41362a3934507"/>
    <p:sldId xmlns:r="http://schemas.openxmlformats.org/officeDocument/2006/relationships" id="273" r:id="R247c33317b8d4077"/>
    <p:sldId xmlns:r="http://schemas.openxmlformats.org/officeDocument/2006/relationships" id="274" r:id="Rf848ade58c894be0"/>
    <p:sldId xmlns:r="http://schemas.openxmlformats.org/officeDocument/2006/relationships" id="275" r:id="R785d10903bb249c4"/>
    <p:sldId xmlns:r="http://schemas.openxmlformats.org/officeDocument/2006/relationships" id="276" r:id="R8c6380ec406a47a5"/>
    <p:sldId xmlns:r="http://schemas.openxmlformats.org/officeDocument/2006/relationships" id="277" r:id="R2eb3cf9884cd4ca5"/>
    <p:sldId xmlns:r="http://schemas.openxmlformats.org/officeDocument/2006/relationships" id="278" r:id="R2c51bc22756042b3"/>
    <p:sldId xmlns:r="http://schemas.openxmlformats.org/officeDocument/2006/relationships" id="279" r:id="R99b62568997c4436"/>
    <p:sldId xmlns:r="http://schemas.openxmlformats.org/officeDocument/2006/relationships" id="280" r:id="Rd4f89f626b7346c3"/>
    <p:sldId xmlns:r="http://schemas.openxmlformats.org/officeDocument/2006/relationships" id="281" r:id="R4f1c303d6af34002"/>
    <p:sldId xmlns:r="http://schemas.openxmlformats.org/officeDocument/2006/relationships" id="282" r:id="R0f707479ba6d4ced"/>
    <p:sldId xmlns:r="http://schemas.openxmlformats.org/officeDocument/2006/relationships" id="283" r:id="Rb71ab1aa018343cb"/>
    <p:sldId xmlns:r="http://schemas.openxmlformats.org/officeDocument/2006/relationships" id="284" r:id="R9d5426fa6a344647"/>
    <p:sldId xmlns:r="http://schemas.openxmlformats.org/officeDocument/2006/relationships" id="285" r:id="R024a7570ebcf4a8e"/>
    <p:sldId xmlns:r="http://schemas.openxmlformats.org/officeDocument/2006/relationships" id="286" r:id="Rc6bb1f9c78974acb"/>
    <p:sldId xmlns:r="http://schemas.openxmlformats.org/officeDocument/2006/relationships" id="287" r:id="Rd859f274d08743f0"/>
    <p:sldId xmlns:r="http://schemas.openxmlformats.org/officeDocument/2006/relationships" id="288" r:id="R4c9f1f47ee554ae7"/>
    <p:sldId xmlns:r="http://schemas.openxmlformats.org/officeDocument/2006/relationships" id="289" r:id="Re27a30d440994e2d"/>
    <p:sldId xmlns:r="http://schemas.openxmlformats.org/officeDocument/2006/relationships" id="290" r:id="Rb00e41a8d60d43df"/>
    <p:sldId xmlns:r="http://schemas.openxmlformats.org/officeDocument/2006/relationships" id="291" r:id="Rda053058599d44ca"/>
    <p:sldId xmlns:r="http://schemas.openxmlformats.org/officeDocument/2006/relationships" id="292" r:id="Rab357df081904c09"/>
    <p:sldId xmlns:r="http://schemas.openxmlformats.org/officeDocument/2006/relationships" id="293" r:id="R0ad766544d3242fb"/>
    <p:sldId xmlns:r="http://schemas.openxmlformats.org/officeDocument/2006/relationships" id="294" r:id="Rb3ac3d0a638e4cd9"/>
    <p:sldId xmlns:r="http://schemas.openxmlformats.org/officeDocument/2006/relationships" id="295" r:id="Re9f181700ae14f2e"/>
    <p:sldId xmlns:r="http://schemas.openxmlformats.org/officeDocument/2006/relationships" id="296" r:id="R40fc5edd231c4ac8"/>
    <p:sldId xmlns:r="http://schemas.openxmlformats.org/officeDocument/2006/relationships" id="297" r:id="R5596a8274eee4c8c"/>
    <p:sldId xmlns:r="http://schemas.openxmlformats.org/officeDocument/2006/relationships" id="298" r:id="R3c9f85d0e48a40e0"/>
    <p:sldId xmlns:r="http://schemas.openxmlformats.org/officeDocument/2006/relationships" id="299" r:id="Rb2944ee073274f30"/>
    <p:sldId xmlns:r="http://schemas.openxmlformats.org/officeDocument/2006/relationships" id="300" r:id="R9929b6c3161649d7"/>
    <p:sldId xmlns:r="http://schemas.openxmlformats.org/officeDocument/2006/relationships" id="301" r:id="R0a17db73f53e45b2"/>
    <p:sldId xmlns:r="http://schemas.openxmlformats.org/officeDocument/2006/relationships" id="302" r:id="R83fc6b8a83454b1c"/>
    <p:sldId xmlns:r="http://schemas.openxmlformats.org/officeDocument/2006/relationships" id="303" r:id="Rd2b8537e58a6446d"/>
    <p:sldId xmlns:r="http://schemas.openxmlformats.org/officeDocument/2006/relationships" id="304" r:id="R5f81948782cc44d3"/>
    <p:sldId xmlns:r="http://schemas.openxmlformats.org/officeDocument/2006/relationships" id="305" r:id="R5ec54096aad74794"/>
    <p:sldId xmlns:r="http://schemas.openxmlformats.org/officeDocument/2006/relationships" id="306" r:id="Rfde999e036cb48d4"/>
    <p:sldId xmlns:r="http://schemas.openxmlformats.org/officeDocument/2006/relationships" id="307" r:id="R9e4d60c7e9754549"/>
    <p:sldId xmlns:r="http://schemas.openxmlformats.org/officeDocument/2006/relationships" id="308" r:id="R83947bbf228048d6"/>
    <p:sldId xmlns:r="http://schemas.openxmlformats.org/officeDocument/2006/relationships" id="309" r:id="Rcb16480216aa4f70"/>
    <p:sldId xmlns:r="http://schemas.openxmlformats.org/officeDocument/2006/relationships" id="310" r:id="R50500ec69135443d"/>
    <p:sldId xmlns:r="http://schemas.openxmlformats.org/officeDocument/2006/relationships" id="311" r:id="R0c5caacf2dab4524"/>
    <p:sldId xmlns:r="http://schemas.openxmlformats.org/officeDocument/2006/relationships" id="312" r:id="R15df94c773f44f70"/>
    <p:sldId xmlns:r="http://schemas.openxmlformats.org/officeDocument/2006/relationships" id="313" r:id="Rcc5406aa0f0a4cef"/>
    <p:sldId xmlns:r="http://schemas.openxmlformats.org/officeDocument/2006/relationships" id="314" r:id="R130083b0b9e94460"/>
    <p:sldId xmlns:r="http://schemas.openxmlformats.org/officeDocument/2006/relationships" id="315" r:id="Ra9ca4b1bdbc74f2e"/>
    <p:sldId xmlns:r="http://schemas.openxmlformats.org/officeDocument/2006/relationships" id="316" r:id="R3abc29bc36234bab"/>
    <p:sldId xmlns:r="http://schemas.openxmlformats.org/officeDocument/2006/relationships" id="317" r:id="R968e3041eda54f20"/>
    <p:sldId xmlns:r="http://schemas.openxmlformats.org/officeDocument/2006/relationships" id="318" r:id="Rf08ee934e2d04802"/>
    <p:sldId xmlns:r="http://schemas.openxmlformats.org/officeDocument/2006/relationships" id="319" r:id="Rc1d7ce33555c4a8a"/>
    <p:sldId xmlns:r="http://schemas.openxmlformats.org/officeDocument/2006/relationships" id="320" r:id="R0a69b09f2de74889"/>
    <p:sldId xmlns:r="http://schemas.openxmlformats.org/officeDocument/2006/relationships" id="321" r:id="R3e5ce55e80824075"/>
    <p:sldId xmlns:r="http://schemas.openxmlformats.org/officeDocument/2006/relationships" id="322" r:id="R2c28a98a9abd49ee"/>
    <p:sldId xmlns:r="http://schemas.openxmlformats.org/officeDocument/2006/relationships" id="323" r:id="Rb5548e11de2f40c9"/>
    <p:sldId xmlns:r="http://schemas.openxmlformats.org/officeDocument/2006/relationships" id="324" r:id="Ref6028b18bac44ee"/>
    <p:sldId xmlns:r="http://schemas.openxmlformats.org/officeDocument/2006/relationships" id="325" r:id="Rf320a8893bdc495d"/>
    <p:sldId xmlns:r="http://schemas.openxmlformats.org/officeDocument/2006/relationships" id="326" r:id="Reec76868c7684711"/>
    <p:sldId xmlns:r="http://schemas.openxmlformats.org/officeDocument/2006/relationships" id="327" r:id="R7034cdafb8484778"/>
    <p:sldId xmlns:r="http://schemas.openxmlformats.org/officeDocument/2006/relationships" id="328" r:id="R1bc02880c6bd4a6d"/>
    <p:sldId xmlns:r="http://schemas.openxmlformats.org/officeDocument/2006/relationships" id="329" r:id="Rf39e603a14f340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76430c19364507" /><Relationship Type="http://schemas.openxmlformats.org/officeDocument/2006/relationships/slideMaster" Target="/ppt/slideMasters/slideMaster1.xml" Id="Rc5833854cc9847ea" /><Relationship Type="http://schemas.openxmlformats.org/officeDocument/2006/relationships/notesMaster" Target="/ppt/notesMasters/notesMaster1.xml" Id="R0a59b5f546354d00" /><Relationship Type="http://schemas.openxmlformats.org/officeDocument/2006/relationships/presProps" Target="/ppt/presProps.xml" Id="Rb342167b37c8450e" /><Relationship Type="http://schemas.openxmlformats.org/officeDocument/2006/relationships/tableStyles" Target="/ppt/tableStyles.xml" Id="R7d13cab15c0c451d" /><Relationship Type="http://schemas.openxmlformats.org/officeDocument/2006/relationships/slide" Target="/ppt/slides/slide1.xml" Id="R182a888e1efe4e36" /><Relationship Type="http://schemas.openxmlformats.org/officeDocument/2006/relationships/slide" Target="/ppt/slides/slide2.xml" Id="R779ab46299714c08" /><Relationship Type="http://schemas.openxmlformats.org/officeDocument/2006/relationships/slide" Target="/ppt/slides/slide3.xml" Id="R3419eb748ba6444e" /><Relationship Type="http://schemas.openxmlformats.org/officeDocument/2006/relationships/slide" Target="/ppt/slides/slide4.xml" Id="R491e6acd48d7406e" /><Relationship Type="http://schemas.openxmlformats.org/officeDocument/2006/relationships/slide" Target="/ppt/slides/slide5.xml" Id="R6c8461d2f62b4d45" /><Relationship Type="http://schemas.openxmlformats.org/officeDocument/2006/relationships/slide" Target="/ppt/slides/slide6.xml" Id="R37efa5a2faba4a56" /><Relationship Type="http://schemas.openxmlformats.org/officeDocument/2006/relationships/slide" Target="/ppt/slides/slide7.xml" Id="Rc0a8d22168ab4b99" /><Relationship Type="http://schemas.openxmlformats.org/officeDocument/2006/relationships/slide" Target="/ppt/slides/slide8.xml" Id="R19936da790b94c34" /><Relationship Type="http://schemas.openxmlformats.org/officeDocument/2006/relationships/slide" Target="/ppt/slides/slide9.xml" Id="Rc4fdb21639fe43dc" /><Relationship Type="http://schemas.openxmlformats.org/officeDocument/2006/relationships/slide" Target="/ppt/slides/slide10.xml" Id="R3accd51805ab435d" /><Relationship Type="http://schemas.openxmlformats.org/officeDocument/2006/relationships/slide" Target="/ppt/slides/slide11.xml" Id="R9b6e922392054636" /><Relationship Type="http://schemas.openxmlformats.org/officeDocument/2006/relationships/slide" Target="/ppt/slides/slide12.xml" Id="Rb4a0f5855eb24ffc" /><Relationship Type="http://schemas.openxmlformats.org/officeDocument/2006/relationships/slide" Target="/ppt/slides/slide13.xml" Id="Rdf6b542636e54383" /><Relationship Type="http://schemas.openxmlformats.org/officeDocument/2006/relationships/slide" Target="/ppt/slides/slide14.xml" Id="R91b0f0f911bf4b82" /><Relationship Type="http://schemas.openxmlformats.org/officeDocument/2006/relationships/slide" Target="/ppt/slides/slide15.xml" Id="R191892afa34b4ee4" /><Relationship Type="http://schemas.openxmlformats.org/officeDocument/2006/relationships/slide" Target="/ppt/slides/slide16.xml" Id="Red601a73bda24714" /><Relationship Type="http://schemas.openxmlformats.org/officeDocument/2006/relationships/slide" Target="/ppt/slides/slide17.xml" Id="Rb9e41362a3934507" /><Relationship Type="http://schemas.openxmlformats.org/officeDocument/2006/relationships/slide" Target="/ppt/slides/slide18.xml" Id="R247c33317b8d4077" /><Relationship Type="http://schemas.openxmlformats.org/officeDocument/2006/relationships/slide" Target="/ppt/slides/slide19.xml" Id="Rf848ade58c894be0" /><Relationship Type="http://schemas.openxmlformats.org/officeDocument/2006/relationships/slide" Target="/ppt/slides/slide20.xml" Id="R785d10903bb249c4" /><Relationship Type="http://schemas.openxmlformats.org/officeDocument/2006/relationships/slide" Target="/ppt/slides/slide21.xml" Id="R8c6380ec406a47a5" /><Relationship Type="http://schemas.openxmlformats.org/officeDocument/2006/relationships/slide" Target="/ppt/slides/slide22.xml" Id="R2eb3cf9884cd4ca5" /><Relationship Type="http://schemas.openxmlformats.org/officeDocument/2006/relationships/slide" Target="/ppt/slides/slide23.xml" Id="R2c51bc22756042b3" /><Relationship Type="http://schemas.openxmlformats.org/officeDocument/2006/relationships/slide" Target="/ppt/slides/slide24.xml" Id="R99b62568997c4436" /><Relationship Type="http://schemas.openxmlformats.org/officeDocument/2006/relationships/slide" Target="/ppt/slides/slide25.xml" Id="Rd4f89f626b7346c3" /><Relationship Type="http://schemas.openxmlformats.org/officeDocument/2006/relationships/slide" Target="/ppt/slides/slide26.xml" Id="R4f1c303d6af34002" /><Relationship Type="http://schemas.openxmlformats.org/officeDocument/2006/relationships/slide" Target="/ppt/slides/slide27.xml" Id="R0f707479ba6d4ced" /><Relationship Type="http://schemas.openxmlformats.org/officeDocument/2006/relationships/slide" Target="/ppt/slides/slide28.xml" Id="Rb71ab1aa018343cb" /><Relationship Type="http://schemas.openxmlformats.org/officeDocument/2006/relationships/slide" Target="/ppt/slides/slide29.xml" Id="R9d5426fa6a344647" /><Relationship Type="http://schemas.openxmlformats.org/officeDocument/2006/relationships/slide" Target="/ppt/slides/slide30.xml" Id="R024a7570ebcf4a8e" /><Relationship Type="http://schemas.openxmlformats.org/officeDocument/2006/relationships/slide" Target="/ppt/slides/slide31.xml" Id="Rc6bb1f9c78974acb" /><Relationship Type="http://schemas.openxmlformats.org/officeDocument/2006/relationships/slide" Target="/ppt/slides/slide32.xml" Id="Rd859f274d08743f0" /><Relationship Type="http://schemas.openxmlformats.org/officeDocument/2006/relationships/slide" Target="/ppt/slides/slide33.xml" Id="R4c9f1f47ee554ae7" /><Relationship Type="http://schemas.openxmlformats.org/officeDocument/2006/relationships/slide" Target="/ppt/slides/slide34.xml" Id="Re27a30d440994e2d" /><Relationship Type="http://schemas.openxmlformats.org/officeDocument/2006/relationships/slide" Target="/ppt/slides/slide35.xml" Id="Rb00e41a8d60d43df" /><Relationship Type="http://schemas.openxmlformats.org/officeDocument/2006/relationships/slide" Target="/ppt/slides/slide36.xml" Id="Rda053058599d44ca" /><Relationship Type="http://schemas.openxmlformats.org/officeDocument/2006/relationships/slide" Target="/ppt/slides/slide37.xml" Id="Rab357df081904c09" /><Relationship Type="http://schemas.openxmlformats.org/officeDocument/2006/relationships/slide" Target="/ppt/slides/slide38.xml" Id="R0ad766544d3242fb" /><Relationship Type="http://schemas.openxmlformats.org/officeDocument/2006/relationships/slide" Target="/ppt/slides/slide39.xml" Id="Rb3ac3d0a638e4cd9" /><Relationship Type="http://schemas.openxmlformats.org/officeDocument/2006/relationships/slide" Target="/ppt/slides/slide40.xml" Id="Re9f181700ae14f2e" /><Relationship Type="http://schemas.openxmlformats.org/officeDocument/2006/relationships/slide" Target="/ppt/slides/slide41.xml" Id="R40fc5edd231c4ac8" /><Relationship Type="http://schemas.openxmlformats.org/officeDocument/2006/relationships/slide" Target="/ppt/slides/slide42.xml" Id="R5596a8274eee4c8c" /><Relationship Type="http://schemas.openxmlformats.org/officeDocument/2006/relationships/slide" Target="/ppt/slides/slide43.xml" Id="R3c9f85d0e48a40e0" /><Relationship Type="http://schemas.openxmlformats.org/officeDocument/2006/relationships/slide" Target="/ppt/slides/slide44.xml" Id="Rb2944ee073274f30" /><Relationship Type="http://schemas.openxmlformats.org/officeDocument/2006/relationships/slide" Target="/ppt/slides/slide45.xml" Id="R9929b6c3161649d7" /><Relationship Type="http://schemas.openxmlformats.org/officeDocument/2006/relationships/slide" Target="/ppt/slides/slide46.xml" Id="R0a17db73f53e45b2" /><Relationship Type="http://schemas.openxmlformats.org/officeDocument/2006/relationships/slide" Target="/ppt/slides/slide47.xml" Id="R83fc6b8a83454b1c" /><Relationship Type="http://schemas.openxmlformats.org/officeDocument/2006/relationships/slide" Target="/ppt/slides/slide48.xml" Id="Rd2b8537e58a6446d" /><Relationship Type="http://schemas.openxmlformats.org/officeDocument/2006/relationships/slide" Target="/ppt/slides/slide49.xml" Id="R5f81948782cc44d3" /><Relationship Type="http://schemas.openxmlformats.org/officeDocument/2006/relationships/slide" Target="/ppt/slides/slide50.xml" Id="R5ec54096aad74794" /><Relationship Type="http://schemas.openxmlformats.org/officeDocument/2006/relationships/slide" Target="/ppt/slides/slide51.xml" Id="Rfde999e036cb48d4" /><Relationship Type="http://schemas.openxmlformats.org/officeDocument/2006/relationships/slide" Target="/ppt/slides/slide52.xml" Id="R9e4d60c7e9754549" /><Relationship Type="http://schemas.openxmlformats.org/officeDocument/2006/relationships/slide" Target="/ppt/slides/slide53.xml" Id="R83947bbf228048d6" /><Relationship Type="http://schemas.openxmlformats.org/officeDocument/2006/relationships/slide" Target="/ppt/slides/slide54.xml" Id="Rcb16480216aa4f70" /><Relationship Type="http://schemas.openxmlformats.org/officeDocument/2006/relationships/slide" Target="/ppt/slides/slide55.xml" Id="R50500ec69135443d" /><Relationship Type="http://schemas.openxmlformats.org/officeDocument/2006/relationships/slide" Target="/ppt/slides/slide56.xml" Id="R0c5caacf2dab4524" /><Relationship Type="http://schemas.openxmlformats.org/officeDocument/2006/relationships/slide" Target="/ppt/slides/slide57.xml" Id="R15df94c773f44f70" /><Relationship Type="http://schemas.openxmlformats.org/officeDocument/2006/relationships/slide" Target="/ppt/slides/slide58.xml" Id="Rcc5406aa0f0a4cef" /><Relationship Type="http://schemas.openxmlformats.org/officeDocument/2006/relationships/slide" Target="/ppt/slides/slide59.xml" Id="R130083b0b9e94460" /><Relationship Type="http://schemas.openxmlformats.org/officeDocument/2006/relationships/slide" Target="/ppt/slides/slide60.xml" Id="Ra9ca4b1bdbc74f2e" /><Relationship Type="http://schemas.openxmlformats.org/officeDocument/2006/relationships/slide" Target="/ppt/slides/slide61.xml" Id="R3abc29bc36234bab" /><Relationship Type="http://schemas.openxmlformats.org/officeDocument/2006/relationships/slide" Target="/ppt/slides/slide62.xml" Id="R968e3041eda54f20" /><Relationship Type="http://schemas.openxmlformats.org/officeDocument/2006/relationships/slide" Target="/ppt/slides/slide63.xml" Id="Rf08ee934e2d04802" /><Relationship Type="http://schemas.openxmlformats.org/officeDocument/2006/relationships/slide" Target="/ppt/slides/slide64.xml" Id="Rc1d7ce33555c4a8a" /><Relationship Type="http://schemas.openxmlformats.org/officeDocument/2006/relationships/slide" Target="/ppt/slides/slide65.xml" Id="R0a69b09f2de74889" /><Relationship Type="http://schemas.openxmlformats.org/officeDocument/2006/relationships/slide" Target="/ppt/slides/slide66.xml" Id="R3e5ce55e80824075" /><Relationship Type="http://schemas.openxmlformats.org/officeDocument/2006/relationships/slide" Target="/ppt/slides/slide67.xml" Id="R2c28a98a9abd49ee" /><Relationship Type="http://schemas.openxmlformats.org/officeDocument/2006/relationships/slide" Target="/ppt/slides/slide68.xml" Id="Rb5548e11de2f40c9" /><Relationship Type="http://schemas.openxmlformats.org/officeDocument/2006/relationships/slide" Target="/ppt/slides/slide69.xml" Id="Ref6028b18bac44ee" /><Relationship Type="http://schemas.openxmlformats.org/officeDocument/2006/relationships/slide" Target="/ppt/slides/slide70.xml" Id="Rf320a8893bdc495d" /><Relationship Type="http://schemas.openxmlformats.org/officeDocument/2006/relationships/slide" Target="/ppt/slides/slide71.xml" Id="Reec76868c7684711" /><Relationship Type="http://schemas.openxmlformats.org/officeDocument/2006/relationships/slide" Target="/ppt/slides/slide72.xml" Id="R7034cdafb8484778" /><Relationship Type="http://schemas.openxmlformats.org/officeDocument/2006/relationships/slide" Target="/ppt/slides/slide73.xml" Id="R1bc02880c6bd4a6d" /><Relationship Type="http://schemas.openxmlformats.org/officeDocument/2006/relationships/slide" Target="/ppt/slides/slide74.xml" Id="Rf39e603a14f340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c52df8751c46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8d9aa1423941d2" /><Relationship Type="http://schemas.openxmlformats.org/officeDocument/2006/relationships/notesMaster" Target="/ppt/notesMasters/notesMaster1.xml" Id="R5f932b68bc8040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7c07c7f2b545ca" /><Relationship Type="http://schemas.openxmlformats.org/officeDocument/2006/relationships/notesMaster" Target="/ppt/notesMasters/notesMaster1.xml" Id="Rcab6a9f210c643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b315d9fd3a41cd" /><Relationship Type="http://schemas.openxmlformats.org/officeDocument/2006/relationships/notesMaster" Target="/ppt/notesMasters/notesMaster1.xml" Id="Rc5eb9799a8ac4b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38fbbe70ad4ff5" /><Relationship Type="http://schemas.openxmlformats.org/officeDocument/2006/relationships/notesMaster" Target="/ppt/notesMasters/notesMaster1.xml" Id="R586b7a1ffb5842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c9cb1c7e1e4a56" /><Relationship Type="http://schemas.openxmlformats.org/officeDocument/2006/relationships/notesMaster" Target="/ppt/notesMasters/notesMaster1.xml" Id="R374bcf8b7a6445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e7228e5ed64292" /><Relationship Type="http://schemas.openxmlformats.org/officeDocument/2006/relationships/notesMaster" Target="/ppt/notesMasters/notesMaster1.xml" Id="Rf5a840d1b13845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272f148b274ba8" /><Relationship Type="http://schemas.openxmlformats.org/officeDocument/2006/relationships/notesMaster" Target="/ppt/notesMasters/notesMaster1.xml" Id="R93d7dda43ca840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e74d4592f04e75" /><Relationship Type="http://schemas.openxmlformats.org/officeDocument/2006/relationships/notesMaster" Target="/ppt/notesMasters/notesMaster1.xml" Id="R1a7309d7c0dc4b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98d03880964334" /><Relationship Type="http://schemas.openxmlformats.org/officeDocument/2006/relationships/notesMaster" Target="/ppt/notesMasters/notesMaster1.xml" Id="Rabff6e8b5f1743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f5dc8e2cd044e56" /><Relationship Type="http://schemas.openxmlformats.org/officeDocument/2006/relationships/notesMaster" Target="/ppt/notesMasters/notesMaster1.xml" Id="R1080ad0f7c3f4c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6ed3a3def549b3" /><Relationship Type="http://schemas.openxmlformats.org/officeDocument/2006/relationships/notesMaster" Target="/ppt/notesMasters/notesMaster1.xml" Id="R8a09c442066e45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7825307c194ffc" /><Relationship Type="http://schemas.openxmlformats.org/officeDocument/2006/relationships/notesMaster" Target="/ppt/notesMasters/notesMaster1.xml" Id="Rab30177c7ac643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a0666a67aa417c" /><Relationship Type="http://schemas.openxmlformats.org/officeDocument/2006/relationships/notesMaster" Target="/ppt/notesMasters/notesMaster1.xml" Id="R2f7d60f68a094a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edc0d5674d4a20" /><Relationship Type="http://schemas.openxmlformats.org/officeDocument/2006/relationships/notesMaster" Target="/ppt/notesMasters/notesMaster1.xml" Id="R4601a3ee1bcc48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89aa6cb8d5400d" /><Relationship Type="http://schemas.openxmlformats.org/officeDocument/2006/relationships/notesMaster" Target="/ppt/notesMasters/notesMaster1.xml" Id="Rdb03d76c5a654f6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c32351c9ea44282" /><Relationship Type="http://schemas.openxmlformats.org/officeDocument/2006/relationships/notesMaster" Target="/ppt/notesMasters/notesMaster1.xml" Id="Rcccd4906550f4b1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9a86e670ce44e5a" /><Relationship Type="http://schemas.openxmlformats.org/officeDocument/2006/relationships/notesMaster" Target="/ppt/notesMasters/notesMaster1.xml" Id="R4a1b78eb476b4cd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d1ad27b50a94a3f" /><Relationship Type="http://schemas.openxmlformats.org/officeDocument/2006/relationships/notesMaster" Target="/ppt/notesMasters/notesMaster1.xml" Id="R35fa915ba8a149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cdb9bb234274d61" /><Relationship Type="http://schemas.openxmlformats.org/officeDocument/2006/relationships/notesMaster" Target="/ppt/notesMasters/notesMaster1.xml" Id="Rb8c344de27064bb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dec32cad805488d" /><Relationship Type="http://schemas.openxmlformats.org/officeDocument/2006/relationships/notesMaster" Target="/ppt/notesMasters/notesMaster1.xml" Id="Rde60e6d5729d41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cac51b9a69c4e16" /><Relationship Type="http://schemas.openxmlformats.org/officeDocument/2006/relationships/notesMaster" Target="/ppt/notesMasters/notesMaster1.xml" Id="R1b2bf67558d246d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dc5b4cc4944be7" /><Relationship Type="http://schemas.openxmlformats.org/officeDocument/2006/relationships/notesMaster" Target="/ppt/notesMasters/notesMaster1.xml" Id="R85954bd61c444b1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32576800f87430d" /><Relationship Type="http://schemas.openxmlformats.org/officeDocument/2006/relationships/notesMaster" Target="/ppt/notesMasters/notesMaster1.xml" Id="R63a88a4596634d4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38ee5656fa4421" /><Relationship Type="http://schemas.openxmlformats.org/officeDocument/2006/relationships/notesMaster" Target="/ppt/notesMasters/notesMaster1.xml" Id="Rf2aa9e937ab94f0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a8e8b753a844b72" /><Relationship Type="http://schemas.openxmlformats.org/officeDocument/2006/relationships/notesMaster" Target="/ppt/notesMasters/notesMaster1.xml" Id="Rf1f34e1b85e646e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f63910c43664575" /><Relationship Type="http://schemas.openxmlformats.org/officeDocument/2006/relationships/notesMaster" Target="/ppt/notesMasters/notesMaster1.xml" Id="R7dcb636c084c441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b0a54bb26d148b9" /><Relationship Type="http://schemas.openxmlformats.org/officeDocument/2006/relationships/notesMaster" Target="/ppt/notesMasters/notesMaster1.xml" Id="R3836e426443b48d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bfc255ba1cf42c3" /><Relationship Type="http://schemas.openxmlformats.org/officeDocument/2006/relationships/notesMaster" Target="/ppt/notesMasters/notesMaster1.xml" Id="R97b0efd1cdfd4d3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e70271d839a4b84" /><Relationship Type="http://schemas.openxmlformats.org/officeDocument/2006/relationships/notesMaster" Target="/ppt/notesMasters/notesMaster1.xml" Id="R8ba5ed1887664bb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72d4a6d206942fe" /><Relationship Type="http://schemas.openxmlformats.org/officeDocument/2006/relationships/notesMaster" Target="/ppt/notesMasters/notesMaster1.xml" Id="R6f5d863bf576411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d456fa5917b45c6" /><Relationship Type="http://schemas.openxmlformats.org/officeDocument/2006/relationships/notesMaster" Target="/ppt/notesMasters/notesMaster1.xml" Id="R379ca45fe19949c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8b33befa1584684" /><Relationship Type="http://schemas.openxmlformats.org/officeDocument/2006/relationships/notesMaster" Target="/ppt/notesMasters/notesMaster1.xml" Id="R9b072bb5d9cc40f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f2908afd3654450" /><Relationship Type="http://schemas.openxmlformats.org/officeDocument/2006/relationships/notesMaster" Target="/ppt/notesMasters/notesMaster1.xml" Id="R498240f659794e3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511cbd6958641c4" /><Relationship Type="http://schemas.openxmlformats.org/officeDocument/2006/relationships/notesMaster" Target="/ppt/notesMasters/notesMaster1.xml" Id="R8a933522c2734ba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ffefbdf8772494b" /><Relationship Type="http://schemas.openxmlformats.org/officeDocument/2006/relationships/notesMaster" Target="/ppt/notesMasters/notesMaster1.xml" Id="R10368dc093a34b5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82d5c349a304361" /><Relationship Type="http://schemas.openxmlformats.org/officeDocument/2006/relationships/notesMaster" Target="/ppt/notesMasters/notesMaster1.xml" Id="R194a5d6cf355427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c428747a4674de4" /><Relationship Type="http://schemas.openxmlformats.org/officeDocument/2006/relationships/notesMaster" Target="/ppt/notesMasters/notesMaster1.xml" Id="R0e485a244940490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492288b56fc42b0" /><Relationship Type="http://schemas.openxmlformats.org/officeDocument/2006/relationships/notesMaster" Target="/ppt/notesMasters/notesMaster1.xml" Id="Re683726f9164415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1b8db21276f4bab" /><Relationship Type="http://schemas.openxmlformats.org/officeDocument/2006/relationships/notesMaster" Target="/ppt/notesMasters/notesMaster1.xml" Id="Rf5ab1975e4c949f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be980b91e794886" /><Relationship Type="http://schemas.openxmlformats.org/officeDocument/2006/relationships/notesMaster" Target="/ppt/notesMasters/notesMaster1.xml" Id="R52bf0ef0028947e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0ae755a856a47ee" /><Relationship Type="http://schemas.openxmlformats.org/officeDocument/2006/relationships/notesMaster" Target="/ppt/notesMasters/notesMaster1.xml" Id="R9db715011afe4b1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0263766857c4d50" /><Relationship Type="http://schemas.openxmlformats.org/officeDocument/2006/relationships/notesMaster" Target="/ppt/notesMasters/notesMaster1.xml" Id="R483e44f4ff004e4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fa6d4e7e96745e5" /><Relationship Type="http://schemas.openxmlformats.org/officeDocument/2006/relationships/notesMaster" Target="/ppt/notesMasters/notesMaster1.xml" Id="R1f2ba02b7aec40c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a1a50e10c174ac8" /><Relationship Type="http://schemas.openxmlformats.org/officeDocument/2006/relationships/notesMaster" Target="/ppt/notesMasters/notesMaster1.xml" Id="R70f419a99eb54c4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df3d16cd5cb4604" /><Relationship Type="http://schemas.openxmlformats.org/officeDocument/2006/relationships/notesMaster" Target="/ppt/notesMasters/notesMaster1.xml" Id="Rc025c1cba15644d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4ffb2b790024399" /><Relationship Type="http://schemas.openxmlformats.org/officeDocument/2006/relationships/notesMaster" Target="/ppt/notesMasters/notesMaster1.xml" Id="R70777e054a364ea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8a74e9d522b4126" /><Relationship Type="http://schemas.openxmlformats.org/officeDocument/2006/relationships/notesMaster" Target="/ppt/notesMasters/notesMaster1.xml" Id="Rf1f3792513bc4f5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4d29f27ee504c6e" /><Relationship Type="http://schemas.openxmlformats.org/officeDocument/2006/relationships/notesMaster" Target="/ppt/notesMasters/notesMaster1.xml" Id="R36fd913905de4f3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da0cd88cd8b410e" /><Relationship Type="http://schemas.openxmlformats.org/officeDocument/2006/relationships/notesMaster" Target="/ppt/notesMasters/notesMaster1.xml" Id="Rf0039201174847f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29ec3d519914263" /><Relationship Type="http://schemas.openxmlformats.org/officeDocument/2006/relationships/notesMaster" Target="/ppt/notesMasters/notesMaster1.xml" Id="R424d8ed19c7344b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cb86443d871412c" /><Relationship Type="http://schemas.openxmlformats.org/officeDocument/2006/relationships/notesMaster" Target="/ppt/notesMasters/notesMaster1.xml" Id="R897e5dace8ff468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da3ad2316934508" /><Relationship Type="http://schemas.openxmlformats.org/officeDocument/2006/relationships/notesMaster" Target="/ppt/notesMasters/notesMaster1.xml" Id="R1af2c4ec437e4d8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911039cc42c4afe" /><Relationship Type="http://schemas.openxmlformats.org/officeDocument/2006/relationships/notesMaster" Target="/ppt/notesMasters/notesMaster1.xml" Id="R0499ec72a4c6447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8290cba07a942bf" /><Relationship Type="http://schemas.openxmlformats.org/officeDocument/2006/relationships/notesMaster" Target="/ppt/notesMasters/notesMaster1.xml" Id="R5f5a1c48b15c405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649c3c857ad4f85" /><Relationship Type="http://schemas.openxmlformats.org/officeDocument/2006/relationships/notesMaster" Target="/ppt/notesMasters/notesMaster1.xml" Id="Re6bfd4f2bc2340b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7945b749da7429b" /><Relationship Type="http://schemas.openxmlformats.org/officeDocument/2006/relationships/notesMaster" Target="/ppt/notesMasters/notesMaster1.xml" Id="R6de410d196734c2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571dd856eb44537" /><Relationship Type="http://schemas.openxmlformats.org/officeDocument/2006/relationships/notesMaster" Target="/ppt/notesMasters/notesMaster1.xml" Id="R62a211e34e2f439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9ff8af07e774497" /><Relationship Type="http://schemas.openxmlformats.org/officeDocument/2006/relationships/notesMaster" Target="/ppt/notesMasters/notesMaster1.xml" Id="Rb6f8ee3a31c04ac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b93214a6f3f4b9b" /><Relationship Type="http://schemas.openxmlformats.org/officeDocument/2006/relationships/notesMaster" Target="/ppt/notesMasters/notesMaster1.xml" Id="Rab713ba751c64c2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df5011ca97a4106" /><Relationship Type="http://schemas.openxmlformats.org/officeDocument/2006/relationships/notesMaster" Target="/ppt/notesMasters/notesMaster1.xml" Id="R7ad0b4d893614e3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3b88b7871994f58" /><Relationship Type="http://schemas.openxmlformats.org/officeDocument/2006/relationships/notesMaster" Target="/ppt/notesMasters/notesMaster1.xml" Id="Rd0b602f88cb3466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d0c00a9d3e14c40" /><Relationship Type="http://schemas.openxmlformats.org/officeDocument/2006/relationships/notesMaster" Target="/ppt/notesMasters/notesMaster1.xml" Id="R551651a360b6493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98c271e70e64e06" /><Relationship Type="http://schemas.openxmlformats.org/officeDocument/2006/relationships/notesMaster" Target="/ppt/notesMasters/notesMaster1.xml" Id="R5dfb647e0127414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808cc6faab14701" /><Relationship Type="http://schemas.openxmlformats.org/officeDocument/2006/relationships/notesMaster" Target="/ppt/notesMasters/notesMaster1.xml" Id="R73a18541a7b8438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5b62fcb1156419c" /><Relationship Type="http://schemas.openxmlformats.org/officeDocument/2006/relationships/notesMaster" Target="/ppt/notesMasters/notesMaster1.xml" Id="R7fc8d3e6408c495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8e9145d3f1e4791" /><Relationship Type="http://schemas.openxmlformats.org/officeDocument/2006/relationships/notesMaster" Target="/ppt/notesMasters/notesMaster1.xml" Id="R9ce302163942456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63d26e6204548d6" /><Relationship Type="http://schemas.openxmlformats.org/officeDocument/2006/relationships/notesMaster" Target="/ppt/notesMasters/notesMaster1.xml" Id="R97e6a84be9eb488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c78acd8889f4550" /><Relationship Type="http://schemas.openxmlformats.org/officeDocument/2006/relationships/notesMaster" Target="/ppt/notesMasters/notesMaster1.xml" Id="R7d16e3119077413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094bc032ace4094" /><Relationship Type="http://schemas.openxmlformats.org/officeDocument/2006/relationships/notesMaster" Target="/ppt/notesMasters/notesMaster1.xml" Id="R735ae1f7b9c5438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087db50d0b6462f" /><Relationship Type="http://schemas.openxmlformats.org/officeDocument/2006/relationships/notesMaster" Target="/ppt/notesMasters/notesMaster1.xml" Id="R8b621e8020e0452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5a0c20c625441fc" /><Relationship Type="http://schemas.openxmlformats.org/officeDocument/2006/relationships/notesMaster" Target="/ppt/notesMasters/notesMaster1.xml" Id="R75a33fa450884d0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c34c70eab4f4399" /><Relationship Type="http://schemas.openxmlformats.org/officeDocument/2006/relationships/notesMaster" Target="/ppt/notesMasters/notesMaster1.xml" Id="Rdec199cf462c482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3a7a278651146ac" /><Relationship Type="http://schemas.openxmlformats.org/officeDocument/2006/relationships/notesMaster" Target="/ppt/notesMasters/notesMaster1.xml" Id="Ra59768022ef144f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49c4d37e8324d30" /><Relationship Type="http://schemas.openxmlformats.org/officeDocument/2006/relationships/notesMaster" Target="/ppt/notesMasters/notesMaster1.xml" Id="R468f92ebfc7f44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set the level of analysis before introducing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fb92b2165848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dcc1ff17e74eca" /><Relationship Type="http://schemas.openxmlformats.org/officeDocument/2006/relationships/slideLayout" Target="/ppt/slideLayouts/slideLayout1.xml" Id="Rde3bcd18a0bf41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3bcd18a0bf41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e803f376be443df" /><Relationship Type="http://schemas.openxmlformats.org/officeDocument/2006/relationships/notesSlide" Target="/ppt/notesSlides/notesSlide1.xml" Id="R3780100043f746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eb0d8e1d0184cd0" /><Relationship Type="http://schemas.openxmlformats.org/officeDocument/2006/relationships/notesSlide" Target="/ppt/notesSlides/notesSlide2.xml" Id="Rf13f722355544c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ea8c242d314813" /><Relationship Type="http://schemas.openxmlformats.org/officeDocument/2006/relationships/notesSlide" Target="/ppt/notesSlides/notesSlide3.xml" Id="Rf34d123a906d4e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5ca2cb40a44133" /><Relationship Type="http://schemas.openxmlformats.org/officeDocument/2006/relationships/notesSlide" Target="/ppt/notesSlides/notesSlide4.xml" Id="R88a8e5288f8749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0f31ea77fd4d0a" /><Relationship Type="http://schemas.openxmlformats.org/officeDocument/2006/relationships/notesSlide" Target="/ppt/notesSlides/notesSlide5.xml" Id="R223dba75ba054c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7f1a06ce7f647e5" /><Relationship Type="http://schemas.openxmlformats.org/officeDocument/2006/relationships/notesSlide" Target="/ppt/notesSlides/notesSlide6.xml" Id="R78ab108e7ee841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ec79e59a05b4c82" /><Relationship Type="http://schemas.openxmlformats.org/officeDocument/2006/relationships/notesSlide" Target="/ppt/notesSlides/notesSlide7.xml" Id="Ra6bb3e20f9c648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8370cd31514c35" /><Relationship Type="http://schemas.openxmlformats.org/officeDocument/2006/relationships/notesSlide" Target="/ppt/notesSlides/notesSlide8.xml" Id="R6ef8feca6ef946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a7a18a8f6ff4e01" /><Relationship Type="http://schemas.openxmlformats.org/officeDocument/2006/relationships/notesSlide" Target="/ppt/notesSlides/notesSlide9.xml" Id="R6b2abce31e3547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4c0fe9e64d4eaa" /><Relationship Type="http://schemas.openxmlformats.org/officeDocument/2006/relationships/notesSlide" Target="/ppt/notesSlides/notesSlide10.xml" Id="R8f926d000a2848f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3f5ed8ebad4465a" /><Relationship Type="http://schemas.openxmlformats.org/officeDocument/2006/relationships/notesSlide" Target="/ppt/notesSlides/notesSlide11.xml" Id="R072bb898e5eb47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4a8191c3b434207" /><Relationship Type="http://schemas.openxmlformats.org/officeDocument/2006/relationships/notesSlide" Target="/ppt/notesSlides/notesSlide12.xml" Id="R5205216422bd4d6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8c78499b0534f71" /><Relationship Type="http://schemas.openxmlformats.org/officeDocument/2006/relationships/notesSlide" Target="/ppt/notesSlides/notesSlide13.xml" Id="Rbc3f688eae4c4e8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a389e5862dc48db" /><Relationship Type="http://schemas.openxmlformats.org/officeDocument/2006/relationships/notesSlide" Target="/ppt/notesSlides/notesSlide14.xml" Id="Rc877299a4f14479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87d49d6df73415e" /><Relationship Type="http://schemas.openxmlformats.org/officeDocument/2006/relationships/notesSlide" Target="/ppt/notesSlides/notesSlide15.xml" Id="R0708b081f52a438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4f9b7c25a514fc9" /><Relationship Type="http://schemas.openxmlformats.org/officeDocument/2006/relationships/notesSlide" Target="/ppt/notesSlides/notesSlide16.xml" Id="R0ff4a404cfa647e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13564d37a9a4aa7" /><Relationship Type="http://schemas.openxmlformats.org/officeDocument/2006/relationships/notesSlide" Target="/ppt/notesSlides/notesSlide17.xml" Id="R39c7da072a9845e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1dccfdfaa91461f" /><Relationship Type="http://schemas.openxmlformats.org/officeDocument/2006/relationships/notesSlide" Target="/ppt/notesSlides/notesSlide18.xml" Id="R243ec8ca0b474bb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688e07cc5044da7" /><Relationship Type="http://schemas.openxmlformats.org/officeDocument/2006/relationships/notesSlide" Target="/ppt/notesSlides/notesSlide19.xml" Id="Ra61bdf6284a6405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3899b7540fb4dfc" /><Relationship Type="http://schemas.openxmlformats.org/officeDocument/2006/relationships/notesSlide" Target="/ppt/notesSlides/notesSlide20.xml" Id="R4a62081690234c9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5691c0b29954388" /><Relationship Type="http://schemas.openxmlformats.org/officeDocument/2006/relationships/notesSlide" Target="/ppt/notesSlides/notesSlide21.xml" Id="R61fcf33190eb4b9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780fe68d36e4e0c" /><Relationship Type="http://schemas.openxmlformats.org/officeDocument/2006/relationships/notesSlide" Target="/ppt/notesSlides/notesSlide22.xml" Id="Rfb762bcac39940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b933beb388e4ec4" /><Relationship Type="http://schemas.openxmlformats.org/officeDocument/2006/relationships/notesSlide" Target="/ppt/notesSlides/notesSlide23.xml" Id="R98650e89e425426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4558b462cf44465" /><Relationship Type="http://schemas.openxmlformats.org/officeDocument/2006/relationships/notesSlide" Target="/ppt/notesSlides/notesSlide24.xml" Id="Rf63d1cd0757842d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5874cfe7b744da0" /><Relationship Type="http://schemas.openxmlformats.org/officeDocument/2006/relationships/notesSlide" Target="/ppt/notesSlides/notesSlide25.xml" Id="R8a6a1c67e7404b3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1710ee1f9284607" /><Relationship Type="http://schemas.openxmlformats.org/officeDocument/2006/relationships/notesSlide" Target="/ppt/notesSlides/notesSlide26.xml" Id="R6f606ffd5c174c2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1e205b5a4d74733" /><Relationship Type="http://schemas.openxmlformats.org/officeDocument/2006/relationships/notesSlide" Target="/ppt/notesSlides/notesSlide27.xml" Id="Re00ae0c14c3946d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484be6f0dab4828" /><Relationship Type="http://schemas.openxmlformats.org/officeDocument/2006/relationships/notesSlide" Target="/ppt/notesSlides/notesSlide28.xml" Id="R82ecd1b4f95340f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4238a2e5bc24f61" /><Relationship Type="http://schemas.openxmlformats.org/officeDocument/2006/relationships/notesSlide" Target="/ppt/notesSlides/notesSlide29.xml" Id="R2f339c976c794b7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cc96e7f2e98426d" /><Relationship Type="http://schemas.openxmlformats.org/officeDocument/2006/relationships/notesSlide" Target="/ppt/notesSlides/notesSlide30.xml" Id="R38229b5bd95f40a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c33c901b82a49e5" /><Relationship Type="http://schemas.openxmlformats.org/officeDocument/2006/relationships/image" Target="/ppt/media/image.png" Id="R5562d4b3a0ef4073" /><Relationship Type="http://schemas.openxmlformats.org/officeDocument/2006/relationships/notesSlide" Target="/ppt/notesSlides/notesSlide31.xml" Id="R41d31378a3174fc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a4b78caf9064d1e" /><Relationship Type="http://schemas.openxmlformats.org/officeDocument/2006/relationships/image" Target="/ppt/media/image2.png" Id="Ra4e99ed5f8514b77" /><Relationship Type="http://schemas.openxmlformats.org/officeDocument/2006/relationships/image" Target="/ppt/media/image3.png" Id="Ra4a50f716fba4c51" /><Relationship Type="http://schemas.openxmlformats.org/officeDocument/2006/relationships/notesSlide" Target="/ppt/notesSlides/notesSlide32.xml" Id="Ref4167fd63d7405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7cbd46de28b4ad8" /><Relationship Type="http://schemas.openxmlformats.org/officeDocument/2006/relationships/notesSlide" Target="/ppt/notesSlides/notesSlide33.xml" Id="Re23d0c88392942b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c0e4deb1223480c" /><Relationship Type="http://schemas.openxmlformats.org/officeDocument/2006/relationships/notesSlide" Target="/ppt/notesSlides/notesSlide34.xml" Id="R1e9415c60015499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0ed4dcc9e534362" /><Relationship Type="http://schemas.openxmlformats.org/officeDocument/2006/relationships/notesSlide" Target="/ppt/notesSlides/notesSlide35.xml" Id="R6821705bbe3d429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7a5bcdfb7954526" /><Relationship Type="http://schemas.openxmlformats.org/officeDocument/2006/relationships/notesSlide" Target="/ppt/notesSlides/notesSlide36.xml" Id="Rfcdfa0eef90c489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17e3216640c40b8" /><Relationship Type="http://schemas.openxmlformats.org/officeDocument/2006/relationships/notesSlide" Target="/ppt/notesSlides/notesSlide37.xml" Id="Rb50d8356241b469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8d1668a97f04bc5" /><Relationship Type="http://schemas.openxmlformats.org/officeDocument/2006/relationships/notesSlide" Target="/ppt/notesSlides/notesSlide38.xml" Id="R3ef0d5fa2a14460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fab9deb1f4945e8" /><Relationship Type="http://schemas.openxmlformats.org/officeDocument/2006/relationships/notesSlide" Target="/ppt/notesSlides/notesSlide39.xml" Id="Rd8cd6d40931f4bb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040760483474db4" /><Relationship Type="http://schemas.openxmlformats.org/officeDocument/2006/relationships/notesSlide" Target="/ppt/notesSlides/notesSlide40.xml" Id="R15b9eca3842b43c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202c7cbb6694a28" /><Relationship Type="http://schemas.openxmlformats.org/officeDocument/2006/relationships/notesSlide" Target="/ppt/notesSlides/notesSlide41.xml" Id="Rcb4fa23eb5ec484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8a654b5d0fb040f2" /><Relationship Type="http://schemas.openxmlformats.org/officeDocument/2006/relationships/notesSlide" Target="/ppt/notesSlides/notesSlide42.xml" Id="R5c7d8d84663c450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dd75d256ebe4946" /><Relationship Type="http://schemas.openxmlformats.org/officeDocument/2006/relationships/notesSlide" Target="/ppt/notesSlides/notesSlide43.xml" Id="R48e0252e04bc49f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a14fbd9e8eac47c7" /><Relationship Type="http://schemas.openxmlformats.org/officeDocument/2006/relationships/notesSlide" Target="/ppt/notesSlides/notesSlide44.xml" Id="Re24bff8aaccf406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32abf5a90b94f78" /><Relationship Type="http://schemas.openxmlformats.org/officeDocument/2006/relationships/notesSlide" Target="/ppt/notesSlides/notesSlide45.xml" Id="R62baf71e1a8c48c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2d86aa256404e8b" /><Relationship Type="http://schemas.openxmlformats.org/officeDocument/2006/relationships/notesSlide" Target="/ppt/notesSlides/notesSlide46.xml" Id="Ra34d8a7a355340c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9095d8083e34bce" /><Relationship Type="http://schemas.openxmlformats.org/officeDocument/2006/relationships/notesSlide" Target="/ppt/notesSlides/notesSlide47.xml" Id="R287c8205df244e6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6f085d99a6a40c2" /><Relationship Type="http://schemas.openxmlformats.org/officeDocument/2006/relationships/image" Target="/ppt/media/image4.png" Id="R59d5612b15554542" /><Relationship Type="http://schemas.openxmlformats.org/officeDocument/2006/relationships/notesSlide" Target="/ppt/notesSlides/notesSlide48.xml" Id="R898b68ec290447a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6f09417f5e14d3b" /><Relationship Type="http://schemas.openxmlformats.org/officeDocument/2006/relationships/notesSlide" Target="/ppt/notesSlides/notesSlide49.xml" Id="R0fc84c0f99154c5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4a1c05826db4e64" /><Relationship Type="http://schemas.openxmlformats.org/officeDocument/2006/relationships/image" Target="/ppt/media/image5.png" Id="Rcfb9b494b52d4238" /><Relationship Type="http://schemas.openxmlformats.org/officeDocument/2006/relationships/notesSlide" Target="/ppt/notesSlides/notesSlide50.xml" Id="R6842bcac4ddb4ce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ddd2fd6bca04331" /><Relationship Type="http://schemas.openxmlformats.org/officeDocument/2006/relationships/image" Target="/ppt/media/image6.png" Id="R781f49ead3bf4134" /><Relationship Type="http://schemas.openxmlformats.org/officeDocument/2006/relationships/notesSlide" Target="/ppt/notesSlides/notesSlide51.xml" Id="R7b886ef14f574b6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fe740b57bc7427b" /><Relationship Type="http://schemas.openxmlformats.org/officeDocument/2006/relationships/notesSlide" Target="/ppt/notesSlides/notesSlide52.xml" Id="R83791635e58745a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9c9c4a6eb254842" /><Relationship Type="http://schemas.openxmlformats.org/officeDocument/2006/relationships/notesSlide" Target="/ppt/notesSlides/notesSlide53.xml" Id="R1766a838afd34af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a97afebfd6e4cea" /><Relationship Type="http://schemas.openxmlformats.org/officeDocument/2006/relationships/notesSlide" Target="/ppt/notesSlides/notesSlide54.xml" Id="Reb7f3195e05942b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cc39be7df73742c8" /><Relationship Type="http://schemas.openxmlformats.org/officeDocument/2006/relationships/image" Target="/ppt/media/image7.png" Id="R477601de1087420e" /><Relationship Type="http://schemas.openxmlformats.org/officeDocument/2006/relationships/notesSlide" Target="/ppt/notesSlides/notesSlide55.xml" Id="R655edec30c60431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f96df4897974145" /><Relationship Type="http://schemas.openxmlformats.org/officeDocument/2006/relationships/notesSlide" Target="/ppt/notesSlides/notesSlide56.xml" Id="R3b1beb8c65a9404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e6e2a94871b492f" /><Relationship Type="http://schemas.openxmlformats.org/officeDocument/2006/relationships/notesSlide" Target="/ppt/notesSlides/notesSlide57.xml" Id="Raad5b37df6b545c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f9d043ce8d4476c" /><Relationship Type="http://schemas.openxmlformats.org/officeDocument/2006/relationships/notesSlide" Target="/ppt/notesSlides/notesSlide58.xml" Id="R7d986b4f4eac417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289dcf2085f645cc" /><Relationship Type="http://schemas.openxmlformats.org/officeDocument/2006/relationships/notesSlide" Target="/ppt/notesSlides/notesSlide59.xml" Id="R1788237891f74aa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34403f9f1324be6" /><Relationship Type="http://schemas.openxmlformats.org/officeDocument/2006/relationships/notesSlide" Target="/ppt/notesSlides/notesSlide60.xml" Id="Rbe3200e89dbc451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c2d47d92c804e52" /><Relationship Type="http://schemas.openxmlformats.org/officeDocument/2006/relationships/notesSlide" Target="/ppt/notesSlides/notesSlide61.xml" Id="Rdc8a467f39454ef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1b4398c647e4538" /><Relationship Type="http://schemas.openxmlformats.org/officeDocument/2006/relationships/notesSlide" Target="/ppt/notesSlides/notesSlide62.xml" Id="R6995042ea0ee49c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5b3b77a39c84803" /><Relationship Type="http://schemas.openxmlformats.org/officeDocument/2006/relationships/notesSlide" Target="/ppt/notesSlides/notesSlide63.xml" Id="Rc0298f15409c43d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dbeaf1337c84470" /><Relationship Type="http://schemas.openxmlformats.org/officeDocument/2006/relationships/notesSlide" Target="/ppt/notesSlides/notesSlide64.xml" Id="Rae14223272404ee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ffdecc5906e4a7d" /><Relationship Type="http://schemas.openxmlformats.org/officeDocument/2006/relationships/notesSlide" Target="/ppt/notesSlides/notesSlide65.xml" Id="R6b9e492f40ed440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3f30619b0984c18" /><Relationship Type="http://schemas.openxmlformats.org/officeDocument/2006/relationships/notesSlide" Target="/ppt/notesSlides/notesSlide66.xml" Id="R423587bc0d58479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8dec16f3ea542d1" /><Relationship Type="http://schemas.openxmlformats.org/officeDocument/2006/relationships/notesSlide" Target="/ppt/notesSlides/notesSlide67.xml" Id="Rd64e1c99a4b04b3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1aedcb407eaf4415" /><Relationship Type="http://schemas.openxmlformats.org/officeDocument/2006/relationships/notesSlide" Target="/ppt/notesSlides/notesSlide68.xml" Id="R86ec3d47d64d446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98b68b95ee348ef" /><Relationship Type="http://schemas.openxmlformats.org/officeDocument/2006/relationships/notesSlide" Target="/ppt/notesSlides/notesSlide69.xml" Id="R13a55669e2a54aa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60fca769f094555" /><Relationship Type="http://schemas.openxmlformats.org/officeDocument/2006/relationships/notesSlide" Target="/ppt/notesSlides/notesSlide70.xml" Id="R0f06bab31c14448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4be2042e1834bcd" /><Relationship Type="http://schemas.openxmlformats.org/officeDocument/2006/relationships/notesSlide" Target="/ppt/notesSlides/notesSlide71.xml" Id="Rca3f5049e77e4bd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cbe9d8c959646e5" /><Relationship Type="http://schemas.openxmlformats.org/officeDocument/2006/relationships/notesSlide" Target="/ppt/notesSlides/notesSlide72.xml" Id="Rf1b45d1b19eb4fa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c6ab7d27d9c4953" /><Relationship Type="http://schemas.openxmlformats.org/officeDocument/2006/relationships/notesSlide" Target="/ppt/notesSlides/notesSlide73.xml" Id="Rcee2304794954a2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1ce19bf659c42c7" /><Relationship Type="http://schemas.openxmlformats.org/officeDocument/2006/relationships/notesSlide" Target="/ppt/notesSlides/notesSlide74.xml" Id="Rcfa1a896e0ad43b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843A18-8CD7-41FF-A674-D9C8A5D5B992}"/>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7E4E98A2-544E-4942-9FA6-C5FB0DBCAD4D}"/>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3851C061-29FF-4346-8CE0-373D8A5F851F}"/>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7B541ECE-1944-45C0-B8E5-3FFD42903389}"/>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A2E8DFD-3A29-4222-ADB3-CF6E1CA57ABC}"/>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1BE51316-2197-4283-A16A-2DFBC0D55020}"/>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9520B171-F662-4835-8DEF-324B79FFB087}"/>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9350598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65D22E-29E4-46BC-BB9E-74249384E9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228DB76C-5484-4B99-8A5C-399AE1D163E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476B2309-5626-4225-A9B5-4F4191A46A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DADF8F6-B0E9-493D-8176-E3B2117531E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D69F0428-DF7F-4878-98A9-1B9BEE0BC020}"/>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BD02343D-31AC-4F5B-A189-6FF4B7EADC9C}"/>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1081B1F9-A8A4-4F34-B1B9-1D450B55251B}"/>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8F70C252-B418-41DA-96D8-D068F55B958E}"/>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5D215CB2-A35C-41E3-9744-DBC1687F537F}"/>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547CAEAF-E924-4501-A8B4-9F96698C0E8F}"/>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BAF2E65A-93B5-4469-B39B-3367A6266A41}"/>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04C993-8E08-4679-8274-36C4F8FE7526}"/>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9BCBB093-F906-405B-BC67-6A2427525A61}"/>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64BFC2D9-5151-4FAB-AC80-CCBD05C25874}"/>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995862AD-1513-4BC2-AC2F-0F4C40F9FD67}"/>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5F3FC3B7-A3DD-4A64-B314-57E3B5B01722}"/>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3A59D002-DF13-4E19-9C97-6DA65F522787}"/>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3783ADC4-7F9F-45B6-85FB-9BAEF07BAC88}"/>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DD27332A-98D8-4F98-8801-B6DC42784BC8}"/>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F09C4D28-49F6-489A-8F5E-1524270E34D4}"/>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F16E5174-F51A-471C-BF9B-2BC91ECF53B3}"/>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CC18EDC0-C180-4395-B33A-AFD7765918F0}"/>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762DC479-5A31-4898-89B2-4D6287559E62}"/>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7FAE8E4A-CB70-4D13-B57C-BADA40467BC5}"/>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7820720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449170-6C73-4DC1-A80F-56AD45D1E967}"/>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180DE3AE-A0B8-4DAE-B6FB-1F8FD2321C73}"/>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38408A26-1921-4A1D-925C-FA77A1F7E2E3}"/>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895F2087-D9B5-4805-99F4-C78353457561}"/>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9C8EC893-4958-40CF-9339-43EAE99395DC}"/>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19A1A34E-823B-48B4-9175-2187C349C006}"/>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4EA30E79-0563-45E4-887B-6D17C19DCF8A}"/>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AD03BC82-54DE-454D-A973-40707C82EF69}"/>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5872988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27199D9-C30C-4F4B-9B9E-3A32521238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We focus on language models as tools for decision research</a:t>
            </a:r>
          </a:p>
        </p:txBody>
      </p:sp>
      <p:sp>
        <p:nvSpPr>
          <p:cNvPr id="2" name="">
            <a:extLst xmlns:a="http://schemas.openxmlformats.org/drawingml/2006/main">
              <a:ext uri="{FF2B5EF4-FFF2-40B4-BE49-F238E27FC236}">
                <a16:creationId xmlns:a16="http://schemas.microsoft.com/office/drawing/2014/main" id="{05BC1F32-C895-4100-9D53-672AAD384FD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A99DD9A6-7AB4-4622-A080-91F3CBE9F30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EA5740-7A43-463A-9286-72D89854441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19EF9053-E84C-41AD-946C-7E65EEC474E7}"/>
              </a:ext>
            </a:extLst>
          </p:cNvPr>
          <p:cNvSpPr>
            <a:spLocks xmlns:a="http://schemas.openxmlformats.org/drawingml/2006/main" noGrp="1"/>
          </p:cNvSpPr>
          <p:nvPr/>
        </p:nvSpPr>
        <p:spPr>
          <a:xfrm xmlns:a="http://schemas.openxmlformats.org/drawingml/2006/main">
            <a:off x="800100" y="19812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WHAT WE WILL STUDY</a:t>
            </a:r>
          </a:p>
        </p:txBody>
      </p:sp>
      <p:sp>
        <p:nvSpPr>
          <p:cNvPr id="6" name="">
            <a:extLst xmlns:a="http://schemas.openxmlformats.org/drawingml/2006/main">
              <a:ext uri="{FF2B5EF4-FFF2-40B4-BE49-F238E27FC236}">
                <a16:creationId xmlns:a16="http://schemas.microsoft.com/office/drawing/2014/main" id="{571EA50C-4F25-4026-9864-7D2AD960858E}"/>
              </a:ext>
            </a:extLst>
          </p:cNvPr>
          <p:cNvSpPr>
            <a:spLocks xmlns:a="http://schemas.openxmlformats.org/drawingml/2006/main" noGrp="1"/>
          </p:cNvSpPr>
          <p:nvPr/>
        </p:nvSpPr>
        <p:spPr>
          <a:xfrm xmlns:a="http://schemas.openxmlformats.org/drawingml/2006/main">
            <a:off x="800100" y="2400300"/>
            <a:ext cx="4667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84"/>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How language models can help us understand human decision behavior</a:t>
            </a:r>
          </a:p>
        </p:txBody>
      </p:sp>
      <p:sp>
        <p:nvSpPr>
          <p:cNvPr id="7" name="">
            <a:extLst xmlns:a="http://schemas.openxmlformats.org/drawingml/2006/main">
              <a:ext uri="{FF2B5EF4-FFF2-40B4-BE49-F238E27FC236}">
                <a16:creationId xmlns:a16="http://schemas.microsoft.com/office/drawing/2014/main" id="{3BD02EED-B2A1-4B1E-AEC4-22F67A8D2FDD}"/>
              </a:ext>
            </a:extLst>
          </p:cNvPr>
          <p:cNvSpPr>
            <a:spLocks xmlns:a="http://schemas.openxmlformats.org/drawingml/2006/main" noGrp="1"/>
          </p:cNvSpPr>
          <p:nvPr/>
        </p:nvSpPr>
        <p:spPr>
          <a:xfrm xmlns:a="http://schemas.openxmlformats.org/drawingml/2006/main">
            <a:off x="800100" y="3562350"/>
            <a:ext cx="4762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0000"/>
              </a:lnSpc>
              <a:buNone/>
              <a:defRPr sz="1575">
                <a:solidFill>
                  <a:srgbClr val="283643"/>
                </a:solidFill>
                <a:latin typeface="Arial"/>
                <a:ea typeface="Arial"/>
                <a:cs typeface="Arial"/>
              </a:defRPr>
            </a:pPr>
            <a:r>
              <a:rPr sz="1575">
                <a:solidFill>
                  <a:srgbClr val="283643"/>
                </a:solidFill>
                <a:latin typeface="Arial"/>
                <a:ea typeface="Arial"/>
                <a:cs typeface="Arial"/>
              </a:rPr>
              <a:t>What can be predicted from choices, histories, and reports?</a:t>
            </a:r>
          </a:p>
          <a:p xmlns:a="http://schemas.openxmlformats.org/drawingml/2006/main">
            <a:pPr marL="28" indent="-16">
              <a:lnSpc>
                <a:spcPct val="120000"/>
              </a:lnSpc>
              <a:buNone/>
              <a:defRPr sz="1575">
                <a:solidFill>
                  <a:srgbClr val="283643"/>
                </a:solidFill>
                <a:latin typeface="Arial"/>
                <a:ea typeface="Arial"/>
                <a:cs typeface="Arial"/>
              </a:defRPr>
            </a:pPr>
            <a:r>
              <a:rPr sz="1575">
                <a:solidFill>
                  <a:srgbClr val="283643"/>
                </a:solidFill>
                <a:latin typeface="Arial"/>
                <a:ea typeface="Arial"/>
                <a:cs typeface="Arial"/>
              </a:rPr>
              <a:t>What representations and explanations can be inferred?</a:t>
            </a:r>
          </a:p>
          <a:p xmlns:a="http://schemas.openxmlformats.org/drawingml/2006/main">
            <a:pPr marL="28" indent="-16">
              <a:lnSpc>
                <a:spcPct val="120000"/>
              </a:lnSpc>
              <a:buNone/>
              <a:defRPr sz="1575">
                <a:solidFill>
                  <a:srgbClr val="283643"/>
                </a:solidFill>
                <a:latin typeface="Arial"/>
                <a:ea typeface="Arial"/>
                <a:cs typeface="Arial"/>
              </a:defRPr>
            </a:pPr>
            <a:r>
              <a:rPr sz="1575">
                <a:solidFill>
                  <a:srgbClr val="283643"/>
                </a:solidFill>
                <a:latin typeface="Arial"/>
                <a:ea typeface="Arial"/>
                <a:cs typeface="Arial"/>
              </a:rPr>
              <a:t>What evidence supports stronger scientific claims?</a:t>
            </a:r>
          </a:p>
        </p:txBody>
      </p:sp>
      <p:sp>
        <p:nvSpPr>
          <p:cNvPr id="8" name="">
            <a:extLst xmlns:a="http://schemas.openxmlformats.org/drawingml/2006/main">
              <a:ext uri="{FF2B5EF4-FFF2-40B4-BE49-F238E27FC236}">
                <a16:creationId xmlns:a16="http://schemas.microsoft.com/office/drawing/2014/main" id="{FE92E652-4EBA-4171-BA1E-BC7EEFE5B300}"/>
              </a:ext>
            </a:extLst>
          </p:cNvPr>
          <p:cNvSpPr>
            <a:spLocks xmlns:a="http://schemas.openxmlformats.org/drawingml/2006/main" noGrp="1"/>
          </p:cNvSpPr>
          <p:nvPr/>
        </p:nvSpPr>
        <p:spPr>
          <a:xfrm xmlns:a="http://schemas.openxmlformats.org/drawingml/2006/main">
            <a:off x="5981700" y="194310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7FC006-FC4F-410B-9818-6FAB7F04F020}"/>
              </a:ext>
            </a:extLst>
          </p:cNvPr>
          <p:cNvSpPr>
            <a:spLocks xmlns:a="http://schemas.openxmlformats.org/drawingml/2006/main" noGrp="1"/>
          </p:cNvSpPr>
          <p:nvPr/>
        </p:nvSpPr>
        <p:spPr>
          <a:xfrm xmlns:a="http://schemas.openxmlformats.org/drawingml/2006/main">
            <a:off x="6515100" y="1981200"/>
            <a:ext cx="428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WHAT WE WILL NOT COVER</a:t>
            </a:r>
          </a:p>
        </p:txBody>
      </p:sp>
      <p:sp>
        <p:nvSpPr>
          <p:cNvPr id="10" name="">
            <a:extLst xmlns:a="http://schemas.openxmlformats.org/drawingml/2006/main">
              <a:ext uri="{FF2B5EF4-FFF2-40B4-BE49-F238E27FC236}">
                <a16:creationId xmlns:a16="http://schemas.microsoft.com/office/drawing/2014/main" id="{5B5E26ED-D1F6-4741-8D04-FEDF3F8796A0}"/>
              </a:ext>
            </a:extLst>
          </p:cNvPr>
          <p:cNvSpPr>
            <a:spLocks xmlns:a="http://schemas.openxmlformats.org/drawingml/2006/main" noGrp="1"/>
          </p:cNvSpPr>
          <p:nvPr/>
        </p:nvSpPr>
        <p:spPr>
          <a:xfrm xmlns:a="http://schemas.openxmlformats.org/drawingml/2006/main">
            <a:off x="6515100" y="241935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Model engineering internals</a:t>
            </a:r>
          </a:p>
        </p:txBody>
      </p:sp>
      <p:sp>
        <p:nvSpPr>
          <p:cNvPr id="11" name="">
            <a:extLst xmlns:a="http://schemas.openxmlformats.org/drawingml/2006/main">
              <a:ext uri="{FF2B5EF4-FFF2-40B4-BE49-F238E27FC236}">
                <a16:creationId xmlns:a16="http://schemas.microsoft.com/office/drawing/2014/main" id="{EEBC2618-1ADA-4D65-B564-E22EC649233E}"/>
              </a:ext>
            </a:extLst>
          </p:cNvPr>
          <p:cNvSpPr>
            <a:spLocks xmlns:a="http://schemas.openxmlformats.org/drawingml/2006/main" noGrp="1"/>
          </p:cNvSpPr>
          <p:nvPr/>
        </p:nvSpPr>
        <p:spPr>
          <a:xfrm xmlns:a="http://schemas.openxmlformats.org/drawingml/2006/main">
            <a:off x="6515100" y="2800350"/>
            <a:ext cx="4343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Transformer architecture, training systems, and implementation details</a:t>
            </a:r>
          </a:p>
        </p:txBody>
      </p:sp>
      <p:sp>
        <p:nvSpPr>
          <p:cNvPr id="12" name="">
            <a:extLst xmlns:a="http://schemas.openxmlformats.org/drawingml/2006/main">
              <a:ext uri="{FF2B5EF4-FFF2-40B4-BE49-F238E27FC236}">
                <a16:creationId xmlns:a16="http://schemas.microsoft.com/office/drawing/2014/main" id="{180C349C-C510-44C3-AC05-BFF3AA980CE8}"/>
              </a:ext>
            </a:extLst>
          </p:cNvPr>
          <p:cNvSpPr>
            <a:spLocks xmlns:a="http://schemas.openxmlformats.org/drawingml/2006/main" noGrp="1"/>
          </p:cNvSpPr>
          <p:nvPr/>
        </p:nvSpPr>
        <p:spPr>
          <a:xfrm xmlns:a="http://schemas.openxmlformats.org/drawingml/2006/main">
            <a:off x="6515100" y="375285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Broad philosophical debates</a:t>
            </a:r>
          </a:p>
        </p:txBody>
      </p:sp>
      <p:sp>
        <p:nvSpPr>
          <p:cNvPr id="13" name="">
            <a:extLst xmlns:a="http://schemas.openxmlformats.org/drawingml/2006/main">
              <a:ext uri="{FF2B5EF4-FFF2-40B4-BE49-F238E27FC236}">
                <a16:creationId xmlns:a16="http://schemas.microsoft.com/office/drawing/2014/main" id="{E14150A9-24DC-4361-AE35-0BFF7DFA278E}"/>
              </a:ext>
            </a:extLst>
          </p:cNvPr>
          <p:cNvSpPr>
            <a:spLocks xmlns:a="http://schemas.openxmlformats.org/drawingml/2006/main" noGrp="1"/>
          </p:cNvSpPr>
          <p:nvPr/>
        </p:nvSpPr>
        <p:spPr>
          <a:xfrm xmlns:a="http://schemas.openxmlformats.org/drawingml/2006/main">
            <a:off x="6515100" y="4133850"/>
            <a:ext cx="4343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Consciousness, world models, or whether language models will replace human scientists</a:t>
            </a:r>
          </a:p>
        </p:txBody>
      </p:sp>
      <p:sp>
        <p:nvSpPr>
          <p:cNvPr id="14" name="">
            <a:extLst xmlns:a="http://schemas.openxmlformats.org/drawingml/2006/main">
              <a:ext uri="{FF2B5EF4-FFF2-40B4-BE49-F238E27FC236}">
                <a16:creationId xmlns:a16="http://schemas.microsoft.com/office/drawing/2014/main" id="{8480AD4E-7C6F-406F-A433-06E67878D19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605FEAF-383E-4737-8281-CDA979214DB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With the scope fixed, we still need a testable standard for what counts as understanding.</a:t>
            </a:r>
          </a:p>
        </p:txBody>
      </p:sp>
    </p:spTree>
    <p:extLst>
      <p:ext uri="{BB962C8B-B14F-4D97-AF65-F5344CB8AC3E}">
        <p14:creationId xmlns:p14="http://schemas.microsoft.com/office/powerpoint/2010/main" val="15882094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AEC721D-7930-40F8-BD04-840463A294C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4D3AFF86-CED4-4BFA-8905-CD463C0DE17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12A82D96-0178-43B3-BDD1-76B4D770C70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5A9576-EF8D-4DBD-A3B1-5FA3697AD4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BA85BC19-7470-4014-8CE1-5F802547E8F1}"/>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38A19F19-C343-4676-9AA6-04B8CEDDC9C3}"/>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94A06A00-7696-4BBE-9FE2-269E4C578774}"/>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D03844D2-4309-471D-9949-3D7AE04889BD}"/>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E9283A75-236C-4769-AA58-3C86B1C7C9A2}"/>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DE53DE47-3207-4359-BE81-FB9812156348}"/>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D2AE8858-4324-48CE-9A9B-2AA72406EFAD}"/>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E17882BB-0C79-41D1-956A-9F147CD10455}"/>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06006C9-F16C-4CEC-B338-4958935CE051}"/>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DB2C8989-0DCE-4EA1-814F-48D3012A2F83}"/>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18BA527A-5DB4-4FAA-8015-4A9E96DB6E8F}"/>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C8E3A669-6C7D-49DF-B1DB-9EFBB56EF221}"/>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76E6BD5C-6B19-4098-A20F-8B0AFBF11187}"/>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B9B0F8D-A587-4DA1-9809-C33491D01B04}"/>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82074364-0EE7-4D82-AC7E-1B13DDE907F0}"/>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07FE4EAE-F807-4CA4-949A-8E1B7AAFA7C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DA543CFC-44F2-44C6-88C0-443232C6A3F7}"/>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D0900DBC-C172-4146-9AE2-00F36BF6327F}"/>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612D9E-5BD6-485F-AF57-9A03613B48D0}"/>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3A0ED1E2-0DFD-49DD-9C89-BA6398638EE4}"/>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2EDA92B3-74A4-465D-AD89-0FD6F3DB5A0A}"/>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0033E8EB-25DF-4B48-AB7C-C90F529B028C}"/>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4C1B15B5-7FE5-43EE-8092-184308F61530}"/>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D9F8797-5F41-4DB8-8E3F-670935203CED}"/>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9FC1B899-AAF8-4AF3-99B6-C83979600D5B}"/>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9B00C7A2-665C-4DB2-A2F5-CC517F296B14}"/>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F0F59398-71DC-40AF-AFE1-6A930955A019}"/>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67B5D64E-86EB-4F17-82F0-6B1EC95A442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60B6E8F-038B-4610-868C-F6F6D608428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20061476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85A2C86-D0EF-4658-94DA-673876AEBF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8C1B8A07-30E0-40CF-8FCD-E9B5EDB5458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8B6FCFF3-AFDA-44A7-9600-1210D857853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C9C205C-4E72-4A08-BCAA-302683D3162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40474E5-DAC8-469C-B553-AD6ABB06E88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3C07F1AF-CF54-442B-999A-82E40375F062}"/>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4E2E8CE2-47F0-4F58-B94F-7C6308CFABF8}"/>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FAA8CEAC-0DDC-48EF-8727-59F6FF451AC4}"/>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B996978E-9AB4-4F0D-BA18-38C48096D292}"/>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56C6B8B8-CD31-4785-BF9D-11AC496CCAB7}"/>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20F605E5-58D2-4F2A-8415-D0EE753E8C76}"/>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9509F8D2-6E2C-40AB-94AE-04F2AB684CB3}"/>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86DB058B-2D94-45C6-AC18-932264EAE4A4}"/>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7520414F-8C01-4B11-ADA1-7D15CFA562B1}"/>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970C6D92-AC05-4CE4-9ECE-9501C1773F62}"/>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D78AD06-A5E2-4A3E-A9EF-6574FF082A5B}"/>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EC0CB1F0-4955-4866-8E03-D381BD182201}"/>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FEFA8EC6-62BA-4CC1-9C45-09B98563AB3C}"/>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D65D6CD-AAAC-4167-8E7A-BF9569D860D2}"/>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6A83D3-29E5-42F5-8DA7-335F5FA12565}"/>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1BFF9C81-8ABE-4E5C-9BAD-5B6657ACADF0}"/>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AB8E3BF0-4F5B-4568-8D91-CA0DB310596B}"/>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BC54386-DDEC-4E92-98E4-55D8B3CBA0BE}"/>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95401A0-0C6F-426B-A8BE-7767551A1369}"/>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E7A98C26-1111-4A38-A493-93F31A1D438E}"/>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5B1EA062-4B64-47AA-ABA3-9B355DEEAF04}"/>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D8379DA-C925-4A36-80EF-77C1968DBF36}"/>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64B8877-42B6-4720-BFC1-4DE52EFAF220}"/>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EF24ECA0-1D9B-4D08-AB1A-5E49988F1475}"/>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02522269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4524EC1-D72D-4BC2-958B-1081EC3506DB}"/>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8A1696AC-8E15-4FA2-99F3-38C03FD9E702}"/>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5C7CA433-0587-4FE9-825F-EC5A9B443A0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5BA8D3-B9E6-49E6-BB16-AE7CC2D55F8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C4568DCA-61B5-4B8D-B1EA-44FA0D57856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9EFF08-B2B3-4C55-9A1F-493AB8E48F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C964F8-9CAA-4E36-8D74-4405A682872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D19546-367F-4928-AF30-9AE5C33EE6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B2D29BD-E886-48F8-A846-DD77EEFEAA2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9B000B-2207-4F5F-8593-ADBA2432EF3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9D5D22-F16A-49D8-B6B9-D4D329AC02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EBA49E-98C1-4CE3-89D9-F48403FDC08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63FC6CB-6220-4B47-BDA3-02A02FE00E6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655493-C827-4A0F-8AB7-2C5B7CEEF69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7753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35E5A1A0-EA27-4984-86A0-059349B48A3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53026300-80A6-4BC0-AC9E-3A48076627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CBDA3C4-BAAF-4225-8F01-3EC1495D81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8DEDD0-482A-4284-8CED-FDC403732B1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5D26DC1B-1DC5-4182-9655-63ABCDC6F17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E44D669-B357-4CEA-8789-1A9132241D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2A8DC07-2973-40FD-BBE4-026907F815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4844F2B-0E6A-47C8-B879-2B58942ABE4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9007FA6-C72F-4683-BF25-6C2F3E641DB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4CE021-2484-497D-9F37-0A4D8036CB2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FA65358-B6C6-4972-A62A-0B810E6FB77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D82D13-A552-4D8D-8FF0-56D21928C2D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D42C5DA-D3A4-494C-8460-5ACFDFEA4B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9EC38B-2777-44D7-93BA-998B06CE27F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68012D3-9969-4489-BD08-062BE0743B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D87D6D70-CCA7-447A-977F-3175ADC32F3E}"/>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EC1D92F-23B5-476F-87F0-35993A426D50}"/>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3CB769E-31C2-4660-93A1-6586E689E7A0}"/>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AED25B8-5C1D-4F5E-AC49-5B7C9D92C20D}"/>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E85F8C6-9261-453A-8E54-7E88E1839458}"/>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BA23A82-50DB-4D24-85E8-2E6847CE20F1}"/>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228F9C3D-C504-4D20-8BB7-3BA9CEE4E4E8}"/>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E7301A5-A837-43FB-A790-C7DCF498E5FE}"/>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6BED2624-5330-4320-96B2-77A89A66A254}"/>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90396FBA-B7A0-4A78-8127-D4E7125E90EE}"/>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8D2A3EFF-D5D0-497E-A23B-A7EDC11288F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160DBA6-8A76-45B5-B494-AEC2EDBC09F7}"/>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316996B8-1C3B-443E-B1FE-CB861A070A33}"/>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8F33347-5E39-4B72-86FC-67E64121F76E}"/>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2AD55042-708A-4382-A42A-8BDE3606ACC8}"/>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6A450BD-D8C0-4B63-B427-CAC76CAEDBBA}"/>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E5324FCA-7F52-4D16-B824-A4C093B1D1CA}"/>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83C97A9D-676A-4950-A1D3-4EB42947542C}"/>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D572F95D-89D9-4988-9D3F-BFCC4732ED7F}"/>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4D633C3-4DE1-4CA4-B5BD-406A12243FC4}"/>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ED891512-F673-41C9-91F6-5A684321BFEB}"/>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59189739-1770-4DC6-BB51-DAAE4F7EAEFC}"/>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A122FC43-CC60-4FB6-9B01-4A5AD2D5515B}"/>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FDD57BB-9A3B-4140-AF1A-C3FF76CF43D3}"/>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652EF14E-5D3F-466F-A265-F0F2FB21EAF8}"/>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55E0BFD9-6DA5-42CF-81BB-C57FE350500C}"/>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F43DA702-5F28-459C-B078-C23600E4B70F}"/>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4753EE4-C8E4-4AFF-966F-578B70AE4BFC}"/>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992ECB53-C644-4DE3-B439-290A6968D6FF}"/>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5FAD87CD-2C73-4F5B-849C-72152EDF7356}"/>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627AE173-2A4B-4988-A00D-B89BAAAC8CAD}"/>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6830094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592F7CAD-E472-432B-8708-BAB4A41AD4B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B237D237-65AA-4889-BAB5-CE48F9B3D66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FCF5243-BBFE-48B4-89AC-B74C393AC32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088F0B6-2E63-4727-B5C8-53A474902B2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CAB5D30F-6831-4665-B293-33766622D6B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7035DB-EE97-49C5-9023-26F4D7DC590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0A94386-1BE7-485B-AA26-77EC722212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986BAC8-0883-4E15-B1B6-68037603676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A8BE47F-AA1A-4BE6-B9E2-85AF2A69019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6591A9-AABB-42F1-83EC-B7EB58A9E5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7E074B-C722-4FE9-9ACC-75D4B4FBA75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2F404C-7835-4E24-A66A-90EC3B40460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285BAA3-3B40-457E-BCF5-73168F1F372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C1C487-AEC0-4BDE-8DA8-15DE5ACCFD3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FC654A-C9AA-4B43-97C4-A271199CEF8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B553AEBC-81DD-4EAC-B4D9-51848B06E937}"/>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6564F78-8D7D-4B6D-95B1-50F57ED559F4}"/>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C9B146B-9550-470F-BC10-AAC3AFB79A8F}"/>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E2DB4EA-E942-4005-8959-360332EAE27F}"/>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1DB79C7-E067-46C8-9361-53D9760CF0F8}"/>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7181EA3-6F13-4C15-AB14-F0B976FA79BC}"/>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CB9C962F-4F42-4F34-AD3A-AAD653A9BB7F}"/>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641ACB4-5EAA-45FA-957C-9A92B5FA0618}"/>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A9AD721F-8EC9-4026-AE8B-493FCB15F5A4}"/>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6AAD9DCC-26CC-4FCD-BE41-8B772E3A65A2}"/>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05E259B-BC3B-462C-867F-932FA9FA0C46}"/>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60089C8-329C-4145-A070-38C1A3599A8C}"/>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0D9BAD00-2AEA-4BE8-A161-EFD0E961C614}"/>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F90E5B9B-AA92-4F6F-AC54-08B47532C36E}"/>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9237E2D-55A4-4102-84F4-5F0B8F00A822}"/>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CD38EDA-FC24-4375-9249-ED252C475F10}"/>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335F2A37-22FB-47CC-A7FA-652B29DDDD25}"/>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40161CE6-787A-44FC-8C55-81B2AEB5D6A8}"/>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EED7DF5D-EA43-43F3-A7E6-5FF8D65A6BDF}"/>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59C1AED0-634E-4DCC-A119-5E00481D72BC}"/>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008284A9-339F-4F64-86DA-9FBBCE996A7B}"/>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EF8D6111-6B55-489B-BF51-B7E8B450B603}"/>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7D1B9AFA-E658-47AF-871F-AAD001E85607}"/>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1B31D112-957F-4159-AD46-55E9C29132EF}"/>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6A706042-A522-48D4-B4C6-44A21FF186F6}"/>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CFCA15D4-109F-4B14-A27D-9481366A9B2A}"/>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6976BDF9-6DDB-4A10-996C-C0DC39F23D72}"/>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A476BF1-2CD6-4426-B8A7-E03FB3E4455E}"/>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A75D15DE-7774-4FBB-8CEB-055C8D6F9A4F}"/>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58AA591B-10AE-4797-BE3A-BD96A63E2A23}"/>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2002A870-987D-4608-AF90-5AFD874C9C56}"/>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BFA5992-7F62-4305-8ABF-CC731606B345}"/>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732BDED6-4B4A-4DA6-AB50-F4AE659AAAE1}"/>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5991A81D-0215-4909-8B54-E2F28FE5C001}"/>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D7C3D42F-FD18-4D7C-86E0-3D947E2B1509}"/>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9B13AE22-E41A-460F-A70F-5290385B46C9}"/>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EA632CD6-E47F-4997-94BB-7832C85BFD31}"/>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FEF9344E-734D-4115-9F97-B1D48C4CABEA}"/>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A2B92769-702E-41FC-B4BA-C3CCE7234CBA}"/>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9CAC1E89-36D1-4E94-9582-1E02EF9D85F0}"/>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8E3BE219-B8A8-454D-8109-538FA7B07091}"/>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3D3F4C29-403A-4FF5-BB92-FBF8F5E2F9A9}"/>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C6DA8FEF-B756-4A94-B575-65247CFAD8D0}"/>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0BB1512E-2549-4A3E-8DE9-EA59AE66E1B7}"/>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A50DF425-EE30-478E-B2AA-4297DFCC7E4A}"/>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56AC80D8-75EC-42A2-BF23-12C1BE18525C}"/>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C0A2C5E3-4777-4217-8873-996B65BB4C8F}"/>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26F299C0-8218-41A0-AC8C-AB32FA003867}"/>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AEE77C5D-C2CF-49A7-951B-F9B14AAE6963}"/>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BB3E189B-5003-4349-AF8B-DD317B4D59F2}"/>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9286764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4B46C89C-52C8-4801-BF2C-9BBF15B4A6E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CBBA7A38-48CF-447F-BE7A-553A453C60C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D95E781-18DC-4429-94D3-38F9F641AE2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58D4A8D-32B2-44F8-B058-359E917E9A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B98D0D10-B03D-404B-AC88-B971A5FA8DC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DB483C-18BD-4681-9678-F7CC510642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9834882-C3D5-4466-A8C4-9F4A5557119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41346C-4F8D-423B-805E-90B8BB3A28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CDBC564-8FC5-42BD-9B99-05A83479E98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3231F0-A774-4650-BE71-6D8564C25FB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EB1775-7CF3-430B-9FF4-7762D40233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DB3193-39C8-4D84-A1D8-3C59A4858C5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7B72968-218A-4411-8D7C-02B60367D3F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7A722E-77A7-4F89-A8D2-3BED2FDA2C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DEED0AB-2D6A-4DC4-A5F7-8B2D08CCEC7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EE3F2800-45E2-40EE-B413-CDC6DDB7CA2C}"/>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2A096C52-E718-4084-BDB2-56C51A73EF92}"/>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71F57457-FB4B-4DF9-BBA7-7B38B066FF32}"/>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40CBEF-E42B-4E4C-937C-12ECEB430C21}"/>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C0D9B009-528D-42C3-855D-79E7836CD08A}"/>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155BEF21-6CA1-4CE8-AF11-1DD907091ED5}"/>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269F47D2-0927-4A68-9243-6E929C47419F}"/>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1030F1CE-AF20-4ACB-ABC2-DC0A81460FEA}"/>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2BA88E46-C05D-40CC-989C-8297F0FDFE41}"/>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7207B6B7-F4F8-4684-B513-46A4B0E5B015}"/>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0D761E89-0EAD-41A1-9419-034D2E7778E6}"/>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E7FE7A5C-0027-4A54-8659-4B61B7C2BDFF}"/>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DFF82F77-8298-4916-9165-216DA7374E8D}"/>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DBD9C1C2-1893-4970-8A50-EB60AEF1DA99}"/>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9AEE4FD0-A3F4-44FA-A40B-B4AAB024FF9A}"/>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3D45BFC4-6004-4233-9697-DBD63D4FC688}"/>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194592D2-1268-4793-941C-2EA575BA04C9}"/>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BA5BD475-5C9B-4EB6-A88F-EDC80B898E44}"/>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71F07F3E-3A53-4141-8160-61D3D1150AC0}"/>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659EE39F-0123-4D05-9B36-0D336347786F}"/>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895F899A-60CB-4B54-95AC-8CE36555CF1E}"/>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EBDEDC48-8967-4CB6-9DC9-5A895B41B3DB}"/>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AD360206-9EE9-4748-B806-4FD22E7ED543}"/>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73E3D108-F055-48C5-9937-B02C9E9076D0}"/>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12DB25AD-C807-490C-A2A3-C0841B70C5D6}"/>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F043F9AF-77BE-42E6-B09E-71F9CFEC2EB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63207742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377E853D-B7AB-42D9-934C-53377840773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5172DFE9-0183-4E30-9EFB-D0D0F40D303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588D10E-396E-46E6-96F5-DF88B525DDB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407FC54-9891-417C-9753-A6FF3363A47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1F6007FC-272D-43D4-96E5-99EDB5706A8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F771D5-8200-43E6-BA09-1EC7C46D24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07BB5C5-E9A6-49FD-8DA0-28D3D59619C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CA89D4-8E9A-4B03-A530-8823F4A5EE0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2D4250C-5024-4DEB-97E7-1FAAFBD4FE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CF0A28-4875-4CA9-90B3-41B104A0A1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C48C899-3FCC-49D5-A76B-97179AB322F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DEB083-07F6-4421-9C7B-805545D4CC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47C8DB-3872-4E0D-BFE2-06F3FCE9AFB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6389510-1C9F-4D3F-8299-F84830F01F3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F42784B-8BE7-4877-A2E1-016574862BA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FF15BAD5-5B48-474B-81CD-F1D6B6B83B1A}"/>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EB782FDA-3FF4-4AD8-83D9-19A24816D527}"/>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8C6DF07D-B776-4315-8F37-6E8215FBF6A3}"/>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CCE14298-C66B-44A4-8C95-A47F32AE945D}"/>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741890D-860F-4F5D-B04B-B36056544356}"/>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06503E18-A73D-4B5A-A0EB-E0A71AFCBF4A}"/>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E67AB64C-269D-4451-89E0-4DC8C54B9B38}"/>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2FFE293D-58BD-4839-9663-10E7E150509C}"/>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B364E12-024E-4FC0-A69C-5A08E0B82628}"/>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3C4C08CE-B796-43ED-B84C-2B6EED6BA15C}"/>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5405BCA-E138-4E91-87B4-769D959FDE7C}"/>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A92B9ECB-6EFC-4BEC-9FC3-5F04E8F669F5}"/>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1D9C7DD-FB53-4183-AA66-62A07BECD722}"/>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9487A61F-5876-4828-96C9-02DA5E29C9FE}"/>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1EBB8EA-A433-4B7B-901E-7C188CF4532E}"/>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DA5ADBF1-636F-4DA9-BCD1-EEC9B4D7738C}"/>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B55B958-5533-46C8-9D85-680141F4D4B2}"/>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368A6CC5-F425-44B2-B7CD-6150CEE27928}"/>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710352A-6EE3-4856-96BD-61C65235DEBB}"/>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7D86443D-B80C-4E35-999B-DA5B518F0B17}"/>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B865BE94-F8EC-46A1-BF99-C0F77065210B}"/>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26A3B737-4E35-403B-9911-2F6A0238ED93}"/>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5E7C128-164E-47ED-8082-5D17118EB81E}"/>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CA367024-DD69-420C-B5FD-D0EF6B34D8D7}"/>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0503A0CE-B1E8-42A7-80C0-1DF99ABEC768}"/>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7C95290F-A0A4-4A35-82EA-704F5161D132}"/>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66762115-6EE5-47EA-8011-DF6238A5B46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EBF9CB69-EB73-44FD-BDC0-62F211542632}"/>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1753645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3226B17E-D8D0-4126-B94F-4F3B225744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72330933-0D96-4936-91C9-21595E29CB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C58CD9A-CC36-4251-95C7-EED91A681D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EFFD01-26E6-4F06-93FB-C0B3F7B9234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654EFC54-B05A-4ADD-864E-6547B074FC7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FB666B7-670E-4EC1-A98F-9426C2880E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D7CD7F4-B65B-48F8-93D8-DCDC0A8F413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FD401F-D837-4479-A37A-EB82678ECA3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A8E6ACA-6DC9-45A2-A5AC-B2D08AF3CA1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B7E2CA-F651-44EF-BD71-85AA563887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A40708B-DBA8-489D-9604-364F02E7AB1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D63B28-DE77-4E26-B3F6-752AE2380C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0D39D83-F0F1-4F4B-9CF9-C7BFA7FAFC7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D0412B8-E6CB-46C1-9C58-BF4E588EB3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A8F0543-1DD9-4FC4-974C-DD71C9E6FF1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5A73F476-4A90-44AF-87A9-7645F2D913F7}"/>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05D51606-913D-42DC-950D-046841C64CD0}"/>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DB1ACF0-D5AA-47A3-AB9A-C6F684A7729B}"/>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0582A9A-126A-4756-9F43-63E671978E5E}"/>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A9B0FE6-0940-4B91-9CD8-301B02CD8100}"/>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3CC60A08-782E-446F-BFFA-F90ACA9883BB}"/>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F6BC49C2-B9D8-41C1-AB17-7C3BA4814918}"/>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8AC3A3B9-84D1-49CA-9A47-F2F4DCB27B7E}"/>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BACAE573-90C2-4346-8312-64E143C12422}"/>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FB96CD49-18EB-4F08-B83E-F6A5AF84D0A1}"/>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E3729471-FE5C-45F9-8DE9-A4FB11BEBB13}"/>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A3BA728F-0FB2-4338-9BC8-592A0E3CBCB0}"/>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F85314D8-67DF-4C21-9086-948E9E2B4971}"/>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D4C07FD3-3CB1-42CE-B404-F38C764FB099}"/>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916CC41-207A-46BF-9691-07EB63D2BFA2}"/>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BF8876E7-F9D2-48C8-9208-ABCEE66FAFE1}"/>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383C0FDB-9E32-44A6-BC9A-3A3EC58B36C1}"/>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6EDB4493-3D85-4F79-9F6C-01E10153417D}"/>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8A5A6658-DA15-43B9-97BE-29C2878770DF}"/>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AFEEB9D-2E53-485E-80AD-B664E414B26B}"/>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F10E0123-FB6B-4755-B00D-EF775657E780}"/>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3B6DCE8F-ACF8-4D9F-8F62-1269BCE392F8}"/>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9189943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F9CE483-BF41-4BC6-B5FC-462DF76D5E4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62B045D0-DD74-46F6-9647-F50247FDE28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D90F230-0329-473F-8D4B-9B947976A42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78E141-2115-49DE-B0C8-B64F1FBBFAF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A501C973-273D-465F-980C-4986E52A70A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56CFFA4-676B-40FD-9642-1BFB0581B6F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72AB8D-11EC-4C6D-9802-8DA7FA380C3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CE4A16B-98B0-4B23-A380-E8DC2FA7E50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6C11C24-5696-4B5F-8CB0-50E75DC70F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F9DD1E-2607-422C-A5BB-C49C5AEC7F1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29F63AE-A15C-4676-B57F-70B7F6C6CFC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45D6222-D7BC-403A-B821-81B7F16B12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4F3D08D-1251-4B59-9396-CCD0CC059B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001178-0CD7-489F-AC19-5E60871CD8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5509DB2-1684-4B4C-95D9-2B248EBD1E0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9B8DCAF6-806F-4231-8099-F2A887A55AA3}"/>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7B08615-6F0A-44FE-9524-907A6041EF89}"/>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9ED1FB16-B094-4B69-A29F-A0037F812B13}"/>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98B42D7-3C18-4BA0-A632-06DE8DC1E616}"/>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A64C9E23-EFE7-4D4E-875A-AED48474C063}"/>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D0B861F6-DEEE-46C8-8D4B-2709EE753D30}"/>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9DEAD1BD-619F-45D6-ABBD-9FB53C67EF9A}"/>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9B251586-1693-4A01-B65B-E2425DBD5A42}"/>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33B554D4-1C41-471B-9AF1-2985C8C6F23D}"/>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FE5FB99D-37D7-491B-9FFE-44BFFD3AA706}"/>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676A63B2-7B7B-40F2-9D91-D6C22DB58C35}"/>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B97BAACE-BC23-472F-8778-802CA00E8648}"/>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7FAD0420-D495-4FA8-97A4-86C44951F58E}"/>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74E9FBF1-621A-4EEE-AF01-B87BCDE22972}"/>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6FE8904A-C356-42C3-AF2D-314E0BF8DA8E}"/>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258B2A06-6418-40A9-94C6-DB9A7B86E7AD}"/>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BEC1432F-6445-4A7E-9571-B08240AEC662}"/>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EDE738D-A7BA-4A26-8B37-0DEBF40C134B}"/>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271288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AD3CF450-8C06-480D-A7B5-47BA2F7C04B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09859587-D869-406E-B13F-8B1BCEDBCFC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CBC1D41-1DEE-465E-9225-9D73BFE203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3C4FCB4-79B3-4DC9-92DD-1AD49BDE522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D934385-CEB7-49BB-BE4A-A9E9259072B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3B56AF2-AABC-4FBA-96A5-32B91A8798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2ED9525-C6CA-4867-BBC8-B25032570FB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F95325D-3C6B-4865-9CCE-FDD0105901F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3F4B980-9037-437C-9BF6-9348E8E127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8846D4-1E6C-421D-A732-263419CDC3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C95A6B5-F3AF-4A59-96EC-23D0C0A4707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F7EB42-EC3B-4A7B-BBA9-8991385847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69D20B-F5CC-4651-94EC-DECE4F21553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5162D8-14FC-44D1-A483-9C8428B563A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26E89A2-6BC7-4C43-8F94-0866F389952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BA6139C6-3C74-46BD-A696-DCF9EFF5CBE8}"/>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E9099249-9A56-4BD8-BDEB-A5F3E43A7FCA}"/>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3D8ED419-BCE2-4327-8275-091BD5E95015}"/>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FAF90C52-5915-4B99-B92B-4C5324122479}"/>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40AD950-74B4-415F-B3EF-1D6927F23FBF}"/>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5D67C8A6-FB4A-46E9-803A-57E92C2173C5}"/>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45E3C47-5E14-4DC2-B469-FFB328244E70}"/>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F5F09A1D-72F6-42BE-A319-E3C3E03E6198}"/>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4B775-8BBD-49FB-A026-324CE54480D1}"/>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A1E27A35-C3A4-4A1F-85A1-447A2E0DFBA2}"/>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99FB2547-37D1-43EC-B0E9-17D4A5705919}"/>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33E9BA73-3461-4BDF-B825-8A3AC9A52197}"/>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92F5A7-D825-4CDA-AF4E-8DD5806C348F}"/>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00BDA859-BC00-427B-B733-EA797A5D6C74}"/>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4C93F23-FCE8-4813-9D00-A1B31A72577F}"/>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58B31C0D-7D96-4B5C-B93C-ABC5FCA2C2C6}"/>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2E0DC2D-ECB9-4B96-A6C6-4113352FE133}"/>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2EEB6EF6-E26F-4117-B899-C3C2169EB594}"/>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12B599A3-C3EB-4D14-B42C-0DC193A6C15C}"/>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7C4A005F-9D64-4CAF-A96D-09B35B3284EA}"/>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54BCC3DF-E02A-4F34-B5E4-60E553134101}"/>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E6B7BE35-F2ED-434E-A02E-965C5A868D0D}"/>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AD8FB023-28B5-450F-8EA6-22F04D9A7DBC}"/>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A7EAD57A-F478-45BF-8A25-5864BDF7132C}"/>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2E600C7-6704-40E5-9CE6-7E07C138B72E}"/>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6FE4A53C-6833-41C3-B16F-29E5C2866FF0}"/>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5901E42A-581E-4560-9D44-3B3CFCD041F3}"/>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BE9999A-8181-46B1-A6D7-F4D8BD3D05B9}"/>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9C1F6C14-1EA7-4BE2-A1C8-ADDFDD6B3E2C}"/>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C4E6C608-100E-46CF-A3AC-1E662581533B}"/>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9DE01810-1F21-46E5-B42E-3E22303867DD}"/>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A0B3190-FD84-4C14-80B2-D1AB378B7CCC}"/>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7F86AF68-E7AD-4A34-B097-D1B42A612315}"/>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26DA5B98-DA59-4628-BE2F-A7B48098EE80}"/>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71D5CF4-DF6B-4757-BF28-9098030D758C}"/>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1685DB30-A9B7-41E6-9DE7-B6D96078A632}"/>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E7FB7BF8-DB18-429D-B0B7-0E3DF5E27C36}"/>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14AF640E-E0CE-4680-8D93-D7A8FEA94BB1}"/>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2B0B86A3-B52A-452A-B2DD-24EBC4812731}"/>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7A5BA5CB-7811-4FC1-898E-2D5ADF992AD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AE0D6C8B-6D74-4485-9708-AA8E5FC44E43}"/>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9789705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376DF4D-8142-44C5-994E-A14969BFEB2A}"/>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27E09239-842B-41E6-98F0-34F7BA16D55A}"/>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6F39D05A-E979-4618-80F0-484636E3DC67}"/>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A3A697-E313-47DF-997D-A5258D722A7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EAF767A3-25B2-4C39-9F61-BFEB279AA3B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BA83C4-BA28-411E-9222-7020B372F25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863783-5E4E-4D37-B501-B60C07F7EC2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21B1D49-74EB-4D05-90DA-CDE95B19C18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1E38492-159A-46A8-B785-13C2C53256F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5A87B5-2867-45AF-A4F9-388100809C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83E345A-B073-4059-A04C-3C001883560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233C5B-2C91-4B9F-B7B4-51DB4E9B6C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D2163D3-A769-491B-86C5-FF8753060ED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1F9D91-F238-46F9-889F-590D78A8437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642270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85EA47E-A650-47FD-BD34-F598CB1302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B12AEAC7-8FDF-4DFE-B6D2-27E1C2E3B07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7B9C11B1-B0AB-4D4F-80C1-E863D354A0A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B8CAE2-242A-4068-BE57-9B74FDE798D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FB7E0CC4-B8B1-47C7-885F-1799BED276B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0FD0F7-8C0A-45C8-9C4A-285A3CE1557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1BE6CD-CA80-4B73-AA5D-26917225C94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08F2FA-2BFB-49FE-AB48-5A234C4F2AB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69BC76B-1799-48D1-8E9E-A259705574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660CF0-CE79-4595-985A-0EE1C58A3F4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8423B74-9E2E-4C22-A0E6-42C584D603F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DA87D8-C255-48F9-806A-77DB50DD426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2425793-E604-4409-A5DF-7DC8629345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22A6E76-D0CC-4BB8-9BDE-19C4669710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990207-D5BA-45CE-B554-EA36D0967CB5}"/>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42FA1093-0421-474B-849A-42BBD49EE36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9F96590C-2B87-4F7D-8A42-4257900FC380}"/>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037A08B1-91D1-45C7-92E4-143BFB4670E7}"/>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E2683798-70BA-4830-9E18-B8DC9C03B5CE}"/>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2CAB449-19DC-46ED-805A-B3A78B20D258}"/>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26194E0-9127-4173-8AE4-A2B47EEA88B1}"/>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DE9CC56F-1738-4D3B-B394-CA2843EC7699}"/>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6B8ED46F-C59E-4E47-B9C2-06930F45AB53}"/>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0343F952-CA66-40A4-A874-4018EC3077B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DD0D30DC-0F2D-4511-9B28-C67AE0474131}"/>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4B13B37-309C-4E47-B8C1-564F5F4D072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AD949A-A603-4299-9D20-BEE264F67E1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21974427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71F616FC-2BCE-413C-9601-75F5B3A01C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A0ACBB7A-E7AA-4999-84A7-88152C3862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A48A4154-ADE3-45DB-9086-067A9909B96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66D0A2-11F0-4316-BE5C-06E85E61BE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EBD61288-4541-475F-BADB-2D58690E386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BFD7F7-3999-463A-8A07-AD8D0FA77CC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1D71E35-AD72-4124-BF8D-B6517D4F868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8C3648-2B25-41E7-AF13-49DCFA44E66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7F07FD-96A5-4E2E-8F46-4B5A4B4ACD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5D71E6-EF34-462B-BCDA-8E4B2CFDC0C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9A0457B-2540-4307-A8D4-F2EFE0E170C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7187E07-9A94-4644-9B7E-823AE3CAFDC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D08B21-A522-447A-8F58-7203D92A97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CE05F3-2E1F-442B-BBEE-FCC2E75D24F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95A78D6-1663-436E-8788-109C6E67123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F184BE77-236A-4003-941D-10BE07EA735B}"/>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C723F07A-1867-48B1-9FC3-DCC9391E3559}"/>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330E634E-9C95-4BC8-A4DE-5FD3400E7042}"/>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9339ED7A-1F82-4A1C-A9F0-EFE464819123}"/>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7F869B3-7182-4202-B536-A364CEBE5313}"/>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070B6FF-877F-4FA9-A58C-F589E855D4AC}"/>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2073294D-DC88-477F-9B95-7DFC6472DFD1}"/>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40D4051B-E58C-4172-97D7-72FE049B5CAF}"/>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B2BAF8CF-E74E-4A13-949B-956CE7F2F710}"/>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589AFDF-29B8-4E06-90BB-E990E97E9015}"/>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2D83934-04D3-4957-913E-5AA386267C11}"/>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C9EECA5-A418-4AAB-86DF-C6DA43457F82}"/>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AD3867DF-B00A-4FD1-BBB8-085A488DB594}"/>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15DEFDBE-9B38-4848-B33B-F910FA5468F8}"/>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CF96618F-FF88-456C-9C74-0C66228AE89C}"/>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B1F29911-9DBD-4BE6-A88A-3BAD0CB3D2DE}"/>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4014D1B-6BD3-4D97-8E16-B6903C0154D6}"/>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101C4A2-84FD-4D6B-BC8A-D8A724D5BB89}"/>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9B936230-CE01-403F-ABF5-B8B6EE8C2DA7}"/>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7AE91F33-EA44-4043-BDCA-B50B695BDC34}"/>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3C911F07-0398-4BC5-87F5-D95738D4E567}"/>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ED897C0A-F6C0-4D7E-8A32-FFD538F73048}"/>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5CC0B7B6-7CC9-4C26-A521-A3226F5DDBC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B15E162-0DE9-4EA2-A257-6BA9D9B9530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833090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64CDA9E-CAE8-4727-9F38-4EC1156A5B1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20CC272B-8D16-4558-BBB9-FAC16336865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E74D3ED-91FA-4204-940D-7A293EEA4E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A11D66-0157-40E6-9EF4-750A1946D9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AC6091AC-3ABB-446A-84BE-969A9AC319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56A9C34-DF5E-4F57-8997-069065B36E7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571A07-CE74-4F42-9937-64E24653272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3E1B38-DD38-4884-83C5-1B2163954A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7A4607-1DF6-4BF9-83ED-75D8211BB60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FB2A96-92FF-4BF3-AB1D-32ED3EB3FB6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63B461-1892-4471-BE69-81B94819DF6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88EDB1-580C-4B1A-8F28-9AE92C31B5D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C9FC98-42F1-4135-9859-2F33BB9389D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E34332A-2EAE-4647-95BA-69091D52D6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EBB6E8A-708C-4E8F-A084-DBE24816CF0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A8A56501-8108-428E-8A73-11A3B4BCF887}"/>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EC3F7041-0330-435D-AAD9-41836C77C8D1}"/>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B3EB3D16-06FC-4C02-9458-CD8B35647673}"/>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49B3D6D-7A26-4F5C-B41E-23A449F7C254}"/>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ADAE090A-0D37-49EC-A777-0E074ED789CE}"/>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5934BDE6-0393-4DB1-81FF-F3304DB079D4}"/>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763CC169-D7D1-4614-837E-27DCAC02F74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9DE71CD-5F0D-4C88-B297-18F704F81C7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6583290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A8DA549-3803-47F0-8051-1F805C4B14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E61B1E4E-A43F-47D1-AF0E-7DAFA34CF3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6A3D4CC5-51D5-448D-86E7-44A52CA5689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1512DC-E648-46F0-BB6F-57908FD296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2F6A3581-3BC1-410A-A070-E82E14D837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FB9B04-D339-4E66-A109-61437BB503C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44D4F77-62E6-4A78-8B50-F011FF3D601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622638-5FEA-4DB9-AD89-46E2A303E4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C0FA8F9-8398-42DD-91B1-A4BD7613C24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489C718-6FFB-441A-8902-34C4A9F34C8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3D38C4-1F85-4321-BBD5-E66040887C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9DD351-AD6C-4087-A0E6-BDC28856E28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08D87FF-B0A7-470A-A372-E59106687F3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5D4906D-F0FB-4AC5-98DB-977C07892DD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57A17F7-E2EB-4AD5-B0F4-903A3F551C7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4444A4BE-C9BF-49A2-A5AD-8A135EBDDD14}"/>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DD4B3CD0-0F99-423F-A934-D44126F3AF5D}"/>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2C525A3C-1CAE-4D97-BF89-A71FE4D66159}"/>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82A8A305-8BB0-4B53-B30A-E74083FFB6F5}"/>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6B5D19B3-5E28-4813-8343-23B44CBB6400}"/>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E1CDD9ED-7CDC-46A7-9C44-B18C11536C80}"/>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09CF7678-C9CC-48F7-8B37-A0AD2DA41707}"/>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F2D0D06D-A4F7-43C5-AF42-ACD7A2DBC075}"/>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4556861D-FEDF-49A8-A689-D9363D46DD6C}"/>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00C64612-5E84-4EB3-A601-9C333B1A63F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A199F32-3350-475A-ABF5-C45BA46BCC1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87824758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BB8D10B-3C6F-4F5B-85E2-D6E99CE1F3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04805846-34D1-45F2-B577-5206A3190B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56CE1501-5657-45A2-868A-FDC12C296B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DF7772-6062-4275-A3DF-AC6498EE98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A5F166E1-AFE7-428D-8855-6AF2D14F64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45381D6-E33E-4E10-AC65-667E994D0C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449CD03-3652-4B3C-B954-49AA5C01AC0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372A05-8D4F-49A1-8B13-E009981C1F7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8AD8291-60E2-4BF1-AF60-84347B18D1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41EAB4-E5F6-44E9-A50D-464E5CE645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A5B42F7-F05C-4FD4-8081-928D4375D9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6464BB-E944-4005-9909-B8ADE82C0E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CF13D56-F7F4-402C-823E-76326F8E45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C1002B-5DD2-491D-ADEA-71B166D6EF8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E544F6-070C-4902-A42A-ECEC70EDBFF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B25DF439-FB10-4F11-9D79-48386C95B9EE}"/>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FC5E327F-7654-4C97-8364-7F5D9CE0BED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F8BBFFF-23CD-4F48-8140-ECC633142A0E}"/>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A3BA7409-1DDC-41A4-847B-24C4562A74F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B22C9041-958C-433C-8BD4-DE1450C0ECF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97E2C4D-D76A-4BAC-A205-766AE51852BC}"/>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789AE931-ACB4-4423-92A5-01D84F93218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FB0758DF-9705-49FD-A3A3-210559C1EF3E}"/>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0D0A81A-516D-4F51-95A2-BC8967BF5BD3}"/>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5AA0AA96-3579-474A-9917-06C6E5299ED6}"/>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D48A0B62-ABDE-426E-A5EF-0BBC074C6D9E}"/>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9D00D28-EDBA-4121-BDFE-1CD180BDBEB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C143E3C-77B5-4BD0-8072-8082FB49582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94628486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36915B8-6C8C-4E27-8B5E-9A224EB5B35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8C0644F4-E6FF-43AA-9B7E-0E0963F37C6E}"/>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28D5D374-40E3-4681-80D8-81A69E539FC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E598AD-EF5B-4A69-A1AF-3120E7D50B5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2361C831-A82A-4B18-9DC0-18FA1C9E13EA}"/>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F15CEBD4-8B14-45F8-B304-16AE8E8B966C}"/>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54598414-5FD6-4EDB-9DE1-E9906FB8B0C3}"/>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7B63DB68-1C69-4EC6-939C-C3D449803A24}"/>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2C04E7B-1FB9-44C4-9382-798A5972CFF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755FD69-D4F5-4C16-854A-9E1880949D9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BEB837E7-360E-44E7-9BB2-D02C1798B0D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612F2AF7-0B2F-49FE-BF6B-723644371CF1}"/>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44D929EF-187F-4700-9852-8EB15173CD3C}"/>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D04A4AB9-088D-4F7E-B8D2-1514DEECA0F2}"/>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5838473-3279-482E-A7EE-38E5CED403EE}"/>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DB1D047B-65D0-4AC1-A928-30D0E6276D4B}"/>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E36B611-9C33-47BD-983B-529A0FBD3A78}"/>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51E03102-61A9-4776-A52A-23DD5746A71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20CBDE35-5663-45C9-9C70-7B30DD98AC4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F9B1399B-0CD6-44D4-A2EF-A545521D179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F4B2327-ADAE-4808-AC73-07DBDA0E47D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ECE3B63F-5FD9-4B94-B8FD-B74476792AB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15BA1F9-28D1-48B0-A902-99D2F55BD8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4FB4B31F-308D-4855-8F42-926AE6B09FE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5B386D6-592F-4927-8B3D-CFE59188ED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7660E16-48EE-4983-B517-A66B46D760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E072BD9-BFC3-4AFA-B891-B2BF5910B34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F0324C6B-5912-4204-8370-C765A90E90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F3C2FA0-5CB4-418D-A0BC-355FD741561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9AAC3DD7-23F1-4ECE-A274-7A8492806A5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E2327D5-03B5-498F-AB93-3B515D0E67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078756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2DB7B2C-2C0A-46FE-A6BC-53C4E3EF883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96358A45-995E-4475-A0E0-A8160292249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A9496376-5996-41CC-954C-58A847C6743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184C7C-664C-42D3-A73D-038F1E104BB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2B06E73B-2E79-4590-BDBE-5A9ACBD521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6E7C1BD-F984-46B4-B7E1-82C18C5348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4F1459-6DD3-428A-9ABE-51B8E12B57D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6F32E01-640C-4753-94BB-926D8F0E217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D732A1-A82A-47FA-B2C5-47B0FE906AC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44FDD5E-A32A-4C6A-8404-FB7AFD12975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3D5AD30-A9EC-4EDE-9B27-CE087949E26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5B298F-652F-4CE6-ABA8-7A1DC58F03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516E02-FABE-430D-B9AC-10DEA6E1A2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5A8B7A-CD2C-40CB-B7C9-4AB6C2727F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2E0A384-789D-418B-8255-019A68EFA59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E9BE9841-FA3D-4CC0-BA09-E26AFD0FA8E5}"/>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0082EC0B-0488-4AF2-879E-44C63A9ED355}"/>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0318AF6D-DCF5-488E-8291-34CD5D17ED68}"/>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D55BFB5C-A1E7-4C62-BAB0-D403C6857285}"/>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EC69962-CE83-4B9F-99CB-306B280F9DC7}"/>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4F8D6A44-C655-4107-A887-2182F478F188}"/>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728F63AC-FFDD-49C7-B477-DEE9ED7B7353}"/>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0FA0528-8676-49F2-A154-B7313CB1DE5D}"/>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9C542AFE-DBB7-4137-802A-F3F0A0222C11}"/>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CBFACBA6-CA25-4F00-BB1C-777007097E63}"/>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772568A-7CB1-404E-B593-A1D5093BF088}"/>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832B086F-075D-46A4-9F90-1897F22DDBF1}"/>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C314EE0-4DE2-4B29-957B-C599B9EBC87B}"/>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F7DFE29-418C-49CB-815A-40F6274C6E4A}"/>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20210792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E0655D1-7764-43F5-B349-EC8E28B88D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4F4D05C9-602B-4774-B3E6-52E4AB999F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16CE05A0-10FA-40B9-A519-96FEBDA9182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6B2EB4-20F6-4D54-B243-49835370F8E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F1443FF1-91E0-4F09-BDEA-CA4A3FA4FF2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49CEAB0-EE32-4DEB-AB35-51B93535BA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47AE009-5814-4DE0-8491-4D37750D182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71ADE2-F1EA-49C8-9E27-94C9E8B055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0BA66A9-931D-4C28-B361-4D85D51C55D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15EE9D-FFD1-4410-9641-AB3341332D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DD1D317-F676-4C9D-A124-CA391522DE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7DCAE33-AD77-4E95-A296-C7D5C62F021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4B45B0D-79B7-4B3D-8005-4DB2AA0BDF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E1DCE4-097F-4EBE-92D1-86657F573F9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81F6B93-3988-47BE-A1B3-2A8481E573E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80D00FBA-655D-4C91-96CF-B5F7A5A29FE6}"/>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73C5DF3B-5208-4B32-94D5-293D5F87F04D}"/>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EC28F06B-90F2-4370-9F18-0B3419F2BE81}"/>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B0F616B-A25D-4F01-8695-406CB098DC7C}"/>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0AB1C442-F568-4FCE-ACCE-639E55BF5144}"/>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D1A3EE1A-71E6-4DE0-B0C6-DDBBFB1010ED}"/>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BD9277A-9A79-40E8-9687-784FB6E6F813}"/>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5BC652FC-935A-4FA7-A70C-2D6A8A92EA8B}"/>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DD84467A-355E-4957-8C56-AA184DA5FBBE}"/>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09B1E8C-1F99-4BD7-A93D-335E15325C4E}"/>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45863425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5DDD67C-0D54-4AB5-8F6F-9F26D52A6C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B966B081-28B3-4C01-82B5-1E9FE7F749E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1410A337-2EE1-44E9-A20D-8472AEDECE3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E966266-36AB-4C0F-893D-05A82E492CC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FE496BBE-8D1E-487C-8164-932C91BC066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823739-42E0-445F-AB9D-BAEC4FEE5B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B9F6173-A142-4264-9F50-D7231EDFE37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68A3A0-1618-4C56-9E86-D6BA2E8BDAF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1DCEF4-0B6E-483A-A434-38AAB5A98E1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08AE25-87B2-4C9B-96C0-DAB38425060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A952085-2744-46A5-9382-104C7DCF125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322EA0-7490-481B-8C89-EA0080E993F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4BFEE75-E14F-4292-89AE-2F4063637F5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0DE195D-8D47-4016-8788-4A089A60D9E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A28838-93AD-48D6-B580-064781C520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AA200C0D-5D4B-4962-BCEA-89DAE9A7D477}"/>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C0BD1C3C-CF49-4651-9B55-2644F196D701}"/>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1F21A9E3-4132-4104-9841-8FBF21EDF668}"/>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7D55FFC-89D9-4D06-A708-4BC98DC22E48}"/>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A0CBB1F9-3191-431D-98E9-56FF47F92AFC}"/>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D8FC9006-2562-4C29-8205-DA70828A8391}"/>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E179F4A-399A-48EB-97AB-F32B274E140D}"/>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5612197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949825C-FC8A-4013-B547-89899F3D33E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107331BD-7F62-47B6-8635-9152305EB17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0B1B6616-49EB-4B67-AEA0-2AD33BFE4CA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FE2CA2-AFFB-4B6D-A3FC-338F75847D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77602026-669A-40D1-8AC6-8DCD3D86BB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3AFA870-2267-46CA-B6A9-76360825D9A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E00D63F-8A7E-4BB5-B4F8-A82C50AF3A3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03B180-ED92-4387-B8A6-6C4E6E46FF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6D1C986-2681-48BC-815F-B70A009BF2D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C3A0D3-0367-4C0F-9901-20CDC5FFD3D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4EC9732-46C4-4E35-BA68-851FD765ED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C4807DC-F8A1-4FF5-B672-52E53607E2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03F13A-78B8-4F00-84A0-341936C0DBC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2D32E19-5AE1-41C0-A003-1E2B14E588C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D7D50E-A5B8-40C2-A66F-FDAD396DEF58}"/>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E45A8730-B055-4421-A235-6C99D79D584A}"/>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814CF813-2F25-42F6-A5B5-00BE86D42ED3}"/>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0A2F925C-8E08-4733-A15B-696A1AB91D05}"/>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E6AE6F5-5496-44E9-9B55-0F23E30F598A}"/>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BBCE5C26-6857-4EB9-88B6-D07CA06A121A}"/>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DFA2D63F-B67E-4542-8F59-3436C2712122}"/>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B24CDB3C-93A3-42D3-BDF1-37C5175F015B}"/>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AFF380C-558C-4085-BF54-260F9C8ADDD7}"/>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2053C225-8EC6-4454-90F1-C41ED6E35182}"/>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AEB001E2-BE41-4FE7-9F7A-9C970BCBA0FE}"/>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23C64BC2-B683-4093-8B80-A03059BA2682}"/>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2B582C6-150B-464A-A1CB-E7BD6EBBFEE9}"/>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B89A7085-6566-4CB8-9B9A-C7ABE99B4691}"/>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E7967014-C9AB-4E04-AC4B-41A030732946}"/>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09FC3101-9E91-4CB0-A22E-DD49D95714DA}"/>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D3063E6-B635-47E9-913C-59BCD661DB93}"/>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4F649F0-EF6E-4A48-A342-25EDA61FB4C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22262294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FBB3907-CCDF-447E-94EE-A386F07E38E4}"/>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1B4301E4-2784-47E6-A208-4652CD861646}"/>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8E661748-D357-42FE-877B-BAD6DAD8F196}"/>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B14211F-410C-4647-8670-0FE552F946E3}"/>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AF20EF36-6372-446F-97A6-08AB9DBD99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FD4E69B-71CB-4DE3-8509-EED6797CAA2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04CFE34-EB2B-47A5-B58D-5049FDBA3DE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DF31BD-121E-491F-9955-F03F5FDB41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13FD401-3EE3-491F-AE72-F6C4D57C0D1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A67D11-0D9F-456C-BE54-7683666D048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8B45212-4E98-4F2D-8C7B-EAC0E2F9010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AEC455E-8B6C-4464-9666-430DD885CEC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D239EE1-D5F0-4354-B841-C3368E47724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A073E8-7EB2-4EF7-BA2D-2694B5B0B8C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1439759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09441FE2-89FD-4476-B138-9D43B4984DD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E3FD5A23-2199-4F5E-B68D-E17D9060FF1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C5F56B7E-12D7-4F76-B681-640E69ACB0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FA26BD2-C3F6-4E82-AE43-098703D965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90C88316-D486-440D-9773-C277F72BE25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CDFA05-82C0-4DE8-A034-5C2AAB896CC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600E3C-A904-44A2-BBE9-6F1BC5588F4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4F5E483-E0AD-4362-87AA-6FCBD66D590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DA4313-48D8-4B1B-8013-BABAFEA7980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C17731-6016-4B20-9DDD-10CE13EF4E1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3FDA9A2-CFDF-4C50-B968-A82529CC891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A89BAC-4B95-4F4A-856C-39B420239F9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EACE7A-52EE-41F5-965A-384A201327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D93951-FF0C-47ED-9D5B-4651E4AAD3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07844C-5600-417A-AB58-863E57456E2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804F6C14-3854-40DA-AE67-9D74367F3522}"/>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2059C95E-D2F7-4A60-BFFA-8B41EF02A66F}"/>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2F5F13C2-3AE9-467B-950C-A210731AC669}"/>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160225BC-12DC-46B1-B13F-3B25CD39A068}"/>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885FB9DE-C319-4018-B41F-C949A9B9D700}"/>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6E8865AA-F73F-48BF-A62D-AE11AB9EE28C}"/>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A3AB65FF-9A9D-48A8-874F-187A220F9C0F}"/>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49AC644-37F9-495B-A8C6-ADEF39E6EF85}"/>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DCC6DE20-18AC-4666-8C0E-D9BCC13A27E4}"/>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C647F3FF-EAAB-4017-A6C2-25820E6F80A7}"/>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5D1B0B07-4172-4383-B89F-A62A1CA87E25}"/>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4A365DF-2FF2-40D9-A8EB-F922C49CD278}"/>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70ECD32D-E73F-4243-97D9-EEB455E7530F}"/>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2A993FCC-84B4-40A6-878C-437B568482B0}"/>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E7B570E7-5598-4572-9D12-B848A309CD5D}"/>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E5DC47F-A7AD-4CFE-BA78-955E8144A2DE}"/>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1A6D4FB9-FE2C-42D0-8C5E-408D8C370FA9}"/>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1EA3AB7E-A4EA-459A-ACBB-59E3D6BB058F}"/>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5409AB71-8E4F-472E-986E-AD278E71A7FA}"/>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437C4BF-117A-4494-B53F-1ECCDD02147C}"/>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98CBB6EA-E0CF-46C4-A0A2-8048853805E1}"/>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AD75BDBF-AD90-48A6-B866-6E8824A02BA1}"/>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25FBA048-9C89-4182-8F8B-7FC1D7C24B30}"/>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27D3732-335B-4F75-AF75-3DE24869EEE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1F1B390B-2994-4B93-93F2-204104D0BF3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26309127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D5485FF-CFE3-48E6-8946-0BD5FCFBCDF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3504AE78-60D6-4D20-BDAD-7E29806276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716D1BED-918A-425C-B583-8E0636059D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229632-7561-4BF6-A186-7AD5623C10A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ADBF0507-5B54-4F9A-ADCF-C8DACC11AA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91C831-6E41-4435-A8FF-685E6B2EF5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F8DB0D2-45DF-4D85-B01C-FA1356CE492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8A32DAA-6768-4970-917D-932E4D034D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21B9697-8D7F-46BD-90F4-EED5B16B3D7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CF3DAA-9A95-4AD6-8F94-3C3CE0C709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4C21622-6E16-4EF7-8ABC-2EEBA07CD0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9C0EE39-CD09-43D4-9EDE-34EAEE30587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518BE04-E4F2-4D75-9F25-A6B863DA53D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10E9D7-D9A4-40E4-95AD-8B39F4087E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0A8765-ADAF-428B-A7B9-8B712784D58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DC943F9E-5E8A-411C-A659-541676A43B7B}"/>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08548287-81F2-4272-99ED-B90A0112A57F}"/>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2C4EA195-9B17-495D-A60D-22027F8B1F10}"/>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FE535F1B-98DA-4068-AD4A-449A904FB8C3}"/>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478F7F42-C28E-472B-A881-B17B7BA12F7F}"/>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A9497C4-FE83-42BE-83E9-A6ED7031070A}"/>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A5D14F4-2554-4C7A-952E-356606F86310}"/>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DB38FEE-CDAA-4D16-A8E9-757C9721C7B5}"/>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78B90FC-BEE8-45CF-A601-A28F25B07A05}"/>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5DDE8FA-2E69-4E85-AC11-46B82BD2F35A}"/>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BB67A99-C369-43EE-A368-C3BD8EE98F8E}"/>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18B802F8-043E-4A63-A4C8-112B8037C170}"/>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C6ECAB1C-B62F-4C3D-9917-B76E856A191C}"/>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D4BDC7ED-B218-4FB7-8ED8-8332C84947AA}"/>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4A020BBE-3A14-41E6-817D-2971AB99D140}"/>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391B0F64-04CB-4A95-9C06-1B40C7C18C68}"/>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BB2D5900-CD23-44CB-9646-345469127910}"/>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ED5584A-ECB9-4F35-942B-D6A1E13D174C}"/>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5D537084-EC95-4B49-9950-978C5BE96449}"/>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6208490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824C8C-A12A-407D-836A-9A553B91CA5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2AA4E0AB-630C-4FDE-A290-2655CA73D02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C1474389-4374-4860-9CDB-F63DD2417D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298BE-EB81-43C7-8411-C82B7EF431D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BC653290-453F-4A62-AACF-D96DAF009EC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AB33BCB-DD5A-4CF5-AE5A-077025FC61C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FC75681-6E01-458D-BC18-0390A9E2F23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7FCAD8-936A-4FC0-BD07-5DA3BBF9777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1623BF-138B-4C1E-A4E4-78DF204DAF1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123AEB-92D2-4903-B360-9F1EE4FF0B9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6028701-7EC7-4EAB-8134-D835EF7DA0E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241DF8-D233-48AE-8D8F-A1F6D07047A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D5380E-AFDC-49D8-A319-F6A8498872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01F42F-180C-419D-AC83-A91AC1F6E4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FA17C32-6130-439B-82D8-477EF5231CE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6A490130-29F9-4831-8021-E698BCCC492B}"/>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1A29ACF7-0813-471B-8C41-B385B286A4B1}"/>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4DE3532-C6B3-4E62-873C-FF69D83D23CE}"/>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6081DE27-D19C-41A4-81A8-25FA8107EDED}"/>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B9495970-1152-4D03-AEF9-77DD259ABFA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8F877E-2D2A-4A5C-8B44-C451DE57659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78C9C8C9-8229-45F3-8277-5A43766B5F04}"/>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83B457D8-D567-4A18-9F59-F215A07348B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EFAA545-2DA9-4E59-896A-2CB397AD3866}"/>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9E80764E-F3E7-488E-B42D-B4E38B680B27}"/>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5E23023D-D8DC-44DB-BBB5-CCBB40A38C84}"/>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D9EDAA8-5990-434E-8990-91362A8F93D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FD51050-C00A-4486-8B41-DD44705860C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69998107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C995CC0-6597-49DF-ADC9-B5FE4A9CB57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9CEFD6C4-EFD9-444A-9362-EECE6D3A6DEE}"/>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E2D0BCA6-0BD0-4C13-8E9B-7DB181E0E6CC}"/>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4E85FB-9593-457C-8872-6D11E06F0090}"/>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E98E494-F0CE-4710-977D-B8EAE94E2399}"/>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D6DFA284-4B92-493E-9AAC-F20FDD323863}"/>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B2BB187B-4C52-424A-9802-8CE4877CB9CD}"/>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7FC99924-F380-4C66-8BD0-31A5785E3ED9}"/>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EE477AB-1FED-44F1-822E-27B47D841CF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E311D8AB-05DD-4B8B-A6F4-7D85DC55303C}"/>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191D6DE4-3B8C-45CC-B2C4-11387765712A}"/>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02701E91-39EB-479A-9BC2-81E2B897DA23}"/>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FBFD9B88-F84C-4DE7-AF29-08AE94CBD30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065CAED3-7CCB-481A-9655-6F777DCC6CCB}"/>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02E1EBBD-5DDD-4267-8841-AB2F287EE593}"/>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075CACDD-D6A8-472D-8066-3F06D8A3A4DF}"/>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792242A9-3691-4F9D-ACAD-C6ACE5AFC7D9}"/>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A5F3368E-9412-4CBF-BB99-6647094E6176}"/>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337F9AD2-10BC-4B39-BFAD-4FF0301E224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3BDF036F-FE99-4BA5-8202-46FD45729D7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E7B5106-E92D-4483-A823-6FAC7604D9B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C49FF207-E54D-4AC2-9D76-3CE23886F5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6D742A2-6F98-4E15-9B7F-81FE0368ACE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D8E3870F-9945-40F4-B4C3-5286EA4171E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D34BE96-9569-4BBF-BFED-108E008620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474171F4-7D46-4A70-B588-3F2D4FFE478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4861536-9A15-4225-A132-E79DB1E53A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DB39E716-5ACA-40A5-98A0-D7A3B2168DB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2AE3B54-F52E-4228-BD4D-CEFA662D24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F67B975F-B2C7-4CDC-9180-DFB969E18EF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13F97BE-1A51-4A3D-91DE-24BAE69869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5829475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F0186D8-227F-41DD-A24A-473949061A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92890264-B510-4218-B3CF-7000411C16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2AE31680-AFCC-4EAD-87B3-1D398579ED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DB8057-6FDC-47F2-ADA9-E0342B9761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1B999416-C175-41E3-BBF2-313AFE00B59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3503F2-268C-44F1-8BCB-D1D01D16AA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5344577-03F6-47D9-908A-B8861B08733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19A110-F0EB-4622-884B-9C2E57FC5D1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B6F738-60A5-42AC-A02E-A80AE35561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7A14D9-7015-4154-808A-EAEDA465E61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E2A32B8-D602-4345-ACB5-7920D33F04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9F8BD-3026-49B8-962C-688CD55F90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9CEA099-D862-4370-8B7A-0A3CEAA653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81D5E3-30C2-42EF-9D9B-0A132CD890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DC22036-283C-412C-A985-B6235D958DF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633097D2-3567-4196-BD68-A1D1AAF6E7A3}"/>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562d4b3a0ef4073"/>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FF78C6C-7B91-4C24-AC51-E784933799A0}"/>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45810F1-AB06-48B2-B4ED-91DC7F09516A}"/>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C5BBBE9D-3C56-4F1F-966D-80B70FE59A81}"/>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654EF57E-6795-4FCB-B40B-C2072DD2D724}"/>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F63D705E-E48C-4A2B-AEF8-4124143F6247}"/>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E350B45-AC8B-4896-BA16-129421CC717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11320699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5358EB9-9416-47D4-B54B-5F7DD5538B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13A6CF2D-58CD-49AE-9C3B-E4EE1508048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7A5895E7-3D86-4ACA-842F-C4DC1928DE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7D7713-0E48-485B-85E7-5B93657BCD8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7E723764-D1AB-4AEC-9D2E-26E59A2325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67CC45-DDD3-4D58-A0E4-16BA90734BC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8342E03-172A-4346-B834-80D2B8C4331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F90D62-B1DC-4AA2-969C-CD9CBBC253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14745A-E2F5-4CDF-B78A-B57EA94A6F5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06676C2-2255-4D21-8EF5-ECA0A9119F3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92AC0A9-29E9-488C-8A9D-09591FACABC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568726-21C1-43AC-BA5D-D85C7C713F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B3BF421-B825-41D7-9354-AA8456ADD11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3D51DD-83CE-49F4-8226-2277EEE49E7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BE6C30-11D7-4AEB-B03F-F30FC26281D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41679AED-16E3-4A3A-A672-7DC9986AD4A8}"/>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8E4FA315-C490-4DED-B2E5-1DCDD877FF24}"/>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907C8C81-A386-48A4-BC73-53E1D0834C0D}"/>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971F41F8-A037-434B-87B5-AF3BCBE0D600}"/>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a4e99ed5f8514b77"/>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a4a50f716fba4c51"/>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4215CC41-D9AD-4737-932A-2C390649CF3E}"/>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BF16EEB1-37DC-443F-B0C8-6E727B246812}"/>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9C0585D8-7A2E-4DB1-A797-F9737F3C9D9B}"/>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B86683A-D018-4205-8C89-0852841ADFE6}"/>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96F15DCD-1623-421A-8DF4-597060AE8EB2}"/>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117C297-5289-4864-AB9D-99E835E5D783}"/>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86709F52-9AA1-4705-AE5D-87EEF2B870B7}"/>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7E6EA77-5C8C-4598-9FA5-2F2F69FD9B81}"/>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36285276-3B9E-48B6-BD8E-595D497CAACC}"/>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FD5BD8B-C1C4-4A06-B39A-03F747417F35}"/>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96463272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6E8FE5D-7F5E-461B-ADD1-48CC1E145EC7}"/>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2C11B5EC-3623-4A94-96BA-6F06B1551A7E}"/>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6566ED9D-8BCA-4A37-9931-25FCA44C11D0}"/>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0F0428-CF08-4B9C-A7CF-18DAD1CAB735}"/>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6CA463DC-E326-4F3C-8879-3C823D94E6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2F1291D-8B1E-4018-9A95-921EA084567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A86F80F-6469-435C-BAE7-9AB9E26E3D5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0E04F2-ACD5-4EFE-8A45-E86B5AA3DB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BBB07C1-8A20-4723-9298-47CE0D3C375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C738AF-1765-40C7-8C2A-2B9AF3D92F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C1B6E8B-247B-48FB-BF7F-B01220CD4A7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8DAAB8-8743-4596-BDA5-595D2213E33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B8B47B-11F8-4E0B-B992-B04BFD98043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71BE210-3AEC-44EA-97C8-E5650EAFE1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1214505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CC36988-9CB0-4BE6-94E1-7F5BF69A7E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42228BF8-790D-447D-83BA-072DB6D17F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C4D8E71D-B7ED-4684-9C64-8F5EA94BE53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AFBC3D-2581-4E73-819C-16104172F96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970C1439-370D-4C82-9A7E-EBD75B52CFF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39AA23-FD28-4BAD-A35C-49C6B416F79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BCCD851-BC20-476F-86FE-18BDC3C36A9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1856E4-D56F-416B-87FD-88778E21EB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825FCB6-FC3F-4FA0-8B20-1A325B18159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72C5BC-89F4-4358-A8C4-42F1D5D2D08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D51882-FCA3-4D1F-B9D6-669A0B2D0E6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D2D278-56A3-41B3-A36F-EEBA9093EA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A3901D0-BAF6-4EDF-9D0D-717626B678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C3525F-288D-4919-AF89-CB4397DBAD5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D9384D2-E053-4E7E-82F6-6A4E731305F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4B3678CF-E806-40EB-A526-54286F9CFBB3}"/>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6C77F278-A151-4627-9478-81D2C57000AC}"/>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322E5888-CB26-41FD-9A02-9EC139A5C546}"/>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3B3126B2-0E9E-4F8B-8571-54064AF5A0B6}"/>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60D80AB-1DAF-4CA5-AA55-538F2F5ECA1E}"/>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C59187B9-32EE-4B0C-B1DC-0FC212EA372D}"/>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77FDC617-B043-4803-B2A6-CEBA63A48FBA}"/>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590E3352-6C18-4B54-ADF5-8AA6C0A5D072}"/>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C61EAE1-69D6-478D-A026-7B0FD8A82BA1}"/>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57202EAD-66BC-40D0-BDEF-8F809321AEC0}"/>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436FA1A1-2979-4D82-9148-9D5CD85EF92C}"/>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7E8200D1-40C1-483F-BA4A-93BFA2FC4282}"/>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D46D165-044C-4C21-BE6C-A1AEA14E4B3C}"/>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31384157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E9A0B9E-5B93-46C0-BB50-5082CA7893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1E9D37AE-01E6-497C-8156-42747EBE3FA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26C3BC9C-7CAD-4B2B-8BA9-814E99716E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1A2FE0-7C74-465F-BE49-C011C8E931E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2310B418-7627-4D20-BFDC-AC90F6C4835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53056A-87A4-4B50-AD1D-937A6CFFAB4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B3ABCF-FE2C-499D-8879-DBA367CE05B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ED0BA8-A3FF-4CA0-B970-EBD0402E040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893232B-632C-4614-BEF8-82B7583B94F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471172-F31B-4E08-AE91-A75D3B04B00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943D18B-6481-4B7C-A7CE-7F6926FAAC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21A175-6227-4D29-9298-2E3AB26F3E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AF1D97-CD66-410D-BE6F-3CE8AB3F8A9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603371-55F2-4524-A6BE-A7A5EDB5342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D3CCE1-B30F-4D2B-B5DD-D252DA21AA7E}"/>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26AB30E7-764C-4398-A848-4DDD2285A66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41E4C51B-3114-415E-BC62-60171D663E38}"/>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A1EBD0E7-EF42-4099-B23C-929D6EDB4CC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F07F609D-2E78-4504-8F4C-F065182984D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88D2D37-439F-4D78-A935-CFCC2B364D0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20515069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0578EDB-FB5C-48C5-AC6C-C127C0A219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1B3D6269-AAB8-4203-95A5-4B4BF6BBE8D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CD0C6E57-90C7-4437-81F5-E85BF986BFF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5451B2-FCAC-4D59-9508-27A3DDEBA3D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71111FAD-B282-4175-A360-258236CBF79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A9CB60A-0714-4E64-B2A7-762BFC2B17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AAEE14-5879-416C-9DE9-9589F7226D9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321515-4E41-4B25-84DF-89E79F53576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458C6FB-7AC2-4F48-A2B8-02E345DB4BE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D7267C-E310-432F-9C76-8EF85DDCDDD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F844085-68C0-4E7C-A2F9-D257A036AA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8B765D-898D-4EAB-BDD0-C619793E5FE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647801F-432A-467C-90E2-E24CBD714D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428B3D-B224-44DF-AA71-78336D5C654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2C789E-9C3A-40CE-8247-6B9508AB7B7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BA8502F4-E0D4-42AB-BD16-1717902178E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C41A9AAF-24A3-47C6-AFB4-104137C1F91E}"/>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ED1FFCB-A3A8-48E6-84B3-91A4BAFC212A}"/>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16689B70-41B6-47B5-B91C-8CA55D6CFCCE}"/>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F3D6C7CC-26C4-477C-B7D0-388E726A85AE}"/>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BB5A16B-A306-458D-AAA7-D65E34A017A2}"/>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8A18F0CB-A382-4DE4-B923-BBB6509FAE19}"/>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232ADE06-1350-46F0-954C-2316725DE7B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792FF47-EA1A-4744-992C-ABD59F24FEB0}"/>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E053C617-8822-40A3-BAE5-304206AA2103}"/>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151B7389-595F-43C7-8AF5-C750FD5BD74D}"/>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2BD650-A4E7-4211-97C9-F58C6C4D330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8C042D-3105-4A51-8FCA-51B2370F98E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54270324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1BD859B-8EBF-459A-A150-A3D48CE70A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2B88FFA7-AFB9-46C8-A20F-F3C4B346509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DDB71B2B-8962-4668-BAFD-8BC92AEF69D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0D7B22-C2B3-4F09-8DBF-A5853294ACC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7B5881FD-C3AA-4A37-B60D-E46762E9F2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56FA11-14A4-46E9-B307-D4E42D97B2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FC640A-C5DD-4B87-94C8-3F846D85496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EF01E98-7A4A-40DF-9A55-C87808A7507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F1DD01B-F2C0-44AD-9344-E9F62F890B5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B2CA8E2-0DD9-4F53-A501-A490EE29935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63ED3D1-F36E-4732-AAEE-9F1816AD4A6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E6885C-E7D0-4EFD-8CA1-4BF7C051BB5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F2FD7DD-9618-4B0C-8B77-72B02F64411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B01E48-E963-4F2D-B75E-2D5B5F7EFA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54FAF49-5F1E-4474-ADCA-A5F28AF48764}"/>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79883A42-BF96-4604-B9F7-CC4F278BEAE7}"/>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6BA98CAD-54CE-423A-B51F-E816818CF0AE}"/>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8E3E505-F32C-46C5-B66D-642AB3DB21CF}"/>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10D2D04B-F3D9-4052-B3A2-4FE67052DCCD}"/>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B98CC286-25B9-42C8-BF1A-60272EEBFED2}"/>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46647B0-A23A-4CD5-BDA2-619CAAE5AEB2}"/>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F394900C-9782-4F9D-A9A9-C50138F146CA}"/>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C1E1F539-85CD-4294-8A8D-822172794EA7}"/>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016A68E-8360-4A81-979B-A4D13CE7F1B5}"/>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93C62233-8AF7-4DE3-BDF2-D20DF9045673}"/>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F9349CB2-3755-4C44-96D2-48B925854505}"/>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D3441CF-69A0-468A-90DE-D22703B068A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B0EE91C-574F-496D-B60B-9FEC5C7CF2D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59686477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AC75D61-F7AC-401F-A1C5-266DA6E498B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7BD87E06-CD81-4F04-B620-63703103452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5D31649A-0BCA-4D97-B9D9-A0DBD7045EE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22F337-70F2-4ECF-A1F8-1E5D39EEB13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BF662C87-4F82-49A8-B9AB-AE0C39D6EBD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B3AC68-2CAC-448D-8F64-84BC117B7F7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A1A41B8-BD9D-44D4-B51A-4AC2AEED41B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002B7B-CCB7-4CD2-9003-65FA126511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C500134-97CA-4778-820E-6F18C53E0D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7191FF-234C-45C1-9A7E-8264135AD32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E0FFF2A-6710-429E-ACA6-91A144B16B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D567B5-A5BB-46EF-B57C-F7DE18A1885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426A318-430D-4E65-8677-B1EAFA36F34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FABF2B-6ECD-46EF-9808-76F0C1F3A90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A1B3CDD-EE1C-422C-B325-FAF1B8D5C176}"/>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A480120F-88C1-4E34-85CA-A94B81A5A09A}"/>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C6A3CEEB-391F-41C3-9A8B-79CCA5D11F61}"/>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16FD77E6-4201-49A2-917C-614951008346}"/>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1D87DAEA-B113-42CD-8141-9888DBB9E5DC}"/>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5ACA885C-21CE-482B-BBB2-63FFF2E3BF5C}"/>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27B989C6-F5DF-40E3-8FD2-2C2EB44CF805}"/>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05C4283A-A332-4949-B95D-2AD8B71B1FAC}"/>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43B69B2-2747-4009-AD6C-6FEE45A3C1E1}"/>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FE18E849-6CAD-4C8E-BABA-8DE523DC9F5D}"/>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7211DEAD-5745-4B13-A3CA-744D6E1B07F4}"/>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056E0807-28FC-4EA1-A30A-649C81AE6CB0}"/>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D059843-A194-47D8-A444-42FBFABFCA35}"/>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B4D63F17-8D83-4E98-84A6-A8E569E9FE0E}"/>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4C21F4BC-1258-49BA-B9A9-57FDD8992F96}"/>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082F2DFD-AE3A-4FFE-8AB0-8D981C50ADE9}"/>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E6FE319-21BB-4420-BA2D-3096912BE948}"/>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DB8D58A-5EF5-49C6-B07C-26F100E9493D}"/>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68775813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4C02DFE-14D1-4836-82A8-99C9EA3B993A}"/>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844C8538-FFE4-4A48-B41F-7A15AFF19BFA}"/>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CD4DE59-8190-429B-99FE-513238B899AE}"/>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DA3B4722-BC7D-4D39-A220-E7155EE949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C6A93AA-8600-4D9D-9B9A-7922969B5C9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61D5E5DD-865B-4943-9D48-4AA49EE2720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0E461F7-708F-4577-86C2-71D6BF27BC9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EC3A6BDE-4B8C-46D1-BC46-3115E495368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63D34EB-57EA-4047-B9B8-0920029252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210BAD4E-15EC-4911-A18C-060DC2F222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AE565D2-0EBB-4A2A-B399-DD6CED9802A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750F2F8C-9804-4795-90C0-6798F204B8D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CBC49A3-398B-4D9E-A1B4-2573CC9FF7D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522504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D315DC9-960F-4EA1-80F4-13F8AF3F0065}"/>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642365FF-44CF-41A9-B855-5869B6253421}"/>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93485714-2D25-4755-BF18-095FAFAD302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ECD1F0-ED88-4523-829F-C332A5F914F7}"/>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9AD08B3D-EE97-4B96-B0E9-E39D42466DA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F9B7A70-FC8A-4953-A168-6D4A37A7F8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DD24622-CC35-4A70-8F45-D9AB3F82BAB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5E4834-3B72-44E6-A3D0-B863BFC2040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62FF05E-2E4B-40B8-A24C-2378B58276E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341F59-11A7-4029-AD31-E4908F5E5E5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E1D202-63B3-46A6-BD25-ED6828A31B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DA8BED-836C-498D-AB05-83E3D017EA0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6A5A5C-98CB-4049-A1F1-A849F50761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95B68EB-7483-4D40-967C-5BF96C530D3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9949498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AD574C3-7E49-4532-9112-F0F4D87EF94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6CEDA71C-186A-4C56-A2D1-F0DD44EE499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3634A78C-1B77-4ED9-B82D-AB1990E3014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8349965-6F61-4B4E-B2E4-5116594331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DE2A8614-E2B1-4505-B613-49E3025A94C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30A6059-6BBC-49EB-B164-6A95A0A4D0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02DB3B-44E4-4390-B1FE-84384165346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1B0816-9798-4769-B8E5-6E5BA31598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E61E78E-14C9-4217-BEF4-B95350BD893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51E971-ED88-4AE2-9197-FED3151453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939677-E287-4707-8939-FA633FCAFD7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0DD0350-99BD-4346-A97F-425FC79936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915DB52-8A12-4729-975A-F368A57C482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D5A5A2-8B54-474D-BD7E-254D07F868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DA8C48D-1B2E-475C-B9A6-72D4635B817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9FFA9AD1-DE24-4B0A-B2BD-63DD99B5DED9}"/>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8C851F99-73DB-4C48-8FF9-0227AEEC9799}"/>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676CFA91-12E1-456B-8D0B-BFDF30F24AF8}"/>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7B0A70A-AC78-450D-8A71-E196B4924D14}"/>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F854913A-D4E3-4632-935F-C21E5E53D3D2}"/>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02E82662-1C6F-4BB3-832E-B5F1884EB818}"/>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8BBE8C6B-4C53-49B2-96E5-51B0CD5A50F6}"/>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6798BF9E-B5E1-4444-A5A3-186E4B7C2AD6}"/>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6FD160D-7D51-41DC-B1C0-CEE5CD2E26A1}"/>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C9458724-5C0C-43CB-9367-DC6536D232F8}"/>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9CDAC95B-CD63-4322-9F22-8C20785B466F}"/>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F827BD09-0931-4A36-B997-FADCD48CDFB8}"/>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B913E82-CF0F-4AB7-9A44-01C9D0030FF6}"/>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45034719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34D5601-AB01-4E87-A50E-05A8B6544EB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F9C47032-31BA-4654-88B3-7790790B48E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01B62399-6ED0-4585-9516-95291D57C96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2B9FA6-8F06-4F08-A08B-52BE77344F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53247797-17DC-4C92-A438-0F6CB5C8A55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58C468F-1FDC-4992-99E0-81A07DFBB06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0B31791-C219-4A14-8AF0-B4955A1B6A0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FB7B55B-0E15-4C34-9207-E5DE8E854B8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8EC4DC7-AFDE-4CEB-B754-EDE7B5F4488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E0FBDF-FDA4-4BB5-9402-28E04F7C5C2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7ECDAEE-7312-49F6-BC2D-AC54917BE78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2247EF-368B-46C8-A55C-AEB43A4207E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75D2C5-1794-4C8A-8547-52BB0E0DCE0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925C07E-594A-4AD9-AB11-553048EC88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5EF1EFD-C7CD-409E-B267-798259FFF27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F4E7DD8E-B69E-4CEE-BCD7-B4EE75C65266}"/>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5B325B84-951E-4AA0-84B1-74B73629CE9F}"/>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EED0F9F2-1C0A-439A-AD1F-3A085CBE6939}"/>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0B058C07-88B7-4794-883C-2A75EBC453E0}"/>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7E19747D-571A-4E74-BF15-FD7C6576643D}"/>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D7F680BB-44D1-4D05-92C3-0560536B3235}"/>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84F65C1-B68F-4A71-9D16-EFA47D59E809}"/>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186E3D64-EC1F-49D2-AC9F-7B00AA2D9ED2}"/>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9A85F574-C6AC-42C8-B5F2-FD35065B300B}"/>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FBA2AFA1-321E-4E08-B862-7872413F2B81}"/>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CE66F381-8667-401B-9836-B84844FE2D89}"/>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AFC9AE78-7542-4A35-B3AC-6A43B6DEE7B6}"/>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B703FE8D-8652-4502-A025-B6D52A3AB700}"/>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9708019-B41F-4310-B390-1BA34F548834}"/>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10024790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5044FC-B566-48CE-A381-D12842A6415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F32EFB49-105E-45B5-B073-699B673085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847F212A-7ED8-4E11-831F-F8E6C5D449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5B10A4-FB67-4F70-81DA-A1970BAC15F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96B76732-639A-402C-8347-4F5935980C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5122066-E733-484B-B5A0-F6C7C511E3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D7960B-8272-463E-BE7E-6DE1A9319EC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81F742F-AA7F-490D-BA82-0E578E594B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95EC53-2D92-41C1-B941-800BD6347DE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888B25-405E-4151-962A-9E4DE8E5DC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56AC8C-C3F5-4668-B209-82B1275174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5B0B65-986A-485B-90F5-3539F7BD3FF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0BC80E-5E40-4C9D-91B2-244F94CA485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F49D29-77A6-495A-BF64-635A6FDBE22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14DB816-87C1-46D8-BC7C-20CBE52FD5B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77ADC02A-C51D-4D82-ABFC-0342D9C00DD9}"/>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F314212-DC33-4D3B-B5AB-DD5DFE80318F}"/>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5D6650B-B3F1-40C1-8E80-293954BAAC2A}"/>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33863593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E8EB030-AFFA-44EF-AA1E-02F1B381211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D0B62210-88A0-4E8F-A114-E3BB21D47B1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9C35FB7F-C94D-4611-BBA4-986901E8B00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A73C0C-043C-4AAD-88D6-0C7A59E4724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77373EBB-9968-4763-89CA-85D3D06B41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910601-5858-46DD-A52A-95C5F61B1F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27268B1-6F12-44E6-B67F-0F66F13B832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627BF4-F40F-4859-9E5E-E0DF0C2314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433601-33F2-489B-9375-E9B671A1942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C0A6E8-F7F3-4934-A7A7-05C6D77E57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867359-AC48-4570-AEDC-EA15DD9B4A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7E9508-1CC8-49E0-940D-259D35D1565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CF44772-FE07-42DB-A1E8-509F855421E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1B6CD84-ED9A-4031-B52B-EE36B2569FB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956C8E9-F7AC-4D57-A122-F065F30F013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7FAD7380-4D92-4ABE-98AE-60E182D1405D}"/>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D1ACC2A1-9D56-4855-9958-5C17A727B862}"/>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356E85F-0079-4F72-BAB8-796AAAB44790}"/>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FCC5FA0D-223B-4B28-8D9F-5824AB34A5D6}"/>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B160D898-322B-4612-988D-73BAC98D0987}"/>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A0144BD7-5DA5-4710-91E7-650852F810C7}"/>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43E1D73-AAC4-41E6-A832-2AFA8DD0AA35}"/>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2782816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7E07BAC-2356-4519-8228-14ED15BA18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C4713598-DF44-4C85-9E22-F84C1F380A0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E32B3A2B-7D72-4016-B8DF-35DB3AE950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48CDC5C-7F7A-442F-855D-3928226E972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8843B70D-B669-45A6-8166-A73CE24F54F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D6BCC4-2F11-4540-8F3B-9EAD6780552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11D2056-2C67-499D-A06F-2022E1944FE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F110E03-1BB2-411C-AE90-3C2E4C96B34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1861A0E-D5D5-4813-846F-427C8FFF1C6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7C6F99-7BCE-4CCC-BD9E-6EF16E4CA8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D532440-6C33-49A1-B8ED-EBCB1FEB745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24CBD3-FA70-46E3-9FB6-F030A7C42C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948E3DF-7DA1-4326-AD45-4245C3028DA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7F9A83-AC21-400F-B93D-DCDA7B601A7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D3DB25B-FB2E-4EFB-9131-C76946F6827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7EF01DE8-93B5-48FF-B2EC-2281A8D229B8}"/>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DDE5302B-FED1-4A2E-B4BF-FFE7601775AB}"/>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39BEB5EB-D152-4D33-A666-3CE8BDB35619}"/>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4D7FCB61-FB3E-4952-A92A-EAD652715025}"/>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1875C6E6-7050-4E3B-9227-D97C1A2E856D}"/>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9A5C6C44-4B64-4757-A4F6-F3484D4BCF28}"/>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98CD8077-59B0-4EC4-B4B9-9D6F18C9E44B}"/>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13B94EE0-AC19-43E4-B355-2D2B023DBF8D}"/>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3B8BC02F-07CA-433F-915C-F9879DD1F595}"/>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B3139579-A0E4-4152-A109-3769A23B0031}"/>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B73AEDF7-E274-46E5-BE25-B55326A2F36F}"/>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04DEDE9D-73CB-44A6-9681-EB42C6D34966}"/>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BBF952A5-6466-4833-A3E0-7FB7EE3CE3D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B34B57B-1226-4862-98C6-7F8D8FBA8F90}"/>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39379447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BF52F0E-C8C1-41F0-BE56-4B258F0F658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B932A4B4-2FA4-4672-BBA0-AD64A4D467C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9065EF58-B328-4389-B644-D87B97D6377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BAE98D-C050-41DD-87D0-7BD3F562C6C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C51E7A10-A16F-4294-AA97-DCA4BBA0D98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36A249B-1011-4C24-9725-5492731C2F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C181DE4-57C6-4ED0-86C2-E3F9F4190F9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A0CC4F4-EA81-41B5-A5B2-320310BD764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78BDE2-B156-43D2-8DD1-A4B0EF448B6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935D30-1493-4626-9812-824137AB02F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03EB56-82A8-4A89-BBAF-2292F4F6FCE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A1700F-D07D-4257-B7E9-7A26F23604C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BA9E482-B507-467A-A2AC-DE828053446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0E8A56-C250-4236-A85F-B076F278D0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F996795-082A-4021-B422-346B82DBB5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412B30DD-4332-4BFA-9423-A053F01B821D}"/>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0BF659D5-D203-4948-B6ED-EDA609C81697}"/>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909677FC-F943-46CE-A098-5A0B8CA8AF76}"/>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740811BC-91BF-4138-BFC8-A55FE6D94CEC}"/>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A639B0B6-C477-4C97-A104-17BB6F0DC73E}"/>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CCDD3E14-1492-4E0E-B780-38AF57C7C266}"/>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66B68A89-16BF-4C1F-BB0E-42608F2A00B2}"/>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1838ED1F-71A6-451A-9B7E-D0561995AD12}"/>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FD6648BB-ACCC-4C86-8A2A-6B08ADEFBDA5}"/>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912C81C2-1713-4910-A16A-094975B4BA4C}"/>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88257094-9362-41ED-AB59-2D454B3E617B}"/>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44E0F45E-E894-4FEB-B946-1AC59AF82CFB}"/>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2110C9F9-B49D-41F1-8F7A-5D3C1B2072DD}"/>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12C47589-3D0A-4856-B885-D6CA9701B571}"/>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E7F3563B-0066-4FE4-A7F6-DF6F47763208}"/>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150AE2C9-DAE1-4224-BB10-5C7B58D90E13}"/>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D91DF8C2-836D-4631-9729-C14C3DAD072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AE89C9A-AA56-4081-B8AC-45E1B6F5356C}"/>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63982202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1D4F462-AEB8-4BDE-A8FC-B56EA5158CF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1CE0900D-B51B-42AA-84D4-FB950CCBCCF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DAB1E0F9-8D83-45E1-AABB-F54A10015E0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A311C8-1DFA-4F1E-81AA-DD392CDBF9A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55C28AF3-4E7B-406F-8C4F-BC6DC4FC21E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336B6D-7F0E-4AEF-AEEA-2E5FD5F1FF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3886AD-27B6-43DB-A975-C74A10178A2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F281A9-4C10-4751-89C6-F0461D6FC0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B237707-D5B6-4464-AA8D-107C2711A3D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C83A2C-214F-42B7-8F2B-3B7B4B8800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64EC7C8-79F1-4268-916B-4876F016D03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D249B88-43D9-497E-8178-688B0A658AA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076F48-C714-49CE-B714-22F9BC85E0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D7A6BE-06B4-4CD0-B89A-D51DD055F71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F4E7A97-EDDE-4D18-BE5F-8CB75EFDA69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7C0A3932-0A54-49B8-A1CC-1CFB5E64FE47}"/>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62025C5D-D00A-4900-ABD2-AAD3C36A615E}"/>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3B28D47-FFEB-4D25-97D1-12FAD7CF4603}"/>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685DE6F2-5396-4564-8716-61C1AFF8881E}"/>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18B48CC-AB42-434D-8C90-A2994B8AFF77}"/>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60DDE72A-A6DA-493A-BEC6-3A733A99845B}"/>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41EA62E-12F8-45FB-A467-B97781112EFE}"/>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3A5B3BAA-5142-4764-97A5-6F953136A096}"/>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6DADD2A7-E1B9-4D2F-9A33-3B6E9AD78F4B}"/>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A78E2828-2CF2-4106-8E0E-132386931CEC}"/>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D54DE56A-03F0-4D85-B5E0-DC3702F90F61}"/>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1B6B358C-D79A-4644-8BA2-3393385151DB}"/>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409A2623-B315-4730-9685-ECC10B60AD79}"/>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3AF0809C-62C0-433B-9BED-3605F00A9C5B}"/>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BD878AF3-FF40-4DB7-87DB-4653C417375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068A010-FF23-46B4-86C1-5B346E7E0AC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20912498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B8BEFCA-E042-4F13-BBCA-B63470A6BEA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40BF4477-877F-4587-9A13-6230D380E0B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95EA6A6B-01F7-4029-BFA9-7F3EBC1DF3D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1981E1-FF9A-4929-B562-E7D1D4AE38C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CCC45CB7-9B23-4B3F-9376-AAEE3E56B6F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4ACB51-EB22-43DB-A247-A7D2363A55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3F37BD5-254C-41C0-B61D-1F370538E3E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3856D4-A5AE-408B-88ED-5B8B0C6DBF2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2602669-6658-4A2B-8A48-3A07C8334E9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D47366-F0E6-4848-8DE5-C38BDC21EE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0456FB8-D004-42AC-8080-CB23424078D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E3AC8D-7AB1-4F55-8001-5F77CE0DF26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DB0605-C16A-4257-A80B-B6B42A2118C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B59B14D-5A5F-4288-9448-B7B2AB20C63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F2631E-505B-44D0-95E7-59E030933DE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C3157D17-E1AA-483A-AD37-DA047ADBBEA4}"/>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59d5612b15554542"/>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AC90DFF-D65F-47AF-A37A-28281F61E155}"/>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5543247B-A1C1-45F0-9A42-FD0AB4BE64BD}"/>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90538BC9-DB09-4C74-B870-649DEB926ED0}"/>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564D006D-CDFD-46C7-A66F-1AAD368E6198}"/>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B13C6A85-46A4-4316-B23A-42D10B6F253F}"/>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8F15E557-8ACC-48E6-B532-90CD1FC4BCD2}"/>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E8118CB0-932D-441E-9348-906E25FEF87A}"/>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76AC67E-72E0-46BE-B894-42E16F6EBE06}"/>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06122819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776D6EDB-23FA-4564-BE55-FC8D6136BF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238F84AF-C585-4612-AB67-B4D8823DAA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E78DE1DC-CF49-4329-A712-61822098CE7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584A92B-B002-4876-90C5-5DD67AD348B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39E7B93A-5006-4622-AA6B-C1F34B60E74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CF81D0-15C6-45F8-901D-6D7FA722D4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5BDA77-2749-48CE-B6EC-787945679B5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A07FA1-844A-4759-9183-6BF8F5C6CB1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B99E75-46B7-40BD-B955-03782773086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99DC000-1538-4FDD-8D58-E653E6EB56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DA3EC82-24F1-4263-BEBF-ABF6E5F4660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BCA68F-9906-41E7-B7ED-D92AF17BA6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CE2536-5E8B-469F-ADC5-99A2F3301CF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044793-2043-4F5B-BDC8-2099E02FD79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CA1A00-0682-4924-B8D6-8F2F52FD58B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13B03C03-C324-4CDF-BA45-C97C440249FE}"/>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32E0F006-3711-4106-8DA5-E221B5F9462C}"/>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85035C47-B8A7-4747-ABBF-820D59E09CB1}"/>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A191929-0B2A-4673-B952-48895E5ED054}"/>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381C27AF-A266-4941-BABC-4F00FB97B422}"/>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370C43D-D7A1-4E34-A065-852ACF025958}"/>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A7232FAF-900B-41D8-80FD-56E723769BF4}"/>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89150C2F-304A-4AC1-A9E3-123512F1B44F}"/>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492EDCC-C085-4CAD-BD95-952BC1EA769D}"/>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FE4F513A-458D-42D2-B95A-7A264B674070}"/>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B8C800B-7957-4389-8C1D-BCF5D0FCE618}"/>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4E08FC7A-A11B-4E40-84B9-8C198C3527D9}"/>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165B9D8A-AD34-40DE-AA6E-24A34FC82777}"/>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79A54D8-6F83-4C65-A9B0-91F2F677B165}"/>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219A89C4-FAEC-4019-BB8F-FB4AA27198B4}"/>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D98DA55-60C3-4A00-811D-C01AA3F46945}"/>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CB2581E1-0DD2-4506-BB40-E59815B0D92A}"/>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278EC17A-95EA-47EB-AAA6-22744D3A919C}"/>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5A04CE7-196A-4FC1-9A15-FCE84A4E785C}"/>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C0BA6CD8-995A-466A-B8D6-9AA04674B321}"/>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E4A9E489-4B8D-4DE5-8159-7981C5E3FCF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ADA2E72-7118-4CB7-A64C-07C184636DD2}"/>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3497907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9906E53-0A01-4C1E-9068-C128413E40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B4A84827-E300-4733-ADF1-27A2F81D085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DA5A1EAC-3971-49FC-9C1E-E20F321EBF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1BE3A33-9A26-4712-BC17-2904D9EF65B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6DB3D92B-2807-491B-BA6A-C9FDD484651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F94B41-21A1-4027-9900-FE103871BA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0BE6FEB-6ED1-4D4F-8815-D6B1A55AA13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C673D7-D2A8-4B43-9836-864EE0D9F71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C0523FB-3A0D-4357-AA18-3954B63BCE1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C80CCD-F551-4F35-A8EA-64645C100A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C31EA56-B9AD-413C-9E8C-940C019FC6A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50300A-9752-439C-86D5-545FBBC02E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B5F593-BEF2-4606-8140-219D2FBDD7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BA99315-EFAD-40B1-80AE-D3435724AD9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BE2CE6-BB7C-40A8-B881-2EB634EB309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fb9b494b52d4238"/>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99472898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F4A5468-22A5-4BAC-B6BC-254AC582BD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229CDEAB-DF9E-4805-9B90-82416EEED06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53EA3A38-69D6-4CE2-BC53-74A66DEAE94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AEEA1C-5D76-4DC7-A926-1EDAD595A8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B00177D6-ED9C-490C-8940-240E7DC1733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C72FD2-C9D4-471D-A614-5584D91CD42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2890D8D-2E6B-4546-BDBB-64A3DE99843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780167F-3CA8-47E8-8DC1-E8F30B041A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9F91624-04FD-4047-A255-3A4EEAEC47E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458064-8FD7-4F00-BE66-5F4D8D156A1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94A838B-12F5-4EC5-80D6-8482247AFCE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09E693-5ED0-41A3-AB2C-8CD3A67C8B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8DB9BAC-C925-4C16-B7DE-BEFA077145C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4FEDFE-DC51-47B4-A47F-B06AD850DE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2B3ED7E-E17B-4F81-8591-5D013DF58E1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AA73F08B-2660-4672-8E14-0D1038B7853B}"/>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781f49ead3bf4134"/>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9BFC042-CF04-4AFA-BC92-106D3731FCC0}"/>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17533241-5A8E-42D1-926F-1AEFBDD01DD0}"/>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487727C0-DEE4-4DDB-A6AF-89C65D0EDF0D}"/>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A748160E-8CCE-428D-BA14-A8B6402BB5D8}"/>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AF1A0D72-24FB-422B-B68A-5ED17A9C5A48}"/>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329069C-9E01-4DF1-8480-82A264BE981C}"/>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BFD50BB5-B43D-4F9C-9F9D-2EAA0097843B}"/>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A88022D-3E61-413A-BF58-9ED2BC45E99A}"/>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50057FEB-BCF3-423E-A7F8-9BD72D440F46}"/>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54F89517-945B-40F0-AD53-A284ADCBFCD9}"/>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B638ADC-B4FF-413B-85AB-A7E521E978E7}"/>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99506061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50991D6F-D1EA-4EFC-B437-0B4EA4D7D78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89624A8E-5201-4845-B3B0-4BF08B840F6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E62AC383-2C2B-4F00-B15D-F95DB07AF55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6D1E8A1-25FB-4E4F-9704-EBEF2C24EA8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5D8FC01D-8DB9-4979-8F43-C26992E1C0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55D7E77-9F67-4CD9-A94A-512D0B4EDF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299505-53A0-41DA-8306-17E2A2275D6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6A3005-7638-4C3B-A5A1-E247185D97B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77FDA1-4459-4065-8718-00F0CAFD43B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5CD0C6-6F2A-4008-AA25-8A21C2FAC6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15AAE39-7943-4014-9105-974672C965D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9AFE58-B7D3-4CA2-A63A-C5D6053C98C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FD35BC-579A-4A48-B803-EC6C29AE26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47A820-39C9-4240-B894-62BDE31BB61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10C5B7C-042C-48F5-AEA6-F6D82DBFEF5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1BD5DF9F-0778-463D-B360-C1AC5D4D2FFB}"/>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F4258C04-0CE0-4F99-949E-F748D8B3010C}"/>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F6CC24ED-4D8B-4415-9B0C-74DEB9EBEFD3}"/>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E9A000C-0CDC-44E1-B03D-05D502F8816C}"/>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CCA60FAA-33CE-4F27-918E-30D48526490F}"/>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7AA8D0C-48F4-48BB-B7C9-826B69803C4C}"/>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97BBAC0C-CD1D-404A-B653-4C44C0B6DFAD}"/>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4D3B631-4E86-458E-9153-ACCDF726F9CE}"/>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FFBF8-5C65-4507-A3C3-01C371A32530}"/>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6C61098-F723-44BC-AA9D-52DC1A0A87B6}"/>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BD653CC-A536-4A28-AFC2-BBF96414CC12}"/>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A8F7401A-C905-4604-8B84-1790630884A0}"/>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087A4635-BE00-473C-B756-9A41C5FA32F0}"/>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91ABCF20-DDD5-4157-828E-BD72CD0836EE}"/>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97614282-F863-4219-AF10-6197928E24C4}"/>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CB1CE218-C13E-4121-92DD-5569A86889CB}"/>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F0A5BB23-C3D2-4EEC-A8AE-7D6362793DE1}"/>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6E5B7635-2B78-429A-B257-8CE71A5DA634}"/>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7C58083B-EDD7-4073-B093-02C9B46F96A7}"/>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D5AB703A-FA59-4DB6-8D04-A2AD62955948}"/>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672B3D42-AC17-4394-AE19-1E2C343A71AD}"/>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9EB9D6A-43FB-4ED7-8045-BB3412C21281}"/>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9EDE3D2A-0E73-474C-A2E6-8514C03807E1}"/>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951976A7-EB0D-4028-A0DA-9DE095141768}"/>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E79C755-CF4F-4BA8-A383-9B826BBE0A7F}"/>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3A380281-9974-47CB-9865-6E17BAA6207C}"/>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A920AC7E-B0DA-458A-857C-3D6FBC63BDD4}"/>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C81C221-CAD2-4345-85C5-AE8434C16E4F}"/>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97A57F9E-B1CD-4D30-A18E-AC554D4D38D5}"/>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CED01DFE-C71D-42BF-A876-976D967F1559}"/>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A74EF913-A031-45AD-BDA1-98DB570DF4E6}"/>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C8ED002-CBD3-4F18-A8AE-ACE15FDF4B57}"/>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B6F45A51-3895-4601-80A9-678CCCBF6B19}"/>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EC41705-71CC-46D2-A2DA-36C8D0BBE48A}"/>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9377294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71321A55-6F4A-4DFB-9EE0-850EF9F6217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486DABF9-344F-4B98-B1FC-E1A03D1C87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2BC89249-2557-49C4-8780-CE6C09D12E6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8785B4-6B11-46A9-9561-84E078CEB45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58146F36-6F80-4371-86D3-CDF0CC10BA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AD627D-BC34-4D76-8664-9C412AD6BE1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02F81E-EA65-4152-8F09-F750ADB42A6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954FF9-BA8D-469C-AB6C-FD22603917C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2BAE80-CC5E-45F7-87C2-C59D2E1A619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EBA5D9-3E53-4343-9222-67A3B48525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3FDF41-CEF7-468E-8EF8-59A17A41D14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1BFEF99-9BFA-44C7-BE0B-29C08C136B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33D966A-33FA-48B8-AE4A-716FE7F112A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2EEC2BF-AF39-405B-9E8D-0E8CC7D2FD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A2CAD7-B962-4427-893B-59E96B14002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9AA3E181-AEE7-4AAE-AD39-EF8BE707B7A2}"/>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A480EC13-8F81-4462-B767-B0FDD14F7A94}"/>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4FE0E41B-1FAD-4F7B-B42A-B86523B2240D}"/>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EE4256D9-F2E7-4274-BFB7-93B654D7C18F}"/>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18C1BCC2-915A-4FED-A655-7EF31F8E82EA}"/>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CCDF4D12-23B5-47B8-B55A-1B133A44FAB4}"/>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36F2764A-2D48-4882-9D1C-1D91A90EEB00}"/>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12AB8C47-D8B9-430D-B338-4C76B69CDAD3}"/>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847F9D42-7EE9-47C8-B38A-874BF106CB0D}"/>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A94430F2-F3AB-4246-A56E-521BB4917E3F}"/>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16137CAC-7041-4707-A45A-E1C9EE1B60B3}"/>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B63C1E57-1818-4BB7-9E2B-2E5519AA5926}"/>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0C883CFA-B98A-49EF-B409-21DF1426A8EE}"/>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2F237E9B-FC88-4273-95C4-FFB4D948F4DB}"/>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31104846-FE56-434E-BC41-CC314B626AB9}"/>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866A32E3-EACC-4791-AE9E-ABAD83713733}"/>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D2224B24-194D-4CA0-A716-9C4407664DAE}"/>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8D32390D-1143-4FA1-953F-46F00882A44E}"/>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6C40422A-2685-435C-995E-B7AA1AD6BDC4}"/>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432C7E23-9BB3-4ADE-AEC9-A50ED053F535}"/>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330D3609-6F45-4004-AD65-A156104C3CE6}"/>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10D03BDC-1B82-4D90-9583-80921159EE63}"/>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18A4168B-03BF-48C8-B2E9-E3BFC9D5CF73}"/>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9DA5E82C-B6E3-458E-96EA-90B6574DE271}"/>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040BFD6F-5E68-4EBC-AA46-D6D75691FFFA}"/>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5F418C20-49A0-4098-8AA5-E40DEF150643}"/>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CA42D5C0-7A63-4597-8B83-2E1DECAC65A4}"/>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FA60DF21-FE67-4063-89EB-001C5ADC7AA9}"/>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B2DAA967-79E2-48FD-9361-F1418FCB8C8D}"/>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2DBD8FA9-E1FA-49AA-AB92-273FB08D8D61}"/>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3CDF417D-479F-4DFC-AF90-2CA02D4A122D}"/>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1D6E44FB-C217-4833-92B6-08793BDAC46E}"/>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28A6D274-BA67-4AD9-B546-D2B6A10AEF23}"/>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420E38AF-22AF-4989-B3F8-D4F3E575A78B}"/>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36AA6D92-DCF0-4A65-8609-5894F9CDBFA1}"/>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A545314D-8895-44E8-AB96-DA70B2E71FC8}"/>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9522F4F1-8BDC-4D6E-836D-29E3E4E49BF6}"/>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C1E57BAF-E162-4A91-9B06-949028689A48}"/>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5CE8E333-9662-4DD9-B697-34D7E0B1ED7B}"/>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D27B1E43-E2A6-4A28-AA39-1F9FDD7F0527}"/>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36DA43EF-AE0A-404C-9D39-E3319CB420EA}"/>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2FC1FB6C-1839-4644-A9B5-A9E661659D58}"/>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7E196515-76D5-415E-B4BE-99979F4AD49F}"/>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130001E4-C80E-45FE-8FB2-894B78DE5042}"/>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F8972372-B45D-42A4-B4BA-4D5BD456A39D}"/>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CF04F08D-BFBF-4161-9FB8-E3206D491B37}"/>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B8DD602F-37DF-42F3-8293-F803B5060DBD}"/>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33E3B821-6E3A-45E8-8549-61AA0C1CA65F}"/>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7806253B-8F90-469D-980C-22B96F9CE643}"/>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956608C2-77F9-48CE-ADB0-D9A4FED5E41E}"/>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ED49A892-654E-48BF-B589-AD5D56142288}"/>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4755E17C-2C89-4641-8CB7-805F55381C80}"/>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A0C39EF5-2B8F-482F-A06D-B249869D0618}"/>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54C0DDBE-1A5A-4BC4-9E81-2BF1A67F92AD}"/>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2702157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5164A74-0E2E-45AE-A99D-4C85EF292BD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CB5CCC5F-6E56-46BD-9DE8-18C206742F5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6558370A-A23B-4A42-8D2B-F87C0A0C813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EDDB99-45BF-429A-8E91-D30001B85A0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53047EFB-AB6E-41BE-BD0D-22354D093A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52DD3FB-30F6-457E-9B87-BFEDAD83BF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EE6F9F-C92F-4989-BA04-7DA9AEAB5DA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915665-A526-4869-9337-8C80C18A428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49F9C0C-BA6D-49D4-8C49-44F990EF8EA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899BC3-38FA-4404-93FE-2011AFCECF7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C6DCA36-F862-4167-85C2-A0A8D0BA2CF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1986A6-6D39-4FF6-8B20-DE2A40D2B5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1807477-55F4-4F5E-ADD8-4CDD01BF0C3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30A127-F21D-4259-88BB-BC4D8DD14F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D48CFA1-1CE3-44EE-88F1-80489DDBEAE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64FC39D6-1669-4EA8-BF9B-E976A583AA7D}"/>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DCFB9A77-5760-4916-BC43-927DF04EF71E}"/>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AB899027-6DEA-4B42-9BC8-DC37B0ABD7D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ED6BAC0-3955-4B44-85CD-5BE937D6B49D}"/>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81406444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D1825C7-DAC5-4D91-873A-5E0A19A450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972FA149-9654-4B42-92F6-212EC44BEE7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5653CF71-655E-46CC-A8F1-9A3F6C1ACD5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DD019C-8908-4D7D-A8C5-ED918AF07C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F0232D84-35F6-499C-A011-BDC78803523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0FE9B0-1877-4812-90E2-F233D062D77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11F8DB1-7EEA-41D7-B10B-2B07074ED6D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C3AD36-289B-48D8-B557-23610C13AE0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0F5650-E944-49A6-AA5E-FCE13CBA79B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D70434-CF2E-4799-86B8-EDD984453A8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10C4AC0-2DF3-4F12-9699-C15EDAC5878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2BB23C-CFAB-4D18-A561-2128C40F3B3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EEFF9DD-B427-4827-AD56-95C09CC8D73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0FD08A-5948-4288-B1AA-2969DE8D51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791CFD-7019-4EF0-A386-D3EB1036060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77601de1087420e"/>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CC95C66-F0B6-4C6C-BCD5-B942B79574D6}"/>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9688A3B4-8D70-4960-BA04-6FC16CE5BCB6}"/>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33D79E8D-0FE7-4AD1-87A2-3828EF145FD5}"/>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6E06F175-E0AD-4336-9B5F-8A1D2A545A74}"/>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DFDA8533-B729-45E5-BC8A-DCB87D21AB72}"/>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0F47C26-3368-475E-96F0-5055CC2E1142}"/>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57281289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73EA4E8-ED7E-40E2-BD11-FFD487F8EE85}"/>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751304E7-10CE-4F0C-AC28-AF4CB766ED3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264E9A57-CDEF-4B17-8949-22CF1F5CF209}"/>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670824-6DA6-4C6E-AFB6-BF0CE86EE9B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4814EFD7-CA94-44E0-83A3-DC2EA66DD19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020BC3B2-AB5B-4576-98BB-26734A36182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0BB126C6-8280-414A-BEB2-C815F8FFEAD7}"/>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E030649A-04EE-4322-ADEA-C686221275E2}"/>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238B738-E64A-4103-A4A7-3E42ADCA2B77}"/>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54EBBEA7-5F15-41B5-977E-7648A6632F7F}"/>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4D3BCC15-94E6-48A9-B326-CF9F43C14978}"/>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A6BAE4C8-A3E6-4C9D-AB93-D51B0F9FB678}"/>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04599C77-4FF2-454D-AD27-9D9AA607B4B9}"/>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14B750FA-B18B-4D65-A15D-0F3D0833937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A9B0810-9B0D-44EF-896E-1B64C8486C6B}"/>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EA562DEB-5D0D-4004-B85A-8464E6D4E7CA}"/>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04D4AB9-3325-4F46-93B4-07B3ECD4A429}"/>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09B1D32D-8783-4951-B2AB-8D8D895136FB}"/>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2368A8C-ABCC-486B-A367-0ECDBFF214F4}"/>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FB33CB0E-8321-4201-96F9-A1D3F1490BE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B9D986-6432-44A6-AFC1-DB34F422B96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FD3436B6-2068-4B55-8A01-86E1ACDA3B8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1515C56-C42C-4FAC-BB03-A5A76D3823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A01A3C2D-BBA9-4314-A7DD-C29962EE96A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A26696B-2972-4A81-A598-151063B5B77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F4A9BDE-01A8-4CEF-B8DF-D5A4F7DF2D7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028D0C-F91D-41D7-B814-284CB6CE081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033A7C82-E7A2-4E5E-9327-B266C328E8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6967962-4874-41EE-99CE-901E9E5FE7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14C9C6F0-99A6-4FB3-AA14-9D28DBFF82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BFBDB16-6562-458B-AEC0-038F4D3A47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501361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607B9F8-72A0-4090-9D3D-AC2B8333D8AF}"/>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38A17194-4731-46E4-B75A-106A0188D600}"/>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6F099D0E-F700-4150-A11A-BD7BF644F19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F4C7D1-BED2-47BD-8E14-A17B772EFB32}"/>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FEAD84A2-77BB-4077-912F-87C11E1BD23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0B28D1-AC74-494A-88BB-A6336B306A9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4F2CBB-1724-4C1B-A781-6BD6FE27D8D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C93E42-2A8C-42C0-B97F-670E9D578E0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C882A93-9CEB-4F48-80AE-38D941B36EF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AF62B00-4A93-4502-8550-0A5A794A834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CA9507-FE14-46D4-A6E9-08E1AB7F661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715597-7905-41EE-A369-6A47BA02EB3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1D48702-848A-4B4C-9A66-64DDFC30163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181F039-ADBC-4585-8FDF-1C2E4C9FD5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8271231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6B483D2-35A2-4C81-9BDC-8B6BB81192A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56008CB0-08F8-4ED8-903E-0AFBC8DEB9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A1632279-18C9-4C0B-925A-730DB7192D6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A501115-58B0-4DCE-BD5E-EFBFCED6E8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F03EB011-64B4-4D67-80CA-967AB0B17E1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B786239-0A9E-4C32-9766-1DEC9F514F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305FBA-2BF6-479D-BAE6-3B7E79BA6F4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96B2F3-9961-4C9B-A514-EE338464FE1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8DCA0AA-E47C-4198-B5D4-E0F429C5AE8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86C4AA-1201-4D2C-8A9B-E09F3F2A4A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D9BF05A-97E8-457C-8014-56C976D2E54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B3EE87-BB08-487C-A8FD-539A03E3B7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522801-4BFE-4C90-BC10-7EE426DC8C9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B5364E-688C-4011-82F7-9357532DDCE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F4F3BC7-BBA5-4738-AACC-57AE07398E26}"/>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F3E0B611-485A-41DF-BCE2-D9EC5430692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04D9CF40-8196-4DC3-B97A-B2B49D2D8933}"/>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52B9ACB5-F664-47FD-A453-D73C36E07C72}"/>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A8723FE4-CE20-4464-9028-05DACF19336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B94DF2-5BD9-4814-B094-51E86ACE99B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49694808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8F10136-8350-4CC7-9207-B88EB0595F6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AA504F17-2D7F-4DEB-8AA2-BE5C65AC989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790AEA99-8964-4266-A668-A93070B6EA3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F57609-BFC1-4F9D-B1A4-D7E2B0267A6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96C65204-B5FD-4EE6-AFD3-5B4B5A89EA6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8CE0C9-37B4-45F1-8394-61AD7B182E0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CBDFA3-E4E6-402E-8DD8-DBCF7DE500D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A5CA899-AD1A-49D1-9714-7A3BB9A962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AB5A352-2F76-4C13-8E2A-6175F328B11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6A682CF-4993-4E72-8772-B5C75FFC291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0185A92-DEDD-4634-8B20-B1FA3C07A98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C4FBBD-CFAF-4BDF-A874-5940A64F8B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3DDB4F4-8241-4EF4-8C62-85E6C000425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F7410DC-7572-4609-8169-C5AF0E63488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AA0325A-B0EC-4450-847D-B298C96C7CA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2E75B77A-3180-40FB-A601-111BF641CBA0}"/>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1F2BA347-D28F-4D43-A7D3-912CF127D36B}"/>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B27DA2C4-BA14-4918-8BA9-615A846F6D97}"/>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6BB4248F-3660-4A35-B549-D26E6AE149BB}"/>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9AF42C2-A5EF-4967-8009-686723BDEE25}"/>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5FA8C74E-E882-4069-B039-19A408F840DF}"/>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2F1E5D12-C55D-4998-B9EC-63CCEFDB5D36}"/>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221EF4ED-9F0F-4BBA-8B71-855C64273671}"/>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0D47899-7F0D-454E-9FF2-2AA92309C054}"/>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F5F7D363-BB32-47CB-A8E1-9DA961242A0C}"/>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13DD2B2C-72B0-4E6E-9C11-3A206F00153C}"/>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BBDF0087-D430-4C8D-84F9-EA79BF340A55}"/>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01C423F-3184-4297-B970-073CE79D712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466FB5F-DF03-4BC0-BDCB-B396BF16A77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99032091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55AB506-853D-424E-9590-82F5E00CC89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4E0057D0-5A32-4A61-AE45-3955BB2871B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FB136A40-C1FB-40BA-A937-358DF3D7C93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DFF581-4640-42BE-A4B1-58D94C36B80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60CAF6EE-B37D-4F91-A8A9-4B6B7E175AC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9A0D92D-6D10-4EAE-A34D-DDB0D286DC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80381FD-76A3-409E-96F7-CC10BCD5C9D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72506C0-6097-4D76-907C-0CDDB2E2A9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30B75C-6836-4735-8CF8-6DF3F031A70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D2044A-E202-450B-A132-4EB7A643180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FC82C3-BDAA-4946-A297-99D44A83AD4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AF393C-AE9C-41AE-AB2B-B278837CC0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0162AE6-A52F-43F6-90C5-1DC7E67FDB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C1F21E2-39B1-40F1-93CC-0253066AAD5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2829A48-1012-4C56-BB17-265FC1676EF5}"/>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DB988D85-609B-4EE9-8785-A7AE880C03D0}"/>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B227E6E1-52A5-418D-A293-641E253E9D60}"/>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4B8D254-0B8B-4392-A059-4CC92E42E5E9}"/>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5AFC1E41-36D5-4228-A345-71A5E6BD756E}"/>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63733BEC-30D8-4F4D-8705-7719507FFCDD}"/>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F51EF0F-B139-439A-8619-9D7EC07D2E2C}"/>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D581E8A6-00F0-47BF-AA59-34E2F19D6077}"/>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7196A269-F9C0-472E-B3C4-EA54B2FA10B3}"/>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51361A4-484F-40B1-9264-3082504A64E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51A3AF-DD66-4A75-AD20-857B930DDA9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90534340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B5577D2-957D-496A-B8A1-933B18919C0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D9DE6F70-E93E-4F6A-87EF-0F34AE2E5F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5FCE93F5-48E4-410D-AC7A-0C994997CD4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0ECA16-7883-4BA8-B757-A7D6EFE0B0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EDDB2D44-6273-443A-9027-FAAC9F3DD42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D0F7845-2427-4D3B-877F-BB95F7468E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33DFE9D-ED53-4A1B-9896-CF78CE4F0BB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863F2D-2D13-499A-A224-080AD338B60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12716D-05D6-4D3A-9FA5-A5ADDDD4C42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00E539-7995-4D21-9D74-4AD35312C8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E287A9D-524B-430A-9C0C-5D1F0E7BC00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BF50A8B-9337-4392-AC19-C5AF90743D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BD018A3-8C36-4502-883F-609E08C25CD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F53ED4C-1727-4B75-9E9C-AC55EF45B80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D5BD1CC-2D96-4D40-A242-FA9B9ABEF08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3F67DC96-7435-490A-B08F-7A244668FB0E}"/>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23B40351-0B10-43FA-AD0B-F85375EFC447}"/>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6A55A352-D4E5-4DBF-99DF-5463ABA1B7C8}"/>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6F8F5DF5-8474-4144-B630-2BC2945F02B1}"/>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86681EBB-79A7-4A14-99BE-22E58A060C12}"/>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CD9863C0-25E8-4B37-A084-7EB3ADA26AA9}"/>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0E7B6020-DE80-4EB5-A1EE-0B26DE2BDEA4}"/>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86E9EC5-B35D-4498-8E22-2BFE6DE60161}"/>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D952861-37D9-4D60-9841-95F07FC74C52}"/>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D479E85-B2C2-43CC-AE57-9DE534517558}"/>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0BCB3081-7494-4F3B-92FF-C3D6C553F072}"/>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0B08BBC3-90D0-4CBD-A07B-937F63160062}"/>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9D3EAD20-065D-4D7F-A92F-A684CBE89D4E}"/>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B9751A16-8362-467C-9BF0-A328A92DE313}"/>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AB9F940-760D-4349-A595-87CFA41CD5A9}"/>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99F800CF-93D7-4D5C-BC30-3B092DBAC91F}"/>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64F52854-57E1-4703-9594-53C6D04E3A1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B23AB4D-1934-4006-8E5F-62485B267A5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70986454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984AF9F-418B-4A81-9090-EBF7F609BF4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C33A5F36-EBFE-4DFD-9051-467B16AA64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8AA496F6-C04B-4968-AA91-AFA5995506C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364DB5-CB1C-42EC-80CE-313C55A0430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2B1FE145-1E56-475A-B0C8-A38A8F8320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ADB46E-E9C8-48CE-99D8-35C22F454E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BCCDB1E-A607-4085-8139-B540E34E369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04B948-9209-4642-9100-B7E386C8EF6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C2C765F-8AC9-49CB-A315-A49B8572D5F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975BE1-40E9-480E-A7CE-FDE4982377C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0D1B93-0ED2-4EF3-99B6-47CFBA93EAE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955FA3-FF3C-4A1F-B979-F92AE3662D3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6984C45-2607-4980-809D-927684E3CCE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921A1C-86C1-4F40-A3F0-604D873D5FB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D862CA6-CE04-4B58-991C-1989AD94099E}"/>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5FDE187C-B30E-4A8B-B31B-9FBF828D860E}"/>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322DB9AB-CD3C-4A42-A8B5-6453EA280137}"/>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B20D0D2B-3928-4784-A6BF-C283CF2CF326}"/>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C49D3CEC-0A9C-4743-A258-26AFF3B23AE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16356DA-8391-44B3-869E-A9AD97A1547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6308228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1081175-279B-4754-A414-FF2AC9A485F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0307D174-2CEE-4518-9177-5CC2B33B5ED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DDABF705-BBB2-406E-9E90-BE861A1E031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426814-50D0-49EA-8626-1786A2DB71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9DE14D8C-EA93-4A75-BFB8-0F0B85ABFF2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BBDE69F-FD1C-4570-A9E8-4BF22251C3A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B3407A-A6E0-4C12-8543-A14CE427276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58CCAF9-A8DB-4A29-82D9-C1565BA7286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FC1D18B-8F8A-4437-A37D-162D7DCAECC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4A87D1-B6F8-4B59-ABC7-F994F168EF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74E050A-DF48-4579-BDD0-0122831F6A6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BAE76A-48F6-4F72-AB18-A3C7A87E607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4ECA7B-07BD-4753-8583-B84F96ED64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EB274C3-400F-4A65-B582-47ACF41C382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956321A-6D65-4B2E-BD8E-7251EF09CB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0B08BC7A-ACB3-4DDC-8904-640CA03D3DC5}"/>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0CC8276E-1E40-4DDC-8841-FC161AA72C10}"/>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FCE26803-E90D-448F-9DF2-79B3AA59636E}"/>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F31258F-AFA9-4BC2-9B9C-B71D8B80A1D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38D99A4B-5D6E-4898-BB1C-5D3A775E4E65}"/>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C4B5CEE1-7887-4961-8642-F53B3094D78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422D272-4B36-49F1-AEFA-FE1FD1C4DB6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60114420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E544DCF-FEA6-46C4-BB22-846AE230414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E8C06C93-E7D2-4782-9593-D5B86ED73C7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5A4991FC-D295-44E7-A11C-F2B69DB666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85F0A5-5E84-47DA-B047-AA92CD8EDF3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C167E725-6E06-4409-9B36-419EC6AA46A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19D8525-5873-4598-B83C-CC605538D0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AE4E5E6-A7B3-4655-BBEF-8056E9B2BF5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048F67-1399-4557-911F-1FCA4219CB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B28F870-950D-4AFB-801D-41B1537041C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885191-A512-4D16-B362-81202925AB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BC3352C-B4A9-4B6B-9110-C9E79ED801C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1D7503-EBDF-4B5A-B7D9-592ECF5055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E539B1-8675-4088-B032-70985029A6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77DCEC-F07D-4515-9DF7-5ACADD7A67D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178BA85-E7F2-4690-B7F1-AD092706FF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013E77F8-3AF2-4977-9154-C4F072953C86}"/>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AE6A85BF-54B4-45CA-BECE-8028BD2A4031}"/>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5E291B12-4063-407E-9058-38D0F12E4DC9}"/>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15ADA399-0574-4E32-961F-B1CDE6515701}"/>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E9D7055A-6A1A-4FA6-B428-9A7BEFB74ED3}"/>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48E536DC-45F1-4669-8C7B-035C2875308C}"/>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0281CB92-2DFF-468D-91C4-FC03C4625754}"/>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A38994E-8B5B-4553-A17A-4EA9F1DE1025}"/>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F83A4A5F-B8FB-459D-922C-0826AC4A5E1A}"/>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713BDEBA-71D0-4143-B630-549B5CD54891}"/>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5E9FFBB9-3ADB-45BE-B3AA-E6FE566DE256}"/>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A424E84-9A40-4AD8-BB35-113B856EBB29}"/>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D49A4E2F-148D-4901-B8FB-B41BD830E1BF}"/>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B844D946-8D94-4260-B5BC-2DF00073150E}"/>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8F43A8DF-E34D-48CB-B3CC-A3718D03E88C}"/>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9615D95-E350-491B-B3C2-AAC5B6C8A27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E11B511-76D8-4419-8AD0-EA2FAB385C1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74321999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00FD710-05F3-462D-9A2C-691ED0873DC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E050ADDB-A029-47E1-BA3E-F65E04DFD3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34233C40-E45E-456E-957C-2F21E1CE76E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8798F7-4150-4ED9-A91F-E51B4C2A73B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FAC986E0-C36F-4D40-8D41-BA64D3A18F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12C69C-6829-4288-A71C-EC5915358CC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2D10AED-1A61-40DE-88C6-FB98C78F80F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B6E91AB-0D2E-4E9E-AE54-F6DDDCFFCE5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666C9E-170A-436A-BA36-B9BA66AA9EA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AFFA71-0053-44BD-BE6B-7229EEBD01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D3F073F-9A65-46EB-98B2-333A2EC7FCF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4C7F52-A561-4A2A-A938-E0A612316A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A4CDFDB-AC82-468A-8950-726C1EE10C4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74AAB9F-6A63-4C6A-9283-81248FF6B01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A5565B8-98F1-4A9B-B3B8-EC19092B74C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0C9B794D-3DE6-4777-8908-17064E3454DA}"/>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2492D5D7-51D7-4EC0-A2CF-3905B3C79C97}"/>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E2604A47-1A5D-4322-970A-53E7A8C52262}"/>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7EF47EFA-81CE-4E60-BC27-28F3400394C4}"/>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79BB62FE-38FD-44D3-86FB-D4C3D4DFF8CC}"/>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2F6B3F62-CDCE-4F31-B3EC-2080B16ACC2B}"/>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371EE15-DC14-4691-983A-7C003D700310}"/>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78C993B9-9410-4A9B-AD96-B7BE30852085}"/>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1CFECA95-907E-40D5-B171-5579DD4CF683}"/>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B0D078F4-ADC7-4499-9BC6-60B3A4F66DB8}"/>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C8CC680C-B191-4181-89B1-62216BC960BE}"/>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B8671505-90AA-45F8-AB23-236E8D399902}"/>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D9D47517-85EE-4881-9580-D74049C25473}"/>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858A90A-B3D0-4F85-94E7-8C925FE0A902}"/>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E6A56037-B677-41DB-BDE2-AF1662121341}"/>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0B0488E-073C-4AF8-8F01-19A911653A41}"/>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A096316D-D818-4979-80F9-480FB43D1F3B}"/>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E3C9798-2433-4A85-A504-EFA1DCC215F2}"/>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CD46BADD-D28B-4EF0-A430-A2A8915465E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FAF706C-6E5C-42F3-9C61-E0ED46B1CD7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914991217"/>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2CDEE2E-175C-48E0-8456-C58ED00D601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02A64B17-0FF3-4AAC-982C-7A0AC0BC1A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671B5D87-8EC8-46FD-8206-15B7E84D2EF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05AEAA-89CB-4463-B84F-8950D5E3ED9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B10CD5F3-EA35-4941-B554-1D89F7794A0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93B90D-715F-4FE0-B63F-CD17BE1FE36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3216D6-8F52-4785-8B0B-D10D8DEEEB1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32AEE-1CA5-450B-89F6-56E3D8473AE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29EF77C-35C4-4E9B-B34B-DCFB9F5A4D3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F11D578-F693-4AE2-B60A-17A9DC3DA2F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4AB6139-5352-47EC-A5F7-F50D568AF4C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7CDE0A-95A1-42C9-BB02-43EAA138DC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B1CBFDE-0925-4432-B65B-9CF65CBF6F4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8731F2-E2BE-4466-B2BF-10D2AE53481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F0D5F5E-DF07-4D59-B912-B6873969B3C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A7C88EA7-20A3-43DA-A605-185543BC501C}"/>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D0E9E34E-C7B5-4F29-8A25-F2F60E8C615F}"/>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71310B66-8B6A-4B96-82BE-812F9FCAB769}"/>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3D31977-8ADF-49BF-B97F-910BBB4519C2}"/>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C39C00E5-BAF5-4FDF-B4E8-27263D4289CB}"/>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36327852-8750-4AD5-9084-6CD46D06956F}"/>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FE2C50BE-A56B-46F6-9A7B-8A92D0DBDEB3}"/>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DACA6A8C-1700-4B34-B0CA-DA4ECB58C060}"/>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1F8DF7D2-101D-46E8-89C2-E6BFFCF5D6AE}"/>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CA2B639A-FFD7-48BF-B9ED-5CDB7625D49D}"/>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7E36F0B2-B25E-416C-9247-E60B8B0428D0}"/>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6A550568-BE49-4A66-A0CE-C793FA9AA06F}"/>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CBBDCAD7-DAA2-4B87-9E45-805108888A0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934299C-2CF3-4B3E-ACD0-1BC87CE392B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69502387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29281F2-9E45-4B60-99E9-8B406EC4AC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B463559E-99C3-4AE5-A019-689766DE7FB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EC071BB7-E033-4129-A123-F4BEAB7E8B6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E8B9C2-90A6-4509-9E94-B1648AEF234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8C1E9F27-490A-4DD3-AE78-10FBB07059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D47AEA-37F0-48C2-B4EA-1E775E0520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58963B-DBDE-47B6-AD47-3A3475A341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9B15412-C5FB-430B-9F0B-6E631299617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590C22-31A5-4EAC-8576-D01DCC97FA1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5FEFCF-ECD6-426C-88DB-D522BDFD605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7009987-6BC8-4F6C-B30D-8EF92FB8570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D0E3606-A2DF-4D2E-BC64-3974997B85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0CDBE2-CF1D-42FA-8405-85C37ED72FB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A70548-3DAF-4507-A698-D74A753125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12DDE9D-1E56-4E5D-9BCE-FB0546F8337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02A35C21-8C61-4D37-8AC2-0C576321E408}"/>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F22F4001-BBAD-4607-8D21-BC910CA66682}"/>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6C92F2AF-3D1B-46E8-B829-38EFEBCD33B9}"/>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2D8D0973-0E18-49F6-BFA3-93BFEC00A5CA}"/>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8C56BEED-C1A4-4A0A-9BE7-34CCD4147555}"/>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53A5EEDF-E017-46C4-BC38-361B5D168122}"/>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EAF75BE3-B52B-4EEB-ADC8-13070E222D9A}"/>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B411638-61A1-4A07-91DB-40C9F69AD49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99A54E5-15E7-4496-89CF-AC4E6A9A40F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058235864"/>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A4EDC44-445B-437F-A29D-B55FA4734DE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D3C54759-6B92-43F1-845E-225A64B6181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EDB42476-1AE4-47DC-9A74-1058A9382F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80A42F-1BF7-4775-97AC-1A08D5B212C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C0E996BB-0B2D-4C8D-9028-16695F19362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30A3134-B7BB-40EE-9269-5BF6337D91D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1404AB4-E4BE-4DD6-A2ED-561209B84C2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D618D70-4C82-490B-9B7E-BC69F03F92A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F5966EC-A8A4-4413-A3B6-3F40BB40E02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84D37A-A79B-480D-AEC7-81B7C42D7CC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D70BAE-2053-4B9C-9BC3-98FF88DDE83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F3E427-F464-462A-92E8-E7098969288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8214EAA-EB5B-41EA-ABEC-8F99ED14A36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953E3A-4926-4695-B0D5-1463F15C280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4D270D-5463-496B-873D-9F53B9327B73}"/>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512C63B1-A07B-4361-9B6E-4541D6238F87}"/>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0FD893B7-E556-4E51-BB76-E6E1A41FE8B9}"/>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4CF1D46-54B8-4655-BEA2-466E4C432478}"/>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81B1541D-65E2-489A-BA5E-5D29C836F4D0}"/>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CA4BE294-8A75-46D9-8052-7680D6ED2E04}"/>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07401B8-FBAA-4298-A514-AD0B56B54BF3}"/>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26B0D190-9D70-4C9C-A6E1-004E17A69FEB}"/>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85E4088C-9A7D-4F5C-AEFD-92ADA136ACE6}"/>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44B59C-8A7A-4992-B400-7A0844E91F12}"/>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B22DF6AD-DB7A-492D-B558-798A2FEB0A30}"/>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8F7509DB-981B-4038-A67D-DB42FF568CBD}"/>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A9FC1D7-B5C8-43CC-8F21-F8E311387E4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9E8B772-C883-4C98-B9C7-A12740BE08C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901705182"/>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AD9D0F8F-57D2-4CF4-A648-2952B553C76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9458BD1D-D8AC-40DC-884E-6F88729EFC9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15B04A79-A2F3-4375-9A15-58AB9A058D8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A9F988-3196-4675-AE90-2122E1CDF8D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F8F794B4-6D98-4D70-98E8-20896A82AD9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9388C1-AC8F-4D52-8FF1-E7550D3E4B4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FACAB2C-FFF2-4417-B004-901E44E5D15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498BA47-B9D8-430A-8905-8DE72DD535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A91CC56-0816-4645-A383-DA52471CBB8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8E4E33-D925-4C5D-867D-E16823E94D2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5F12778-DAA2-424F-B3F5-5E083CDF37F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3171C5-9B9E-40C9-9439-A66BE0ADBC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9C12458-4186-4C83-BE78-669588357B9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C381D2-FAFF-4D5F-833C-8C104E08C6A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8E133FF-8BD0-4E56-B9DD-396C6B6ECBCD}"/>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981EC1D6-2BCE-4D0C-A6F8-16971285A2BC}"/>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67971AB1-2AE5-4696-8621-47CE21415EC2}"/>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15A18736-DE86-44C6-B3EE-9FB4FAA5333C}"/>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567E960-668A-4718-837C-577858604B77}"/>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511DBF86-0A99-442B-AEB6-01D837F35E07}"/>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3628F6C8-AA0F-4FA7-986C-E2D18196EB61}"/>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9AAE06CC-CC05-4A5A-ADEB-0CC36F6397DC}"/>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5A58CE6-B3CF-4746-8D35-A15069DB8DFE}"/>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38CCDE35-C8BC-41E9-84F6-1B3CED4B645E}"/>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01233E61-1AA0-47AA-A573-2DAACF151AC5}"/>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4E9E90CC-0D7C-4F16-AE0B-162FBF982832}"/>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B8F5933-5D06-4554-AD19-DC31EBB74DDA}"/>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0603162F-2734-4AEC-847D-C1DA27F893F2}"/>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EC737F30-4C00-49F3-AC3A-4661A45DD0F8}"/>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7C89D2B2-2794-4440-BC11-DC66459E26C8}"/>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36F2786-B610-4003-8DB0-D576A77F3687}"/>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9CC35A71-19FF-47BE-980C-2C6C93DC4B24}"/>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703C87F1-2F64-47B9-8067-0607775B4184}"/>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74606778-9CA6-4376-AE3C-E95DC00DD144}"/>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51CF902-B80B-4A70-859A-6132F8AE770C}"/>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204768227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B8F55BC-AC18-41F1-9EA9-059A2FF473DF}"/>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07C16D95-47D0-4FD7-B947-042BD1F8FBA4}"/>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C814FCD-0BC6-4B77-BA01-4705FCE4E38D}"/>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92BA0743-A7F5-4A8D-9747-3F84AD4E828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945A393-9E77-4B60-A5C0-93F79E869F0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8A3D992C-5713-4E59-B8F2-6FD6AF68941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8CC27C2-FDB0-47A3-AB3C-308184CEB4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02D5D247-6C8E-4186-82C3-605A6296178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1BF0FB6-B52C-4CA2-A9B6-D9E3A6B4CD0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8C5DF637-24AB-42C5-BADC-D14ED031EDF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F3E154-83CC-4535-A2F9-382731FD9D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44B20FC-0E20-4DF4-B4E9-D375A7C88DE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8AF07AB-D23E-4418-8937-BD195E53E1F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36656338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72DEDBD-D6C7-41DE-BF96-7CDD9BC94F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66C1F8D4-352F-4D8A-944D-685E8D198E7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A8456402-5DB5-4B70-9363-AFBB4E698B9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002ACB-9E58-41C9-A064-54B1C6CA3BB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53A1273E-9947-4D38-A1AF-8E81B0858AE0}"/>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E071E360-50EF-47EF-8CDB-E5D52BC6EE1F}"/>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597A352F-39DB-4982-A2BA-7DE3043AD31F}"/>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4AED15-3567-43C0-9836-CA737E9F4479}"/>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7E6904C9-8593-404C-B2C7-2C7E13F5968E}"/>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E18ECF39-DEBC-4F15-8686-C9E59216BFFD}"/>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D65243-9189-4756-8C4C-191D4D8DFD46}"/>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BF60B002-765C-4318-80F5-BF78548EF406}"/>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7B835A8C-BBBB-47CC-8854-537FC6E287B3}"/>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380CB3-35EA-4845-82AF-898D79EA2DAE}"/>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80C588-6E42-464B-AB3E-F0D98EED8F6E}"/>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0B1CF04F-4139-45E5-AD35-C92B62990FA5}"/>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093F121-A281-493E-A16A-E3CD2045587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4686492-B827-45C4-B400-A2B174F9592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2428462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FB312F-D34F-403B-8F3D-34C9C332AB3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4D4A6B54-1117-48E0-9F73-FAF64907D5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B89FCA07-5B46-49C8-9DA0-3C06050BEE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32F8CA-08CF-4796-BC1A-D40AEB0149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5BED7BD4-1678-48B6-9022-8D670434E241}"/>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E98AC037-C145-41F2-8069-575BCC039CF9}"/>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70B9B413-1645-4A94-848C-68E2AD44EE54}"/>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73F63D-5B11-4C79-89A3-38A2D0696B08}"/>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CC24DDAA-B09D-454A-A810-5BCDF5F9BEA7}"/>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3658F256-7580-4461-A3BA-6BDBC4A9204E}"/>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6BF269-CA22-4040-B46C-CF5225B651B1}"/>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1BF9C6BA-79DE-47C2-B691-C02FC8EEBA72}"/>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0C2B01DB-57DC-4BC9-ADE3-9742EE9765D5}"/>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96BB79-73AD-40AC-A6FB-FC27C9682E57}"/>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8E70571E-5B3F-4329-8D25-864DE7621F2E}"/>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64326245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9010C34-E04B-4EF8-9BD7-006455C7E4F9}"/>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32173638-F2F8-4702-9943-D5BB9A6D4574}"/>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BA439249-7142-413F-ACA0-5A489FF6BB46}"/>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49E7653-2BE1-4652-99DB-4F8D475B8A51}"/>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35336139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1B8780-6CFE-460D-BE82-865C4D44D41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4F69F20B-02B3-4306-807A-07E2C28AEE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BC53956E-83D9-4011-A58F-948899AA379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F37034-7E9C-4F75-98BA-01502B161B1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41180B7F-D57D-476C-824E-C86BFC9E3DF8}"/>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9991422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2026-08-12T22:51:32.7020000Z</dcterms:created>
  <dcterms:modified xsi:type="dcterms:W3CDTF">2026-08-12T22:51:32.7020000Z</dcterms:modified>
</coreProperties>
</file>